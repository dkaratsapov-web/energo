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0.jpg"/><Relationship Id="rId6" Type="http://schemas.openxmlformats.org/officeDocument/2006/relationships/image" Target="../media/image3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image" Target="../media/image35.jpg"/><Relationship Id="rId4" Type="http://schemas.openxmlformats.org/officeDocument/2006/relationships/image" Target="../media/image36.jp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jpg"/><Relationship Id="rId8" Type="http://schemas.openxmlformats.org/officeDocument/2006/relationships/image" Target="../media/image40.jpg"/><Relationship Id="rId9" Type="http://schemas.openxmlformats.org/officeDocument/2006/relationships/image" Target="../media/image41.jpg"/><Relationship Id="rId10" Type="http://schemas.openxmlformats.org/officeDocument/2006/relationships/image" Target="../media/image42.jpg"/><Relationship Id="rId11" Type="http://schemas.openxmlformats.org/officeDocument/2006/relationships/image" Target="../media/image43.jpg"/><Relationship Id="rId12" Type="http://schemas.openxmlformats.org/officeDocument/2006/relationships/image" Target="../media/image44.jpg"/><Relationship Id="rId13" Type="http://schemas.openxmlformats.org/officeDocument/2006/relationships/image" Target="../media/image45.jpg"/><Relationship Id="rId14" Type="http://schemas.openxmlformats.org/officeDocument/2006/relationships/image" Target="../media/image46.jpg"/><Relationship Id="rId15" Type="http://schemas.openxmlformats.org/officeDocument/2006/relationships/image" Target="../media/image47.jpg"/><Relationship Id="rId16" Type="http://schemas.openxmlformats.org/officeDocument/2006/relationships/image" Target="../media/image48.jpg"/><Relationship Id="rId17" Type="http://schemas.openxmlformats.org/officeDocument/2006/relationships/image" Target="../media/image49.jpg"/><Relationship Id="rId18" Type="http://schemas.openxmlformats.org/officeDocument/2006/relationships/image" Target="../media/image50.jpg"/><Relationship Id="rId19" Type="http://schemas.openxmlformats.org/officeDocument/2006/relationships/image" Target="../media/image51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image" descr="092c2ffcc1f39f6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sp>
        <p:nvSpPr>
          <p:cNvPr id="4" name="logo"/>
          <p:cNvSpPr/>
          <p:nvPr/>
        </p:nvSpPr>
        <p:spPr>
          <a:xfrm>
            <a:off x="595093" y="699124"/>
            <a:ext cx="1267523" cy="772183"/>
          </a:xfrm>
          <a:custGeom>
            <a:avLst/>
            <a:gdLst/>
            <a:ahLst/>
            <a:cxnLst/>
            <a:rect l="0" t="0" r="r" b="b"/>
            <a:pathLst>
              <a:path w="1267523" h="772183">
                <a:moveTo>
                  <a:pt x="1188154" y="369"/>
                </a:moveTo>
                <a:lnTo>
                  <a:pt x="1181718" y="2929"/>
                </a:lnTo>
                <a:lnTo>
                  <a:pt x="1176401" y="5740"/>
                </a:lnTo>
                <a:lnTo>
                  <a:pt x="1168541" y="18478"/>
                </a:lnTo>
                <a:lnTo>
                  <a:pt x="1134130" y="35861"/>
                </a:lnTo>
                <a:lnTo>
                  <a:pt x="1123458" y="42935"/>
                </a:lnTo>
                <a:lnTo>
                  <a:pt x="1110765" y="53023"/>
                </a:lnTo>
                <a:lnTo>
                  <a:pt x="1107214" y="57108"/>
                </a:lnTo>
                <a:lnTo>
                  <a:pt x="1103571" y="63350"/>
                </a:lnTo>
                <a:lnTo>
                  <a:pt x="1097485" y="70861"/>
                </a:lnTo>
                <a:lnTo>
                  <a:pt x="1095814" y="74426"/>
                </a:lnTo>
                <a:lnTo>
                  <a:pt x="1095748" y="77101"/>
                </a:lnTo>
                <a:lnTo>
                  <a:pt x="1096906" y="79829"/>
                </a:lnTo>
                <a:lnTo>
                  <a:pt x="1101900" y="84445"/>
                </a:lnTo>
                <a:lnTo>
                  <a:pt x="1102584" y="85954"/>
                </a:lnTo>
                <a:lnTo>
                  <a:pt x="1100705" y="87057"/>
                </a:lnTo>
                <a:lnTo>
                  <a:pt x="1095048" y="88600"/>
                </a:lnTo>
                <a:lnTo>
                  <a:pt x="1093198" y="89916"/>
                </a:lnTo>
                <a:lnTo>
                  <a:pt x="1089544" y="97316"/>
                </a:lnTo>
                <a:lnTo>
                  <a:pt x="1081415" y="105871"/>
                </a:lnTo>
                <a:lnTo>
                  <a:pt x="1078721" y="109814"/>
                </a:lnTo>
                <a:lnTo>
                  <a:pt x="1075796" y="115563"/>
                </a:lnTo>
                <a:lnTo>
                  <a:pt x="1073885" y="116246"/>
                </a:lnTo>
                <a:lnTo>
                  <a:pt x="1071259" y="116029"/>
                </a:lnTo>
                <a:lnTo>
                  <a:pt x="1064151" y="112646"/>
                </a:lnTo>
                <a:lnTo>
                  <a:pt x="1062279" y="112279"/>
                </a:lnTo>
                <a:lnTo>
                  <a:pt x="1054851" y="114058"/>
                </a:lnTo>
                <a:lnTo>
                  <a:pt x="1049578" y="116072"/>
                </a:lnTo>
                <a:lnTo>
                  <a:pt x="1046153" y="118295"/>
                </a:lnTo>
                <a:lnTo>
                  <a:pt x="1044361" y="120305"/>
                </a:lnTo>
                <a:lnTo>
                  <a:pt x="1036119" y="132739"/>
                </a:lnTo>
                <a:lnTo>
                  <a:pt x="1031130" y="136432"/>
                </a:lnTo>
                <a:lnTo>
                  <a:pt x="1027593" y="137543"/>
                </a:lnTo>
                <a:lnTo>
                  <a:pt x="1024991" y="137561"/>
                </a:lnTo>
                <a:lnTo>
                  <a:pt x="1017814" y="132980"/>
                </a:lnTo>
                <a:lnTo>
                  <a:pt x="1013629" y="131905"/>
                </a:lnTo>
                <a:lnTo>
                  <a:pt x="1009195" y="132113"/>
                </a:lnTo>
                <a:lnTo>
                  <a:pt x="1004733" y="133593"/>
                </a:lnTo>
                <a:lnTo>
                  <a:pt x="996371" y="138841"/>
                </a:lnTo>
                <a:lnTo>
                  <a:pt x="974729" y="149366"/>
                </a:lnTo>
                <a:lnTo>
                  <a:pt x="972470" y="151111"/>
                </a:lnTo>
                <a:lnTo>
                  <a:pt x="970322" y="154616"/>
                </a:lnTo>
                <a:lnTo>
                  <a:pt x="971397" y="163511"/>
                </a:lnTo>
                <a:lnTo>
                  <a:pt x="974092" y="169252"/>
                </a:lnTo>
                <a:lnTo>
                  <a:pt x="973967" y="171959"/>
                </a:lnTo>
                <a:lnTo>
                  <a:pt x="971405" y="173884"/>
                </a:lnTo>
                <a:lnTo>
                  <a:pt x="964065" y="176183"/>
                </a:lnTo>
                <a:lnTo>
                  <a:pt x="959987" y="179062"/>
                </a:lnTo>
                <a:lnTo>
                  <a:pt x="957647" y="178518"/>
                </a:lnTo>
                <a:lnTo>
                  <a:pt x="953470" y="176026"/>
                </a:lnTo>
                <a:lnTo>
                  <a:pt x="944359" y="169992"/>
                </a:lnTo>
                <a:lnTo>
                  <a:pt x="933017" y="161581"/>
                </a:lnTo>
                <a:lnTo>
                  <a:pt x="910428" y="146563"/>
                </a:lnTo>
                <a:lnTo>
                  <a:pt x="897126" y="137172"/>
                </a:lnTo>
                <a:lnTo>
                  <a:pt x="880859" y="124456"/>
                </a:lnTo>
                <a:lnTo>
                  <a:pt x="853678" y="104739"/>
                </a:lnTo>
                <a:lnTo>
                  <a:pt x="849471" y="102359"/>
                </a:lnTo>
                <a:lnTo>
                  <a:pt x="847470" y="102615"/>
                </a:lnTo>
                <a:lnTo>
                  <a:pt x="846537" y="104042"/>
                </a:lnTo>
                <a:lnTo>
                  <a:pt x="847327" y="107080"/>
                </a:lnTo>
                <a:lnTo>
                  <a:pt x="848468" y="108829"/>
                </a:lnTo>
                <a:lnTo>
                  <a:pt x="851427" y="111284"/>
                </a:lnTo>
                <a:lnTo>
                  <a:pt x="874437" y="128137"/>
                </a:lnTo>
                <a:lnTo>
                  <a:pt x="902078" y="147476"/>
                </a:lnTo>
                <a:lnTo>
                  <a:pt x="918924" y="160192"/>
                </a:lnTo>
                <a:lnTo>
                  <a:pt x="925724" y="164774"/>
                </a:lnTo>
                <a:lnTo>
                  <a:pt x="931370" y="167474"/>
                </a:lnTo>
                <a:lnTo>
                  <a:pt x="937769" y="171421"/>
                </a:lnTo>
                <a:lnTo>
                  <a:pt x="942786" y="175416"/>
                </a:lnTo>
                <a:lnTo>
                  <a:pt x="945217" y="178204"/>
                </a:lnTo>
                <a:lnTo>
                  <a:pt x="946049" y="180307"/>
                </a:lnTo>
                <a:lnTo>
                  <a:pt x="946832" y="192744"/>
                </a:lnTo>
                <a:lnTo>
                  <a:pt x="943800" y="192784"/>
                </a:lnTo>
                <a:lnTo>
                  <a:pt x="941835" y="191486"/>
                </a:lnTo>
                <a:lnTo>
                  <a:pt x="940072" y="188968"/>
                </a:lnTo>
                <a:lnTo>
                  <a:pt x="937947" y="184292"/>
                </a:lnTo>
                <a:lnTo>
                  <a:pt x="935893" y="181591"/>
                </a:lnTo>
                <a:lnTo>
                  <a:pt x="926107" y="171569"/>
                </a:lnTo>
                <a:lnTo>
                  <a:pt x="923174" y="169118"/>
                </a:lnTo>
                <a:lnTo>
                  <a:pt x="920999" y="168136"/>
                </a:lnTo>
                <a:lnTo>
                  <a:pt x="919038" y="168378"/>
                </a:lnTo>
                <a:lnTo>
                  <a:pt x="913911" y="170758"/>
                </a:lnTo>
                <a:lnTo>
                  <a:pt x="903844" y="171048"/>
                </a:lnTo>
                <a:lnTo>
                  <a:pt x="899411" y="177101"/>
                </a:lnTo>
                <a:lnTo>
                  <a:pt x="897675" y="183971"/>
                </a:lnTo>
                <a:lnTo>
                  <a:pt x="896122" y="185130"/>
                </a:lnTo>
                <a:lnTo>
                  <a:pt x="892777" y="186367"/>
                </a:lnTo>
                <a:lnTo>
                  <a:pt x="890205" y="186338"/>
                </a:lnTo>
                <a:lnTo>
                  <a:pt x="884313" y="183121"/>
                </a:lnTo>
                <a:lnTo>
                  <a:pt x="880896" y="182114"/>
                </a:lnTo>
                <a:lnTo>
                  <a:pt x="871206" y="184362"/>
                </a:lnTo>
                <a:lnTo>
                  <a:pt x="867130" y="184776"/>
                </a:lnTo>
                <a:lnTo>
                  <a:pt x="864529" y="184441"/>
                </a:lnTo>
                <a:lnTo>
                  <a:pt x="859592" y="180536"/>
                </a:lnTo>
                <a:lnTo>
                  <a:pt x="857443" y="177412"/>
                </a:lnTo>
                <a:lnTo>
                  <a:pt x="859241" y="170767"/>
                </a:lnTo>
                <a:lnTo>
                  <a:pt x="860138" y="160501"/>
                </a:lnTo>
                <a:lnTo>
                  <a:pt x="859815" y="156120"/>
                </a:lnTo>
                <a:lnTo>
                  <a:pt x="857923" y="153183"/>
                </a:lnTo>
                <a:lnTo>
                  <a:pt x="851079" y="146805"/>
                </a:lnTo>
                <a:lnTo>
                  <a:pt x="846931" y="144065"/>
                </a:lnTo>
                <a:lnTo>
                  <a:pt x="843450" y="143274"/>
                </a:lnTo>
                <a:lnTo>
                  <a:pt x="833586" y="142959"/>
                </a:lnTo>
                <a:lnTo>
                  <a:pt x="829982" y="142358"/>
                </a:lnTo>
                <a:lnTo>
                  <a:pt x="828865" y="141378"/>
                </a:lnTo>
                <a:lnTo>
                  <a:pt x="827796" y="136831"/>
                </a:lnTo>
                <a:lnTo>
                  <a:pt x="826663" y="134937"/>
                </a:lnTo>
                <a:lnTo>
                  <a:pt x="824405" y="133528"/>
                </a:lnTo>
                <a:lnTo>
                  <a:pt x="818852" y="131531"/>
                </a:lnTo>
                <a:lnTo>
                  <a:pt x="812524" y="133860"/>
                </a:lnTo>
                <a:lnTo>
                  <a:pt x="808669" y="137028"/>
                </a:lnTo>
                <a:lnTo>
                  <a:pt x="809346" y="151064"/>
                </a:lnTo>
                <a:lnTo>
                  <a:pt x="810253" y="155354"/>
                </a:lnTo>
                <a:lnTo>
                  <a:pt x="810737" y="155904"/>
                </a:lnTo>
                <a:lnTo>
                  <a:pt x="812082" y="155863"/>
                </a:lnTo>
                <a:lnTo>
                  <a:pt x="816770" y="153131"/>
                </a:lnTo>
                <a:lnTo>
                  <a:pt x="818744" y="153206"/>
                </a:lnTo>
                <a:lnTo>
                  <a:pt x="820947" y="154093"/>
                </a:lnTo>
                <a:lnTo>
                  <a:pt x="832450" y="162630"/>
                </a:lnTo>
                <a:lnTo>
                  <a:pt x="841176" y="170867"/>
                </a:lnTo>
                <a:lnTo>
                  <a:pt x="841756" y="173637"/>
                </a:lnTo>
                <a:lnTo>
                  <a:pt x="841340" y="175231"/>
                </a:lnTo>
                <a:lnTo>
                  <a:pt x="839051" y="179191"/>
                </a:lnTo>
                <a:lnTo>
                  <a:pt x="833176" y="186815"/>
                </a:lnTo>
                <a:lnTo>
                  <a:pt x="831651" y="190780"/>
                </a:lnTo>
                <a:lnTo>
                  <a:pt x="831664" y="192801"/>
                </a:lnTo>
                <a:lnTo>
                  <a:pt x="832547" y="196051"/>
                </a:lnTo>
                <a:lnTo>
                  <a:pt x="834151" y="198853"/>
                </a:lnTo>
                <a:lnTo>
                  <a:pt x="836293" y="201005"/>
                </a:lnTo>
                <a:lnTo>
                  <a:pt x="839998" y="202639"/>
                </a:lnTo>
                <a:lnTo>
                  <a:pt x="844633" y="202876"/>
                </a:lnTo>
                <a:lnTo>
                  <a:pt x="851297" y="201904"/>
                </a:lnTo>
                <a:lnTo>
                  <a:pt x="857812" y="199492"/>
                </a:lnTo>
                <a:lnTo>
                  <a:pt x="862824" y="200222"/>
                </a:lnTo>
                <a:lnTo>
                  <a:pt x="868993" y="198749"/>
                </a:lnTo>
                <a:lnTo>
                  <a:pt x="871823" y="199878"/>
                </a:lnTo>
                <a:lnTo>
                  <a:pt x="910363" y="232500"/>
                </a:lnTo>
                <a:lnTo>
                  <a:pt x="912037" y="234483"/>
                </a:lnTo>
                <a:lnTo>
                  <a:pt x="916356" y="237554"/>
                </a:lnTo>
                <a:lnTo>
                  <a:pt x="928042" y="247537"/>
                </a:lnTo>
                <a:lnTo>
                  <a:pt x="939586" y="258015"/>
                </a:lnTo>
                <a:lnTo>
                  <a:pt x="947461" y="263805"/>
                </a:lnTo>
                <a:lnTo>
                  <a:pt x="950543" y="267588"/>
                </a:lnTo>
                <a:lnTo>
                  <a:pt x="959593" y="275217"/>
                </a:lnTo>
                <a:lnTo>
                  <a:pt x="965498" y="279522"/>
                </a:lnTo>
                <a:lnTo>
                  <a:pt x="966872" y="281131"/>
                </a:lnTo>
                <a:lnTo>
                  <a:pt x="969912" y="281700"/>
                </a:lnTo>
                <a:lnTo>
                  <a:pt x="971218" y="280713"/>
                </a:lnTo>
                <a:lnTo>
                  <a:pt x="971148" y="279332"/>
                </a:lnTo>
                <a:lnTo>
                  <a:pt x="966455" y="274811"/>
                </a:lnTo>
                <a:lnTo>
                  <a:pt x="961879" y="271469"/>
                </a:lnTo>
                <a:lnTo>
                  <a:pt x="954845" y="264892"/>
                </a:lnTo>
                <a:lnTo>
                  <a:pt x="949008" y="261531"/>
                </a:lnTo>
                <a:lnTo>
                  <a:pt x="944872" y="258419"/>
                </a:lnTo>
                <a:lnTo>
                  <a:pt x="942559" y="255665"/>
                </a:lnTo>
                <a:lnTo>
                  <a:pt x="933073" y="248808"/>
                </a:lnTo>
                <a:lnTo>
                  <a:pt x="888446" y="207236"/>
                </a:lnTo>
                <a:lnTo>
                  <a:pt x="886524" y="204523"/>
                </a:lnTo>
                <a:lnTo>
                  <a:pt x="886527" y="201586"/>
                </a:lnTo>
                <a:lnTo>
                  <a:pt x="889020" y="199846"/>
                </a:lnTo>
                <a:lnTo>
                  <a:pt x="899193" y="197890"/>
                </a:lnTo>
                <a:lnTo>
                  <a:pt x="904533" y="195838"/>
                </a:lnTo>
                <a:lnTo>
                  <a:pt x="907393" y="193741"/>
                </a:lnTo>
                <a:lnTo>
                  <a:pt x="909555" y="191159"/>
                </a:lnTo>
                <a:lnTo>
                  <a:pt x="912617" y="184557"/>
                </a:lnTo>
                <a:lnTo>
                  <a:pt x="914925" y="183506"/>
                </a:lnTo>
                <a:lnTo>
                  <a:pt x="917600" y="183459"/>
                </a:lnTo>
                <a:lnTo>
                  <a:pt x="921803" y="184983"/>
                </a:lnTo>
                <a:lnTo>
                  <a:pt x="924673" y="187363"/>
                </a:lnTo>
                <a:lnTo>
                  <a:pt x="926004" y="196736"/>
                </a:lnTo>
                <a:lnTo>
                  <a:pt x="939589" y="206738"/>
                </a:lnTo>
                <a:lnTo>
                  <a:pt x="943891" y="207690"/>
                </a:lnTo>
                <a:lnTo>
                  <a:pt x="962801" y="208770"/>
                </a:lnTo>
                <a:lnTo>
                  <a:pt x="964644" y="206933"/>
                </a:lnTo>
                <a:lnTo>
                  <a:pt x="964978" y="205574"/>
                </a:lnTo>
                <a:lnTo>
                  <a:pt x="962478" y="199248"/>
                </a:lnTo>
                <a:lnTo>
                  <a:pt x="962381" y="196223"/>
                </a:lnTo>
                <a:lnTo>
                  <a:pt x="964190" y="194525"/>
                </a:lnTo>
                <a:lnTo>
                  <a:pt x="968380" y="194416"/>
                </a:lnTo>
                <a:lnTo>
                  <a:pt x="977543" y="199661"/>
                </a:lnTo>
                <a:lnTo>
                  <a:pt x="984953" y="205053"/>
                </a:lnTo>
                <a:lnTo>
                  <a:pt x="992004" y="209197"/>
                </a:lnTo>
                <a:lnTo>
                  <a:pt x="1022714" y="229758"/>
                </a:lnTo>
                <a:lnTo>
                  <a:pt x="1024687" y="230521"/>
                </a:lnTo>
                <a:lnTo>
                  <a:pt x="1026505" y="230274"/>
                </a:lnTo>
                <a:lnTo>
                  <a:pt x="1027154" y="229790"/>
                </a:lnTo>
                <a:lnTo>
                  <a:pt x="1027348" y="228269"/>
                </a:lnTo>
                <a:lnTo>
                  <a:pt x="1026210" y="226259"/>
                </a:lnTo>
                <a:lnTo>
                  <a:pt x="1023905" y="224058"/>
                </a:lnTo>
                <a:lnTo>
                  <a:pt x="991722" y="202529"/>
                </a:lnTo>
                <a:lnTo>
                  <a:pt x="985575" y="197756"/>
                </a:lnTo>
                <a:lnTo>
                  <a:pt x="978207" y="193180"/>
                </a:lnTo>
                <a:lnTo>
                  <a:pt x="974400" y="189272"/>
                </a:lnTo>
                <a:lnTo>
                  <a:pt x="973673" y="187452"/>
                </a:lnTo>
                <a:lnTo>
                  <a:pt x="974013" y="186650"/>
                </a:lnTo>
                <a:lnTo>
                  <a:pt x="979876" y="184355"/>
                </a:lnTo>
                <a:lnTo>
                  <a:pt x="991093" y="173709"/>
                </a:lnTo>
                <a:lnTo>
                  <a:pt x="990789" y="169057"/>
                </a:lnTo>
                <a:lnTo>
                  <a:pt x="985133" y="161440"/>
                </a:lnTo>
                <a:lnTo>
                  <a:pt x="984716" y="159946"/>
                </a:lnTo>
                <a:lnTo>
                  <a:pt x="985274" y="158132"/>
                </a:lnTo>
                <a:lnTo>
                  <a:pt x="991002" y="154546"/>
                </a:lnTo>
                <a:lnTo>
                  <a:pt x="1002084" y="150083"/>
                </a:lnTo>
                <a:lnTo>
                  <a:pt x="1014219" y="151266"/>
                </a:lnTo>
                <a:lnTo>
                  <a:pt x="1039404" y="147037"/>
                </a:lnTo>
                <a:lnTo>
                  <a:pt x="1041856" y="145384"/>
                </a:lnTo>
                <a:lnTo>
                  <a:pt x="1043728" y="143348"/>
                </a:lnTo>
                <a:lnTo>
                  <a:pt x="1053395" y="129191"/>
                </a:lnTo>
                <a:lnTo>
                  <a:pt x="1056530" y="126197"/>
                </a:lnTo>
                <a:lnTo>
                  <a:pt x="1058070" y="125369"/>
                </a:lnTo>
                <a:lnTo>
                  <a:pt x="1059618" y="124979"/>
                </a:lnTo>
                <a:lnTo>
                  <a:pt x="1062822" y="125484"/>
                </a:lnTo>
                <a:lnTo>
                  <a:pt x="1067646" y="128406"/>
                </a:lnTo>
                <a:lnTo>
                  <a:pt x="1071914" y="129538"/>
                </a:lnTo>
                <a:lnTo>
                  <a:pt x="1078689" y="129908"/>
                </a:lnTo>
                <a:lnTo>
                  <a:pt x="1081858" y="128891"/>
                </a:lnTo>
                <a:lnTo>
                  <a:pt x="1084353" y="126363"/>
                </a:lnTo>
                <a:lnTo>
                  <a:pt x="1088593" y="117660"/>
                </a:lnTo>
                <a:lnTo>
                  <a:pt x="1091098" y="113820"/>
                </a:lnTo>
                <a:lnTo>
                  <a:pt x="1102012" y="101669"/>
                </a:lnTo>
                <a:lnTo>
                  <a:pt x="1112850" y="94699"/>
                </a:lnTo>
                <a:lnTo>
                  <a:pt x="1117953" y="89841"/>
                </a:lnTo>
                <a:lnTo>
                  <a:pt x="1118379" y="88138"/>
                </a:lnTo>
                <a:lnTo>
                  <a:pt x="1117793" y="85761"/>
                </a:lnTo>
                <a:lnTo>
                  <a:pt x="1112804" y="76367"/>
                </a:lnTo>
                <a:lnTo>
                  <a:pt x="1112318" y="74354"/>
                </a:lnTo>
                <a:lnTo>
                  <a:pt x="1113277" y="71132"/>
                </a:lnTo>
                <a:lnTo>
                  <a:pt x="1117301" y="64469"/>
                </a:lnTo>
                <a:lnTo>
                  <a:pt x="1121635" y="59698"/>
                </a:lnTo>
                <a:lnTo>
                  <a:pt x="1130066" y="53308"/>
                </a:lnTo>
                <a:lnTo>
                  <a:pt x="1143422" y="44749"/>
                </a:lnTo>
                <a:lnTo>
                  <a:pt x="1146393" y="43317"/>
                </a:lnTo>
                <a:lnTo>
                  <a:pt x="1148971" y="43002"/>
                </a:lnTo>
                <a:lnTo>
                  <a:pt x="1151704" y="44546"/>
                </a:lnTo>
                <a:lnTo>
                  <a:pt x="1171869" y="61857"/>
                </a:lnTo>
                <a:lnTo>
                  <a:pt x="1179984" y="66969"/>
                </a:lnTo>
                <a:lnTo>
                  <a:pt x="1181390" y="69194"/>
                </a:lnTo>
                <a:lnTo>
                  <a:pt x="1183733" y="76436"/>
                </a:lnTo>
                <a:lnTo>
                  <a:pt x="1185985" y="79988"/>
                </a:lnTo>
                <a:lnTo>
                  <a:pt x="1189548" y="82118"/>
                </a:lnTo>
                <a:lnTo>
                  <a:pt x="1200688" y="85425"/>
                </a:lnTo>
                <a:lnTo>
                  <a:pt x="1202696" y="86796"/>
                </a:lnTo>
                <a:lnTo>
                  <a:pt x="1204759" y="89180"/>
                </a:lnTo>
                <a:lnTo>
                  <a:pt x="1204579" y="104551"/>
                </a:lnTo>
                <a:lnTo>
                  <a:pt x="1208643" y="129716"/>
                </a:lnTo>
                <a:lnTo>
                  <a:pt x="1210997" y="138894"/>
                </a:lnTo>
                <a:lnTo>
                  <a:pt x="1211160" y="142372"/>
                </a:lnTo>
                <a:lnTo>
                  <a:pt x="1209901" y="145022"/>
                </a:lnTo>
                <a:lnTo>
                  <a:pt x="1205573" y="148843"/>
                </a:lnTo>
                <a:lnTo>
                  <a:pt x="1202836" y="152671"/>
                </a:lnTo>
                <a:lnTo>
                  <a:pt x="1200879" y="158482"/>
                </a:lnTo>
                <a:lnTo>
                  <a:pt x="1198114" y="170725"/>
                </a:lnTo>
                <a:lnTo>
                  <a:pt x="1196807" y="173139"/>
                </a:lnTo>
                <a:lnTo>
                  <a:pt x="1195370" y="173104"/>
                </a:lnTo>
                <a:lnTo>
                  <a:pt x="1190150" y="168401"/>
                </a:lnTo>
                <a:lnTo>
                  <a:pt x="1185866" y="163505"/>
                </a:lnTo>
                <a:lnTo>
                  <a:pt x="1181457" y="156807"/>
                </a:lnTo>
                <a:lnTo>
                  <a:pt x="1178246" y="154185"/>
                </a:lnTo>
                <a:lnTo>
                  <a:pt x="1176358" y="154536"/>
                </a:lnTo>
                <a:lnTo>
                  <a:pt x="1174287" y="155847"/>
                </a:lnTo>
                <a:lnTo>
                  <a:pt x="1158865" y="168635"/>
                </a:lnTo>
                <a:lnTo>
                  <a:pt x="1158308" y="170135"/>
                </a:lnTo>
                <a:lnTo>
                  <a:pt x="1158771" y="171916"/>
                </a:lnTo>
                <a:lnTo>
                  <a:pt x="1165248" y="180075"/>
                </a:lnTo>
                <a:lnTo>
                  <a:pt x="1166263" y="182264"/>
                </a:lnTo>
                <a:lnTo>
                  <a:pt x="1166019" y="183915"/>
                </a:lnTo>
                <a:lnTo>
                  <a:pt x="1164506" y="185078"/>
                </a:lnTo>
                <a:lnTo>
                  <a:pt x="1158765" y="186745"/>
                </a:lnTo>
                <a:lnTo>
                  <a:pt x="1153975" y="190010"/>
                </a:lnTo>
                <a:lnTo>
                  <a:pt x="1149029" y="195243"/>
                </a:lnTo>
                <a:lnTo>
                  <a:pt x="1143546" y="203158"/>
                </a:lnTo>
                <a:lnTo>
                  <a:pt x="1143946" y="216242"/>
                </a:lnTo>
                <a:lnTo>
                  <a:pt x="1148204" y="236108"/>
                </a:lnTo>
                <a:lnTo>
                  <a:pt x="1151801" y="244697"/>
                </a:lnTo>
                <a:lnTo>
                  <a:pt x="1152206" y="247801"/>
                </a:lnTo>
                <a:lnTo>
                  <a:pt x="1151907" y="249024"/>
                </a:lnTo>
                <a:lnTo>
                  <a:pt x="1151267" y="250043"/>
                </a:lnTo>
                <a:lnTo>
                  <a:pt x="1148951" y="251508"/>
                </a:lnTo>
                <a:lnTo>
                  <a:pt x="1139128" y="253369"/>
                </a:lnTo>
                <a:lnTo>
                  <a:pt x="1134195" y="255338"/>
                </a:lnTo>
                <a:lnTo>
                  <a:pt x="1132112" y="256691"/>
                </a:lnTo>
                <a:lnTo>
                  <a:pt x="1130257" y="258311"/>
                </a:lnTo>
                <a:lnTo>
                  <a:pt x="1127143" y="262417"/>
                </a:lnTo>
                <a:lnTo>
                  <a:pt x="1123405" y="270482"/>
                </a:lnTo>
                <a:lnTo>
                  <a:pt x="1121010" y="273600"/>
                </a:lnTo>
                <a:lnTo>
                  <a:pt x="1120772" y="275335"/>
                </a:lnTo>
                <a:lnTo>
                  <a:pt x="1122268" y="277195"/>
                </a:lnTo>
                <a:lnTo>
                  <a:pt x="1125646" y="279519"/>
                </a:lnTo>
                <a:lnTo>
                  <a:pt x="1128890" y="280914"/>
                </a:lnTo>
                <a:lnTo>
                  <a:pt x="1130654" y="280853"/>
                </a:lnTo>
                <a:lnTo>
                  <a:pt x="1133325" y="279254"/>
                </a:lnTo>
                <a:lnTo>
                  <a:pt x="1136446" y="275989"/>
                </a:lnTo>
                <a:lnTo>
                  <a:pt x="1138592" y="267904"/>
                </a:lnTo>
                <a:lnTo>
                  <a:pt x="1140935" y="265116"/>
                </a:lnTo>
                <a:lnTo>
                  <a:pt x="1144125" y="264371"/>
                </a:lnTo>
                <a:lnTo>
                  <a:pt x="1149249" y="268201"/>
                </a:lnTo>
                <a:lnTo>
                  <a:pt x="1152456" y="268826"/>
                </a:lnTo>
                <a:lnTo>
                  <a:pt x="1154847" y="268539"/>
                </a:lnTo>
                <a:lnTo>
                  <a:pt x="1156804" y="267613"/>
                </a:lnTo>
                <a:lnTo>
                  <a:pt x="1159133" y="264815"/>
                </a:lnTo>
                <a:lnTo>
                  <a:pt x="1162403" y="256753"/>
                </a:lnTo>
                <a:lnTo>
                  <a:pt x="1165626" y="251540"/>
                </a:lnTo>
                <a:lnTo>
                  <a:pt x="1169430" y="246678"/>
                </a:lnTo>
                <a:lnTo>
                  <a:pt x="1170515" y="243364"/>
                </a:lnTo>
                <a:lnTo>
                  <a:pt x="1169313" y="240587"/>
                </a:lnTo>
                <a:lnTo>
                  <a:pt x="1163310" y="237585"/>
                </a:lnTo>
                <a:lnTo>
                  <a:pt x="1160941" y="233813"/>
                </a:lnTo>
                <a:lnTo>
                  <a:pt x="1158504" y="225338"/>
                </a:lnTo>
                <a:lnTo>
                  <a:pt x="1156882" y="217345"/>
                </a:lnTo>
                <a:lnTo>
                  <a:pt x="1156159" y="210758"/>
                </a:lnTo>
                <a:lnTo>
                  <a:pt x="1156449" y="206514"/>
                </a:lnTo>
                <a:lnTo>
                  <a:pt x="1159631" y="201828"/>
                </a:lnTo>
                <a:lnTo>
                  <a:pt x="1162251" y="199716"/>
                </a:lnTo>
                <a:lnTo>
                  <a:pt x="1163681" y="199224"/>
                </a:lnTo>
                <a:lnTo>
                  <a:pt x="1171677" y="203214"/>
                </a:lnTo>
                <a:lnTo>
                  <a:pt x="1176481" y="203382"/>
                </a:lnTo>
                <a:lnTo>
                  <a:pt x="1177879" y="202755"/>
                </a:lnTo>
                <a:lnTo>
                  <a:pt x="1178808" y="199354"/>
                </a:lnTo>
                <a:lnTo>
                  <a:pt x="1179663" y="181192"/>
                </a:lnTo>
                <a:lnTo>
                  <a:pt x="1180187" y="178990"/>
                </a:lnTo>
                <a:lnTo>
                  <a:pt x="1181512" y="178107"/>
                </a:lnTo>
                <a:lnTo>
                  <a:pt x="1183204" y="179060"/>
                </a:lnTo>
                <a:lnTo>
                  <a:pt x="1184285" y="181491"/>
                </a:lnTo>
                <a:lnTo>
                  <a:pt x="1185802" y="201429"/>
                </a:lnTo>
                <a:lnTo>
                  <a:pt x="1189825" y="219293"/>
                </a:lnTo>
                <a:lnTo>
                  <a:pt x="1193094" y="231066"/>
                </a:lnTo>
                <a:lnTo>
                  <a:pt x="1193403" y="234499"/>
                </a:lnTo>
                <a:lnTo>
                  <a:pt x="1192228" y="242406"/>
                </a:lnTo>
                <a:lnTo>
                  <a:pt x="1192377" y="245775"/>
                </a:lnTo>
                <a:lnTo>
                  <a:pt x="1195806" y="253479"/>
                </a:lnTo>
                <a:lnTo>
                  <a:pt x="1199610" y="265528"/>
                </a:lnTo>
                <a:lnTo>
                  <a:pt x="1203456" y="271045"/>
                </a:lnTo>
                <a:lnTo>
                  <a:pt x="1208744" y="276883"/>
                </a:lnTo>
                <a:lnTo>
                  <a:pt x="1212958" y="280685"/>
                </a:lnTo>
                <a:lnTo>
                  <a:pt x="1219613" y="285520"/>
                </a:lnTo>
                <a:lnTo>
                  <a:pt x="1242837" y="299968"/>
                </a:lnTo>
                <a:lnTo>
                  <a:pt x="1258566" y="308921"/>
                </a:lnTo>
                <a:lnTo>
                  <a:pt x="1262831" y="310260"/>
                </a:lnTo>
                <a:lnTo>
                  <a:pt x="1266013" y="310075"/>
                </a:lnTo>
                <a:lnTo>
                  <a:pt x="1267035" y="308972"/>
                </a:lnTo>
                <a:lnTo>
                  <a:pt x="1267523" y="306862"/>
                </a:lnTo>
                <a:lnTo>
                  <a:pt x="1267071" y="295151"/>
                </a:lnTo>
                <a:lnTo>
                  <a:pt x="1259194" y="280043"/>
                </a:lnTo>
                <a:lnTo>
                  <a:pt x="1258440" y="266353"/>
                </a:lnTo>
                <a:lnTo>
                  <a:pt x="1256252" y="263157"/>
                </a:lnTo>
                <a:lnTo>
                  <a:pt x="1250293" y="256445"/>
                </a:lnTo>
                <a:lnTo>
                  <a:pt x="1253899" y="247854"/>
                </a:lnTo>
                <a:lnTo>
                  <a:pt x="1254111" y="242819"/>
                </a:lnTo>
                <a:lnTo>
                  <a:pt x="1251699" y="238972"/>
                </a:lnTo>
                <a:lnTo>
                  <a:pt x="1245375" y="235086"/>
                </a:lnTo>
                <a:lnTo>
                  <a:pt x="1244268" y="233750"/>
                </a:lnTo>
                <a:lnTo>
                  <a:pt x="1243559" y="230369"/>
                </a:lnTo>
                <a:lnTo>
                  <a:pt x="1243061" y="219474"/>
                </a:lnTo>
                <a:lnTo>
                  <a:pt x="1239539" y="217449"/>
                </a:lnTo>
                <a:lnTo>
                  <a:pt x="1233109" y="216060"/>
                </a:lnTo>
                <a:lnTo>
                  <a:pt x="1226686" y="209794"/>
                </a:lnTo>
                <a:lnTo>
                  <a:pt x="1224004" y="208033"/>
                </a:lnTo>
                <a:lnTo>
                  <a:pt x="1222304" y="207839"/>
                </a:lnTo>
                <a:lnTo>
                  <a:pt x="1216398" y="209428"/>
                </a:lnTo>
                <a:lnTo>
                  <a:pt x="1214190" y="209349"/>
                </a:lnTo>
                <a:lnTo>
                  <a:pt x="1210737" y="204223"/>
                </a:lnTo>
                <a:lnTo>
                  <a:pt x="1203776" y="190777"/>
                </a:lnTo>
                <a:lnTo>
                  <a:pt x="1208175" y="182548"/>
                </a:lnTo>
                <a:lnTo>
                  <a:pt x="1211799" y="178356"/>
                </a:lnTo>
                <a:lnTo>
                  <a:pt x="1212888" y="176211"/>
                </a:lnTo>
                <a:lnTo>
                  <a:pt x="1212244" y="163948"/>
                </a:lnTo>
                <a:lnTo>
                  <a:pt x="1213309" y="158751"/>
                </a:lnTo>
                <a:lnTo>
                  <a:pt x="1215868" y="156967"/>
                </a:lnTo>
                <a:lnTo>
                  <a:pt x="1224894" y="153171"/>
                </a:lnTo>
                <a:lnTo>
                  <a:pt x="1226463" y="151564"/>
                </a:lnTo>
                <a:lnTo>
                  <a:pt x="1226727" y="150573"/>
                </a:lnTo>
                <a:lnTo>
                  <a:pt x="1226340" y="147956"/>
                </a:lnTo>
                <a:lnTo>
                  <a:pt x="1223491" y="140552"/>
                </a:lnTo>
                <a:lnTo>
                  <a:pt x="1221939" y="134372"/>
                </a:lnTo>
                <a:lnTo>
                  <a:pt x="1217623" y="108897"/>
                </a:lnTo>
                <a:lnTo>
                  <a:pt x="1216736" y="97916"/>
                </a:lnTo>
                <a:lnTo>
                  <a:pt x="1216736" y="94040"/>
                </a:lnTo>
                <a:lnTo>
                  <a:pt x="1225993" y="84320"/>
                </a:lnTo>
                <a:lnTo>
                  <a:pt x="1225993" y="79170"/>
                </a:lnTo>
                <a:lnTo>
                  <a:pt x="1221183" y="75135"/>
                </a:lnTo>
                <a:lnTo>
                  <a:pt x="1218074" y="73717"/>
                </a:lnTo>
                <a:lnTo>
                  <a:pt x="1214293" y="73393"/>
                </a:lnTo>
                <a:lnTo>
                  <a:pt x="1207651" y="73949"/>
                </a:lnTo>
                <a:lnTo>
                  <a:pt x="1200977" y="73724"/>
                </a:lnTo>
                <a:lnTo>
                  <a:pt x="1196370" y="72633"/>
                </a:lnTo>
                <a:lnTo>
                  <a:pt x="1194818" y="70988"/>
                </a:lnTo>
                <a:lnTo>
                  <a:pt x="1192920" y="60345"/>
                </a:lnTo>
                <a:lnTo>
                  <a:pt x="1189709" y="54202"/>
                </a:lnTo>
                <a:lnTo>
                  <a:pt x="1190426" y="51025"/>
                </a:lnTo>
                <a:lnTo>
                  <a:pt x="1193265" y="46241"/>
                </a:lnTo>
                <a:lnTo>
                  <a:pt x="1195633" y="43351"/>
                </a:lnTo>
                <a:lnTo>
                  <a:pt x="1202137" y="41280"/>
                </a:lnTo>
                <a:lnTo>
                  <a:pt x="1208621" y="36074"/>
                </a:lnTo>
                <a:lnTo>
                  <a:pt x="1214751" y="32189"/>
                </a:lnTo>
                <a:lnTo>
                  <a:pt x="1217228" y="28856"/>
                </a:lnTo>
                <a:lnTo>
                  <a:pt x="1217642" y="24945"/>
                </a:lnTo>
                <a:lnTo>
                  <a:pt x="1216736" y="22123"/>
                </a:lnTo>
                <a:lnTo>
                  <a:pt x="1215152" y="19737"/>
                </a:lnTo>
                <a:lnTo>
                  <a:pt x="1205606" y="15851"/>
                </a:lnTo>
                <a:lnTo>
                  <a:pt x="1202944" y="13828"/>
                </a:lnTo>
                <a:lnTo>
                  <a:pt x="1201781" y="11615"/>
                </a:lnTo>
                <a:lnTo>
                  <a:pt x="1200350" y="6371"/>
                </a:lnTo>
                <a:lnTo>
                  <a:pt x="1197021" y="1584"/>
                </a:lnTo>
                <a:lnTo>
                  <a:pt x="1193478" y="0"/>
                </a:lnTo>
                <a:lnTo>
                  <a:pt x="1188154" y="369"/>
                </a:lnTo>
                <a:close/>
                <a:moveTo>
                  <a:pt x="1188617" y="19520"/>
                </a:moveTo>
                <a:lnTo>
                  <a:pt x="1194565" y="25466"/>
                </a:lnTo>
                <a:lnTo>
                  <a:pt x="1195683" y="28769"/>
                </a:lnTo>
                <a:lnTo>
                  <a:pt x="1193947" y="30115"/>
                </a:lnTo>
                <a:lnTo>
                  <a:pt x="1188226" y="31336"/>
                </a:lnTo>
                <a:lnTo>
                  <a:pt x="1185898" y="32321"/>
                </a:lnTo>
                <a:lnTo>
                  <a:pt x="1181090" y="40230"/>
                </a:lnTo>
                <a:lnTo>
                  <a:pt x="1178232" y="41408"/>
                </a:lnTo>
                <a:lnTo>
                  <a:pt x="1170265" y="41495"/>
                </a:lnTo>
                <a:lnTo>
                  <a:pt x="1163080" y="40680"/>
                </a:lnTo>
                <a:lnTo>
                  <a:pt x="1159751" y="39296"/>
                </a:lnTo>
                <a:lnTo>
                  <a:pt x="1159840" y="38113"/>
                </a:lnTo>
                <a:lnTo>
                  <a:pt x="1167210" y="32017"/>
                </a:lnTo>
                <a:lnTo>
                  <a:pt x="1175524" y="32550"/>
                </a:lnTo>
                <a:lnTo>
                  <a:pt x="1178716" y="31879"/>
                </a:lnTo>
                <a:lnTo>
                  <a:pt x="1180081" y="29850"/>
                </a:lnTo>
                <a:lnTo>
                  <a:pt x="1180799" y="24705"/>
                </a:lnTo>
                <a:lnTo>
                  <a:pt x="1184605" y="18879"/>
                </a:lnTo>
                <a:lnTo>
                  <a:pt x="1186800" y="17433"/>
                </a:lnTo>
                <a:lnTo>
                  <a:pt x="1188617" y="19520"/>
                </a:lnTo>
                <a:close/>
                <a:moveTo>
                  <a:pt x="843326" y="156583"/>
                </a:moveTo>
                <a:lnTo>
                  <a:pt x="845815" y="158527"/>
                </a:lnTo>
                <a:lnTo>
                  <a:pt x="847049" y="161304"/>
                </a:lnTo>
                <a:lnTo>
                  <a:pt x="846843" y="164841"/>
                </a:lnTo>
                <a:lnTo>
                  <a:pt x="845300" y="166303"/>
                </a:lnTo>
                <a:lnTo>
                  <a:pt x="843922" y="166320"/>
                </a:lnTo>
                <a:lnTo>
                  <a:pt x="842520" y="165492"/>
                </a:lnTo>
                <a:lnTo>
                  <a:pt x="837227" y="160699"/>
                </a:lnTo>
                <a:lnTo>
                  <a:pt x="836669" y="159474"/>
                </a:lnTo>
                <a:lnTo>
                  <a:pt x="836896" y="156939"/>
                </a:lnTo>
                <a:lnTo>
                  <a:pt x="838343" y="155564"/>
                </a:lnTo>
                <a:lnTo>
                  <a:pt x="840961" y="155672"/>
                </a:lnTo>
                <a:lnTo>
                  <a:pt x="843326" y="156583"/>
                </a:lnTo>
                <a:close/>
                <a:moveTo>
                  <a:pt x="1208983" y="222540"/>
                </a:moveTo>
                <a:lnTo>
                  <a:pt x="1212116" y="224647"/>
                </a:lnTo>
                <a:lnTo>
                  <a:pt x="1214302" y="225331"/>
                </a:lnTo>
                <a:lnTo>
                  <a:pt x="1218868" y="223339"/>
                </a:lnTo>
                <a:lnTo>
                  <a:pt x="1220707" y="223401"/>
                </a:lnTo>
                <a:lnTo>
                  <a:pt x="1227459" y="226714"/>
                </a:lnTo>
                <a:lnTo>
                  <a:pt x="1230157" y="229038"/>
                </a:lnTo>
                <a:lnTo>
                  <a:pt x="1230909" y="236263"/>
                </a:lnTo>
                <a:lnTo>
                  <a:pt x="1231547" y="238306"/>
                </a:lnTo>
                <a:lnTo>
                  <a:pt x="1233480" y="241200"/>
                </a:lnTo>
                <a:lnTo>
                  <a:pt x="1239358" y="247130"/>
                </a:lnTo>
                <a:lnTo>
                  <a:pt x="1238459" y="254886"/>
                </a:lnTo>
                <a:lnTo>
                  <a:pt x="1238729" y="260401"/>
                </a:lnTo>
                <a:lnTo>
                  <a:pt x="1240638" y="264650"/>
                </a:lnTo>
                <a:lnTo>
                  <a:pt x="1245896" y="270678"/>
                </a:lnTo>
                <a:lnTo>
                  <a:pt x="1246518" y="278587"/>
                </a:lnTo>
                <a:lnTo>
                  <a:pt x="1247751" y="283847"/>
                </a:lnTo>
                <a:lnTo>
                  <a:pt x="1247782" y="284681"/>
                </a:lnTo>
                <a:lnTo>
                  <a:pt x="1247015" y="285768"/>
                </a:lnTo>
                <a:lnTo>
                  <a:pt x="1244261" y="285863"/>
                </a:lnTo>
                <a:lnTo>
                  <a:pt x="1241725" y="284840"/>
                </a:lnTo>
                <a:lnTo>
                  <a:pt x="1222852" y="272881"/>
                </a:lnTo>
                <a:lnTo>
                  <a:pt x="1217359" y="268075"/>
                </a:lnTo>
                <a:lnTo>
                  <a:pt x="1211157" y="260023"/>
                </a:lnTo>
                <a:lnTo>
                  <a:pt x="1208700" y="254481"/>
                </a:lnTo>
                <a:lnTo>
                  <a:pt x="1205470" y="242742"/>
                </a:lnTo>
                <a:lnTo>
                  <a:pt x="1205548" y="233439"/>
                </a:lnTo>
                <a:lnTo>
                  <a:pt x="1203479" y="224377"/>
                </a:lnTo>
                <a:lnTo>
                  <a:pt x="1203590" y="221962"/>
                </a:lnTo>
                <a:lnTo>
                  <a:pt x="1204597" y="219862"/>
                </a:lnTo>
                <a:lnTo>
                  <a:pt x="1205540" y="220043"/>
                </a:lnTo>
                <a:lnTo>
                  <a:pt x="1208983" y="222540"/>
                </a:lnTo>
                <a:close/>
                <a:moveTo>
                  <a:pt x="785179" y="10725"/>
                </a:moveTo>
                <a:lnTo>
                  <a:pt x="783694" y="13409"/>
                </a:lnTo>
                <a:lnTo>
                  <a:pt x="782780" y="17185"/>
                </a:lnTo>
                <a:lnTo>
                  <a:pt x="780541" y="31442"/>
                </a:lnTo>
                <a:lnTo>
                  <a:pt x="777942" y="42393"/>
                </a:lnTo>
                <a:lnTo>
                  <a:pt x="777118" y="53256"/>
                </a:lnTo>
                <a:lnTo>
                  <a:pt x="775960" y="56861"/>
                </a:lnTo>
                <a:lnTo>
                  <a:pt x="773915" y="59616"/>
                </a:lnTo>
                <a:lnTo>
                  <a:pt x="769633" y="63405"/>
                </a:lnTo>
                <a:lnTo>
                  <a:pt x="752417" y="70097"/>
                </a:lnTo>
                <a:lnTo>
                  <a:pt x="750439" y="71507"/>
                </a:lnTo>
                <a:lnTo>
                  <a:pt x="749259" y="73808"/>
                </a:lnTo>
                <a:lnTo>
                  <a:pt x="749837" y="75214"/>
                </a:lnTo>
                <a:lnTo>
                  <a:pt x="751316" y="76113"/>
                </a:lnTo>
                <a:lnTo>
                  <a:pt x="770271" y="78084"/>
                </a:lnTo>
                <a:lnTo>
                  <a:pt x="774013" y="79228"/>
                </a:lnTo>
                <a:lnTo>
                  <a:pt x="775361" y="80169"/>
                </a:lnTo>
                <a:lnTo>
                  <a:pt x="775452" y="80747"/>
                </a:lnTo>
                <a:lnTo>
                  <a:pt x="767475" y="85895"/>
                </a:lnTo>
                <a:lnTo>
                  <a:pt x="757415" y="88963"/>
                </a:lnTo>
                <a:lnTo>
                  <a:pt x="740203" y="95595"/>
                </a:lnTo>
                <a:lnTo>
                  <a:pt x="735585" y="97812"/>
                </a:lnTo>
                <a:lnTo>
                  <a:pt x="733918" y="99363"/>
                </a:lnTo>
                <a:lnTo>
                  <a:pt x="736579" y="101561"/>
                </a:lnTo>
                <a:lnTo>
                  <a:pt x="766561" y="101757"/>
                </a:lnTo>
                <a:lnTo>
                  <a:pt x="769928" y="102098"/>
                </a:lnTo>
                <a:lnTo>
                  <a:pt x="772441" y="103094"/>
                </a:lnTo>
                <a:lnTo>
                  <a:pt x="773181" y="104503"/>
                </a:lnTo>
                <a:lnTo>
                  <a:pt x="773638" y="112376"/>
                </a:lnTo>
                <a:lnTo>
                  <a:pt x="773408" y="127831"/>
                </a:lnTo>
                <a:lnTo>
                  <a:pt x="772210" y="141540"/>
                </a:lnTo>
                <a:lnTo>
                  <a:pt x="772862" y="146674"/>
                </a:lnTo>
                <a:lnTo>
                  <a:pt x="774403" y="146804"/>
                </a:lnTo>
                <a:lnTo>
                  <a:pt x="780610" y="143179"/>
                </a:lnTo>
                <a:lnTo>
                  <a:pt x="782997" y="137737"/>
                </a:lnTo>
                <a:lnTo>
                  <a:pt x="785382" y="136225"/>
                </a:lnTo>
                <a:lnTo>
                  <a:pt x="789808" y="135581"/>
                </a:lnTo>
                <a:lnTo>
                  <a:pt x="792894" y="138745"/>
                </a:lnTo>
                <a:lnTo>
                  <a:pt x="793814" y="140888"/>
                </a:lnTo>
                <a:lnTo>
                  <a:pt x="793214" y="142604"/>
                </a:lnTo>
                <a:lnTo>
                  <a:pt x="791191" y="143785"/>
                </a:lnTo>
                <a:lnTo>
                  <a:pt x="787842" y="144323"/>
                </a:lnTo>
                <a:lnTo>
                  <a:pt x="781939" y="144144"/>
                </a:lnTo>
                <a:lnTo>
                  <a:pt x="781088" y="149886"/>
                </a:lnTo>
                <a:lnTo>
                  <a:pt x="780551" y="151029"/>
                </a:lnTo>
                <a:lnTo>
                  <a:pt x="779539" y="151719"/>
                </a:lnTo>
                <a:lnTo>
                  <a:pt x="775766" y="151651"/>
                </a:lnTo>
                <a:lnTo>
                  <a:pt x="771713" y="149280"/>
                </a:lnTo>
                <a:lnTo>
                  <a:pt x="770946" y="149698"/>
                </a:lnTo>
                <a:lnTo>
                  <a:pt x="770061" y="151410"/>
                </a:lnTo>
                <a:lnTo>
                  <a:pt x="768593" y="160452"/>
                </a:lnTo>
                <a:lnTo>
                  <a:pt x="768748" y="173940"/>
                </a:lnTo>
                <a:lnTo>
                  <a:pt x="766119" y="180259"/>
                </a:lnTo>
                <a:lnTo>
                  <a:pt x="764380" y="187204"/>
                </a:lnTo>
                <a:lnTo>
                  <a:pt x="761666" y="206357"/>
                </a:lnTo>
                <a:lnTo>
                  <a:pt x="759382" y="215612"/>
                </a:lnTo>
                <a:lnTo>
                  <a:pt x="757531" y="232587"/>
                </a:lnTo>
                <a:lnTo>
                  <a:pt x="755904" y="238278"/>
                </a:lnTo>
                <a:lnTo>
                  <a:pt x="758925" y="240271"/>
                </a:lnTo>
                <a:lnTo>
                  <a:pt x="761767" y="239930"/>
                </a:lnTo>
                <a:lnTo>
                  <a:pt x="783906" y="223987"/>
                </a:lnTo>
                <a:lnTo>
                  <a:pt x="786340" y="222766"/>
                </a:lnTo>
                <a:lnTo>
                  <a:pt x="787949" y="222569"/>
                </a:lnTo>
                <a:lnTo>
                  <a:pt x="791150" y="223681"/>
                </a:lnTo>
                <a:lnTo>
                  <a:pt x="797987" y="228934"/>
                </a:lnTo>
                <a:lnTo>
                  <a:pt x="803997" y="232687"/>
                </a:lnTo>
                <a:lnTo>
                  <a:pt x="805630" y="234421"/>
                </a:lnTo>
                <a:lnTo>
                  <a:pt x="812114" y="239187"/>
                </a:lnTo>
                <a:lnTo>
                  <a:pt x="813857" y="240134"/>
                </a:lnTo>
                <a:lnTo>
                  <a:pt x="816168" y="240513"/>
                </a:lnTo>
                <a:lnTo>
                  <a:pt x="817848" y="239617"/>
                </a:lnTo>
                <a:lnTo>
                  <a:pt x="818405" y="238268"/>
                </a:lnTo>
                <a:lnTo>
                  <a:pt x="818208" y="231935"/>
                </a:lnTo>
                <a:lnTo>
                  <a:pt x="814889" y="214650"/>
                </a:lnTo>
                <a:lnTo>
                  <a:pt x="812510" y="195662"/>
                </a:lnTo>
                <a:lnTo>
                  <a:pt x="811522" y="192302"/>
                </a:lnTo>
                <a:lnTo>
                  <a:pt x="810305" y="190831"/>
                </a:lnTo>
                <a:lnTo>
                  <a:pt x="809226" y="190516"/>
                </a:lnTo>
                <a:lnTo>
                  <a:pt x="808538" y="191827"/>
                </a:lnTo>
                <a:lnTo>
                  <a:pt x="807975" y="196794"/>
                </a:lnTo>
                <a:lnTo>
                  <a:pt x="803592" y="197452"/>
                </a:lnTo>
                <a:lnTo>
                  <a:pt x="796982" y="193843"/>
                </a:lnTo>
                <a:lnTo>
                  <a:pt x="795764" y="192598"/>
                </a:lnTo>
                <a:lnTo>
                  <a:pt x="795987" y="190435"/>
                </a:lnTo>
                <a:lnTo>
                  <a:pt x="799355" y="186887"/>
                </a:lnTo>
                <a:lnTo>
                  <a:pt x="799586" y="186322"/>
                </a:lnTo>
                <a:lnTo>
                  <a:pt x="799104" y="185758"/>
                </a:lnTo>
                <a:lnTo>
                  <a:pt x="795087" y="185752"/>
                </a:lnTo>
                <a:lnTo>
                  <a:pt x="789585" y="187602"/>
                </a:lnTo>
                <a:lnTo>
                  <a:pt x="787677" y="187730"/>
                </a:lnTo>
                <a:lnTo>
                  <a:pt x="778630" y="184323"/>
                </a:lnTo>
                <a:lnTo>
                  <a:pt x="777426" y="183545"/>
                </a:lnTo>
                <a:lnTo>
                  <a:pt x="777091" y="182077"/>
                </a:lnTo>
                <a:lnTo>
                  <a:pt x="778244" y="179364"/>
                </a:lnTo>
                <a:lnTo>
                  <a:pt x="780974" y="176620"/>
                </a:lnTo>
                <a:lnTo>
                  <a:pt x="785619" y="174070"/>
                </a:lnTo>
                <a:lnTo>
                  <a:pt x="788871" y="173556"/>
                </a:lnTo>
                <a:lnTo>
                  <a:pt x="792990" y="175098"/>
                </a:lnTo>
                <a:lnTo>
                  <a:pt x="796992" y="177683"/>
                </a:lnTo>
                <a:lnTo>
                  <a:pt x="798933" y="179983"/>
                </a:lnTo>
                <a:lnTo>
                  <a:pt x="801106" y="184684"/>
                </a:lnTo>
                <a:lnTo>
                  <a:pt x="808086" y="187350"/>
                </a:lnTo>
                <a:lnTo>
                  <a:pt x="809002" y="187001"/>
                </a:lnTo>
                <a:lnTo>
                  <a:pt x="809480" y="185933"/>
                </a:lnTo>
                <a:lnTo>
                  <a:pt x="809670" y="182111"/>
                </a:lnTo>
                <a:lnTo>
                  <a:pt x="808604" y="173658"/>
                </a:lnTo>
                <a:lnTo>
                  <a:pt x="808520" y="168283"/>
                </a:lnTo>
                <a:lnTo>
                  <a:pt x="806540" y="158651"/>
                </a:lnTo>
                <a:lnTo>
                  <a:pt x="804869" y="153449"/>
                </a:lnTo>
                <a:lnTo>
                  <a:pt x="803252" y="135632"/>
                </a:lnTo>
                <a:lnTo>
                  <a:pt x="801046" y="126308"/>
                </a:lnTo>
                <a:lnTo>
                  <a:pt x="800690" y="119055"/>
                </a:lnTo>
                <a:lnTo>
                  <a:pt x="801039" y="113451"/>
                </a:lnTo>
                <a:lnTo>
                  <a:pt x="800459" y="108421"/>
                </a:lnTo>
                <a:lnTo>
                  <a:pt x="801247" y="105397"/>
                </a:lnTo>
                <a:lnTo>
                  <a:pt x="803209" y="103745"/>
                </a:lnTo>
                <a:lnTo>
                  <a:pt x="806818" y="101908"/>
                </a:lnTo>
                <a:lnTo>
                  <a:pt x="838162" y="101658"/>
                </a:lnTo>
                <a:lnTo>
                  <a:pt x="840838" y="101098"/>
                </a:lnTo>
                <a:lnTo>
                  <a:pt x="841845" y="99533"/>
                </a:lnTo>
                <a:lnTo>
                  <a:pt x="841308" y="98531"/>
                </a:lnTo>
                <a:lnTo>
                  <a:pt x="838514" y="96914"/>
                </a:lnTo>
                <a:lnTo>
                  <a:pt x="829935" y="93934"/>
                </a:lnTo>
                <a:lnTo>
                  <a:pt x="823146" y="92340"/>
                </a:lnTo>
                <a:lnTo>
                  <a:pt x="818534" y="89389"/>
                </a:lnTo>
                <a:lnTo>
                  <a:pt x="809705" y="86112"/>
                </a:lnTo>
                <a:lnTo>
                  <a:pt x="805291" y="83582"/>
                </a:lnTo>
                <a:lnTo>
                  <a:pt x="802683" y="81321"/>
                </a:lnTo>
                <a:lnTo>
                  <a:pt x="802504" y="80692"/>
                </a:lnTo>
                <a:lnTo>
                  <a:pt x="803035" y="80125"/>
                </a:lnTo>
                <a:lnTo>
                  <a:pt x="805932" y="78711"/>
                </a:lnTo>
                <a:lnTo>
                  <a:pt x="824688" y="78614"/>
                </a:lnTo>
                <a:lnTo>
                  <a:pt x="826957" y="77852"/>
                </a:lnTo>
                <a:lnTo>
                  <a:pt x="827653" y="76547"/>
                </a:lnTo>
                <a:lnTo>
                  <a:pt x="825252" y="73689"/>
                </a:lnTo>
                <a:lnTo>
                  <a:pt x="812654" y="66160"/>
                </a:lnTo>
                <a:lnTo>
                  <a:pt x="807881" y="63824"/>
                </a:lnTo>
                <a:lnTo>
                  <a:pt x="804793" y="61524"/>
                </a:lnTo>
                <a:lnTo>
                  <a:pt x="801882" y="58476"/>
                </a:lnTo>
                <a:lnTo>
                  <a:pt x="799945" y="53846"/>
                </a:lnTo>
                <a:lnTo>
                  <a:pt x="799210" y="45309"/>
                </a:lnTo>
                <a:lnTo>
                  <a:pt x="796760" y="35896"/>
                </a:lnTo>
                <a:lnTo>
                  <a:pt x="794704" y="22531"/>
                </a:lnTo>
                <a:lnTo>
                  <a:pt x="792694" y="13897"/>
                </a:lnTo>
                <a:lnTo>
                  <a:pt x="791659" y="11461"/>
                </a:lnTo>
                <a:lnTo>
                  <a:pt x="790147" y="10031"/>
                </a:lnTo>
                <a:lnTo>
                  <a:pt x="787519" y="9684"/>
                </a:lnTo>
                <a:lnTo>
                  <a:pt x="785179" y="10725"/>
                </a:lnTo>
                <a:close/>
                <a:moveTo>
                  <a:pt x="790039" y="45208"/>
                </a:moveTo>
                <a:lnTo>
                  <a:pt x="789580" y="47436"/>
                </a:lnTo>
                <a:lnTo>
                  <a:pt x="788556" y="47739"/>
                </a:lnTo>
                <a:lnTo>
                  <a:pt x="787391" y="47377"/>
                </a:lnTo>
                <a:lnTo>
                  <a:pt x="786314" y="45454"/>
                </a:lnTo>
                <a:lnTo>
                  <a:pt x="786560" y="43229"/>
                </a:lnTo>
                <a:lnTo>
                  <a:pt x="787641" y="42671"/>
                </a:lnTo>
                <a:lnTo>
                  <a:pt x="789467" y="42952"/>
                </a:lnTo>
                <a:lnTo>
                  <a:pt x="790039" y="45208"/>
                </a:lnTo>
                <a:close/>
                <a:moveTo>
                  <a:pt x="780146" y="65516"/>
                </a:moveTo>
                <a:lnTo>
                  <a:pt x="781058" y="66668"/>
                </a:lnTo>
                <a:lnTo>
                  <a:pt x="780114" y="68245"/>
                </a:lnTo>
                <a:lnTo>
                  <a:pt x="776968" y="68539"/>
                </a:lnTo>
                <a:lnTo>
                  <a:pt x="775650" y="67697"/>
                </a:lnTo>
                <a:lnTo>
                  <a:pt x="775821" y="66841"/>
                </a:lnTo>
                <a:lnTo>
                  <a:pt x="777484" y="65686"/>
                </a:lnTo>
                <a:lnTo>
                  <a:pt x="778757" y="65220"/>
                </a:lnTo>
                <a:lnTo>
                  <a:pt x="780146" y="65516"/>
                </a:lnTo>
                <a:close/>
                <a:moveTo>
                  <a:pt x="808206" y="68930"/>
                </a:moveTo>
                <a:lnTo>
                  <a:pt x="809720" y="70216"/>
                </a:lnTo>
                <a:lnTo>
                  <a:pt x="809653" y="72235"/>
                </a:lnTo>
                <a:lnTo>
                  <a:pt x="807399" y="73519"/>
                </a:lnTo>
                <a:lnTo>
                  <a:pt x="805024" y="73500"/>
                </a:lnTo>
                <a:lnTo>
                  <a:pt x="803079" y="72702"/>
                </a:lnTo>
                <a:lnTo>
                  <a:pt x="801583" y="71234"/>
                </a:lnTo>
                <a:lnTo>
                  <a:pt x="800800" y="69398"/>
                </a:lnTo>
                <a:lnTo>
                  <a:pt x="800743" y="67310"/>
                </a:lnTo>
                <a:lnTo>
                  <a:pt x="805117" y="67910"/>
                </a:lnTo>
                <a:lnTo>
                  <a:pt x="808206" y="68930"/>
                </a:lnTo>
                <a:close/>
                <a:moveTo>
                  <a:pt x="772971" y="68640"/>
                </a:moveTo>
                <a:lnTo>
                  <a:pt x="773461" y="69383"/>
                </a:lnTo>
                <a:lnTo>
                  <a:pt x="773293" y="70359"/>
                </a:lnTo>
                <a:lnTo>
                  <a:pt x="771570" y="72166"/>
                </a:lnTo>
                <a:lnTo>
                  <a:pt x="769510" y="72611"/>
                </a:lnTo>
                <a:lnTo>
                  <a:pt x="767728" y="71873"/>
                </a:lnTo>
                <a:lnTo>
                  <a:pt x="768362" y="70108"/>
                </a:lnTo>
                <a:lnTo>
                  <a:pt x="770412" y="68488"/>
                </a:lnTo>
                <a:lnTo>
                  <a:pt x="771537" y="68125"/>
                </a:lnTo>
                <a:lnTo>
                  <a:pt x="772971" y="68640"/>
                </a:lnTo>
                <a:close/>
                <a:moveTo>
                  <a:pt x="772856" y="89238"/>
                </a:moveTo>
                <a:lnTo>
                  <a:pt x="774105" y="91033"/>
                </a:lnTo>
                <a:lnTo>
                  <a:pt x="773154" y="92496"/>
                </a:lnTo>
                <a:lnTo>
                  <a:pt x="770084" y="92719"/>
                </a:lnTo>
                <a:lnTo>
                  <a:pt x="768658" y="91590"/>
                </a:lnTo>
                <a:lnTo>
                  <a:pt x="768351" y="89591"/>
                </a:lnTo>
                <a:lnTo>
                  <a:pt x="768793" y="88486"/>
                </a:lnTo>
                <a:lnTo>
                  <a:pt x="770839" y="88413"/>
                </a:lnTo>
                <a:lnTo>
                  <a:pt x="772856" y="89238"/>
                </a:lnTo>
                <a:close/>
                <a:moveTo>
                  <a:pt x="805776" y="90395"/>
                </a:moveTo>
                <a:lnTo>
                  <a:pt x="805837" y="91619"/>
                </a:lnTo>
                <a:lnTo>
                  <a:pt x="804866" y="92880"/>
                </a:lnTo>
                <a:lnTo>
                  <a:pt x="803139" y="93183"/>
                </a:lnTo>
                <a:lnTo>
                  <a:pt x="802216" y="92578"/>
                </a:lnTo>
                <a:lnTo>
                  <a:pt x="802043" y="91126"/>
                </a:lnTo>
                <a:lnTo>
                  <a:pt x="803155" y="89787"/>
                </a:lnTo>
                <a:lnTo>
                  <a:pt x="804699" y="89541"/>
                </a:lnTo>
                <a:lnTo>
                  <a:pt x="805776" y="90395"/>
                </a:lnTo>
                <a:close/>
                <a:moveTo>
                  <a:pt x="779914" y="106248"/>
                </a:moveTo>
                <a:lnTo>
                  <a:pt x="779394" y="107405"/>
                </a:lnTo>
                <a:lnTo>
                  <a:pt x="778601" y="106994"/>
                </a:lnTo>
                <a:lnTo>
                  <a:pt x="778331" y="106116"/>
                </a:lnTo>
                <a:lnTo>
                  <a:pt x="779227" y="105098"/>
                </a:lnTo>
                <a:lnTo>
                  <a:pt x="779914" y="106248"/>
                </a:lnTo>
                <a:close/>
                <a:moveTo>
                  <a:pt x="791949" y="110645"/>
                </a:moveTo>
                <a:lnTo>
                  <a:pt x="793007" y="112036"/>
                </a:lnTo>
                <a:lnTo>
                  <a:pt x="793169" y="113840"/>
                </a:lnTo>
                <a:lnTo>
                  <a:pt x="792444" y="115625"/>
                </a:lnTo>
                <a:lnTo>
                  <a:pt x="791105" y="116752"/>
                </a:lnTo>
                <a:lnTo>
                  <a:pt x="788503" y="117045"/>
                </a:lnTo>
                <a:lnTo>
                  <a:pt x="785884" y="116443"/>
                </a:lnTo>
                <a:lnTo>
                  <a:pt x="783982" y="115525"/>
                </a:lnTo>
                <a:lnTo>
                  <a:pt x="783075" y="114123"/>
                </a:lnTo>
                <a:lnTo>
                  <a:pt x="783212" y="111513"/>
                </a:lnTo>
                <a:lnTo>
                  <a:pt x="785205" y="110250"/>
                </a:lnTo>
                <a:lnTo>
                  <a:pt x="789336" y="109830"/>
                </a:lnTo>
                <a:lnTo>
                  <a:pt x="791949" y="110645"/>
                </a:lnTo>
                <a:close/>
                <a:moveTo>
                  <a:pt x="780493" y="131473"/>
                </a:moveTo>
                <a:lnTo>
                  <a:pt x="780926" y="132498"/>
                </a:lnTo>
                <a:lnTo>
                  <a:pt x="780046" y="133474"/>
                </a:lnTo>
                <a:lnTo>
                  <a:pt x="778950" y="133737"/>
                </a:lnTo>
                <a:lnTo>
                  <a:pt x="777789" y="133042"/>
                </a:lnTo>
                <a:lnTo>
                  <a:pt x="777647" y="131811"/>
                </a:lnTo>
                <a:lnTo>
                  <a:pt x="778252" y="130761"/>
                </a:lnTo>
                <a:lnTo>
                  <a:pt x="779307" y="130611"/>
                </a:lnTo>
                <a:lnTo>
                  <a:pt x="780493" y="131473"/>
                </a:lnTo>
                <a:close/>
                <a:moveTo>
                  <a:pt x="800049" y="131531"/>
                </a:moveTo>
                <a:lnTo>
                  <a:pt x="798284" y="132753"/>
                </a:lnTo>
                <a:lnTo>
                  <a:pt x="797020" y="132638"/>
                </a:lnTo>
                <a:lnTo>
                  <a:pt x="796693" y="132110"/>
                </a:lnTo>
                <a:lnTo>
                  <a:pt x="796996" y="131060"/>
                </a:lnTo>
                <a:lnTo>
                  <a:pt x="798011" y="130599"/>
                </a:lnTo>
                <a:lnTo>
                  <a:pt x="799761" y="130694"/>
                </a:lnTo>
                <a:lnTo>
                  <a:pt x="800049" y="131531"/>
                </a:lnTo>
                <a:close/>
                <a:moveTo>
                  <a:pt x="799759" y="145475"/>
                </a:moveTo>
                <a:lnTo>
                  <a:pt x="800935" y="147774"/>
                </a:lnTo>
                <a:lnTo>
                  <a:pt x="801115" y="149732"/>
                </a:lnTo>
                <a:lnTo>
                  <a:pt x="799836" y="152033"/>
                </a:lnTo>
                <a:lnTo>
                  <a:pt x="795644" y="154305"/>
                </a:lnTo>
                <a:lnTo>
                  <a:pt x="797255" y="159042"/>
                </a:lnTo>
                <a:lnTo>
                  <a:pt x="796272" y="161465"/>
                </a:lnTo>
                <a:lnTo>
                  <a:pt x="792534" y="163735"/>
                </a:lnTo>
                <a:lnTo>
                  <a:pt x="789077" y="164944"/>
                </a:lnTo>
                <a:lnTo>
                  <a:pt x="786149" y="163819"/>
                </a:lnTo>
                <a:lnTo>
                  <a:pt x="781884" y="160700"/>
                </a:lnTo>
                <a:lnTo>
                  <a:pt x="781413" y="158399"/>
                </a:lnTo>
                <a:lnTo>
                  <a:pt x="783946" y="154648"/>
                </a:lnTo>
                <a:lnTo>
                  <a:pt x="787326" y="152905"/>
                </a:lnTo>
                <a:lnTo>
                  <a:pt x="794330" y="152336"/>
                </a:lnTo>
                <a:lnTo>
                  <a:pt x="796172" y="145185"/>
                </a:lnTo>
                <a:lnTo>
                  <a:pt x="797901" y="144484"/>
                </a:lnTo>
                <a:lnTo>
                  <a:pt x="799759" y="145475"/>
                </a:lnTo>
                <a:close/>
                <a:moveTo>
                  <a:pt x="778757" y="165493"/>
                </a:moveTo>
                <a:lnTo>
                  <a:pt x="781336" y="168147"/>
                </a:lnTo>
                <a:lnTo>
                  <a:pt x="781327" y="169405"/>
                </a:lnTo>
                <a:lnTo>
                  <a:pt x="780449" y="170868"/>
                </a:lnTo>
                <a:lnTo>
                  <a:pt x="775315" y="175445"/>
                </a:lnTo>
                <a:lnTo>
                  <a:pt x="773884" y="175499"/>
                </a:lnTo>
                <a:lnTo>
                  <a:pt x="771817" y="174434"/>
                </a:lnTo>
                <a:lnTo>
                  <a:pt x="771012" y="173391"/>
                </a:lnTo>
                <a:lnTo>
                  <a:pt x="770903" y="171047"/>
                </a:lnTo>
                <a:lnTo>
                  <a:pt x="771677" y="166665"/>
                </a:lnTo>
                <a:lnTo>
                  <a:pt x="772709" y="164489"/>
                </a:lnTo>
                <a:lnTo>
                  <a:pt x="773384" y="163888"/>
                </a:lnTo>
                <a:lnTo>
                  <a:pt x="775103" y="163626"/>
                </a:lnTo>
                <a:lnTo>
                  <a:pt x="778757" y="165493"/>
                </a:lnTo>
                <a:close/>
                <a:moveTo>
                  <a:pt x="804677" y="164799"/>
                </a:moveTo>
                <a:lnTo>
                  <a:pt x="805379" y="168232"/>
                </a:lnTo>
                <a:lnTo>
                  <a:pt x="805014" y="172875"/>
                </a:lnTo>
                <a:lnTo>
                  <a:pt x="804068" y="174498"/>
                </a:lnTo>
                <a:lnTo>
                  <a:pt x="801934" y="174984"/>
                </a:lnTo>
                <a:lnTo>
                  <a:pt x="796447" y="170944"/>
                </a:lnTo>
                <a:lnTo>
                  <a:pt x="795449" y="169370"/>
                </a:lnTo>
                <a:lnTo>
                  <a:pt x="795326" y="167733"/>
                </a:lnTo>
                <a:lnTo>
                  <a:pt x="796313" y="166108"/>
                </a:lnTo>
                <a:lnTo>
                  <a:pt x="799070" y="164703"/>
                </a:lnTo>
                <a:lnTo>
                  <a:pt x="802352" y="164154"/>
                </a:lnTo>
                <a:lnTo>
                  <a:pt x="804677" y="164799"/>
                </a:lnTo>
                <a:close/>
                <a:moveTo>
                  <a:pt x="774707" y="187363"/>
                </a:moveTo>
                <a:lnTo>
                  <a:pt x="778989" y="191876"/>
                </a:lnTo>
                <a:lnTo>
                  <a:pt x="776248" y="194010"/>
                </a:lnTo>
                <a:lnTo>
                  <a:pt x="769905" y="196158"/>
                </a:lnTo>
                <a:lnTo>
                  <a:pt x="768513" y="194252"/>
                </a:lnTo>
                <a:lnTo>
                  <a:pt x="768007" y="192609"/>
                </a:lnTo>
                <a:lnTo>
                  <a:pt x="767760" y="189640"/>
                </a:lnTo>
                <a:lnTo>
                  <a:pt x="768168" y="187235"/>
                </a:lnTo>
                <a:lnTo>
                  <a:pt x="768844" y="186496"/>
                </a:lnTo>
                <a:lnTo>
                  <a:pt x="770533" y="186114"/>
                </a:lnTo>
                <a:lnTo>
                  <a:pt x="774707" y="187363"/>
                </a:lnTo>
                <a:close/>
                <a:moveTo>
                  <a:pt x="792006" y="196794"/>
                </a:moveTo>
                <a:lnTo>
                  <a:pt x="798697" y="200078"/>
                </a:lnTo>
                <a:lnTo>
                  <a:pt x="799882" y="201718"/>
                </a:lnTo>
                <a:lnTo>
                  <a:pt x="800002" y="204679"/>
                </a:lnTo>
                <a:lnTo>
                  <a:pt x="797966" y="207208"/>
                </a:lnTo>
                <a:lnTo>
                  <a:pt x="792181" y="211478"/>
                </a:lnTo>
                <a:lnTo>
                  <a:pt x="788547" y="213137"/>
                </a:lnTo>
                <a:lnTo>
                  <a:pt x="785256" y="212896"/>
                </a:lnTo>
                <a:lnTo>
                  <a:pt x="783299" y="211671"/>
                </a:lnTo>
                <a:lnTo>
                  <a:pt x="776949" y="206299"/>
                </a:lnTo>
                <a:lnTo>
                  <a:pt x="774205" y="201952"/>
                </a:lnTo>
                <a:lnTo>
                  <a:pt x="774210" y="200847"/>
                </a:lnTo>
                <a:lnTo>
                  <a:pt x="774941" y="199961"/>
                </a:lnTo>
                <a:lnTo>
                  <a:pt x="784669" y="194984"/>
                </a:lnTo>
                <a:lnTo>
                  <a:pt x="787649" y="194864"/>
                </a:lnTo>
                <a:lnTo>
                  <a:pt x="792006" y="196794"/>
                </a:lnTo>
                <a:close/>
                <a:moveTo>
                  <a:pt x="773145" y="210043"/>
                </a:moveTo>
                <a:lnTo>
                  <a:pt x="779171" y="214946"/>
                </a:lnTo>
                <a:lnTo>
                  <a:pt x="780723" y="217730"/>
                </a:lnTo>
                <a:lnTo>
                  <a:pt x="780782" y="219648"/>
                </a:lnTo>
                <a:lnTo>
                  <a:pt x="779757" y="220801"/>
                </a:lnTo>
                <a:lnTo>
                  <a:pt x="776263" y="222795"/>
                </a:lnTo>
                <a:lnTo>
                  <a:pt x="768663" y="228460"/>
                </a:lnTo>
                <a:lnTo>
                  <a:pt x="766203" y="229942"/>
                </a:lnTo>
                <a:lnTo>
                  <a:pt x="765215" y="229879"/>
                </a:lnTo>
                <a:lnTo>
                  <a:pt x="764270" y="228540"/>
                </a:lnTo>
                <a:lnTo>
                  <a:pt x="763739" y="224701"/>
                </a:lnTo>
                <a:lnTo>
                  <a:pt x="765522" y="214838"/>
                </a:lnTo>
                <a:lnTo>
                  <a:pt x="765703" y="211070"/>
                </a:lnTo>
                <a:lnTo>
                  <a:pt x="767404" y="209023"/>
                </a:lnTo>
                <a:lnTo>
                  <a:pt x="769271" y="208160"/>
                </a:lnTo>
                <a:lnTo>
                  <a:pt x="771169" y="208503"/>
                </a:lnTo>
                <a:lnTo>
                  <a:pt x="773145" y="210043"/>
                </a:lnTo>
                <a:close/>
                <a:moveTo>
                  <a:pt x="808438" y="209465"/>
                </a:moveTo>
                <a:lnTo>
                  <a:pt x="809381" y="213790"/>
                </a:lnTo>
                <a:lnTo>
                  <a:pt x="810206" y="226969"/>
                </a:lnTo>
                <a:lnTo>
                  <a:pt x="809873" y="229122"/>
                </a:lnTo>
                <a:lnTo>
                  <a:pt x="807858" y="229930"/>
                </a:lnTo>
                <a:lnTo>
                  <a:pt x="805599" y="228819"/>
                </a:lnTo>
                <a:lnTo>
                  <a:pt x="799380" y="223368"/>
                </a:lnTo>
                <a:lnTo>
                  <a:pt x="795942" y="221203"/>
                </a:lnTo>
                <a:lnTo>
                  <a:pt x="795160" y="218844"/>
                </a:lnTo>
                <a:lnTo>
                  <a:pt x="796145" y="216415"/>
                </a:lnTo>
                <a:lnTo>
                  <a:pt x="802417" y="211095"/>
                </a:lnTo>
                <a:lnTo>
                  <a:pt x="806644" y="208655"/>
                </a:lnTo>
                <a:lnTo>
                  <a:pt x="808438" y="209465"/>
                </a:lnTo>
                <a:close/>
                <a:moveTo>
                  <a:pt x="386544" y="13560"/>
                </a:moveTo>
                <a:lnTo>
                  <a:pt x="384936" y="14671"/>
                </a:lnTo>
                <a:lnTo>
                  <a:pt x="383990" y="16755"/>
                </a:lnTo>
                <a:lnTo>
                  <a:pt x="382344" y="27626"/>
                </a:lnTo>
                <a:lnTo>
                  <a:pt x="379724" y="39582"/>
                </a:lnTo>
                <a:lnTo>
                  <a:pt x="378081" y="52328"/>
                </a:lnTo>
                <a:lnTo>
                  <a:pt x="376017" y="61032"/>
                </a:lnTo>
                <a:lnTo>
                  <a:pt x="373779" y="74739"/>
                </a:lnTo>
                <a:lnTo>
                  <a:pt x="372718" y="77117"/>
                </a:lnTo>
                <a:lnTo>
                  <a:pt x="369981" y="80249"/>
                </a:lnTo>
                <a:lnTo>
                  <a:pt x="367526" y="81906"/>
                </a:lnTo>
                <a:lnTo>
                  <a:pt x="361513" y="84341"/>
                </a:lnTo>
                <a:lnTo>
                  <a:pt x="356368" y="87305"/>
                </a:lnTo>
                <a:lnTo>
                  <a:pt x="341421" y="93395"/>
                </a:lnTo>
                <a:lnTo>
                  <a:pt x="339029" y="95143"/>
                </a:lnTo>
                <a:lnTo>
                  <a:pt x="337336" y="97881"/>
                </a:lnTo>
                <a:lnTo>
                  <a:pt x="337821" y="99330"/>
                </a:lnTo>
                <a:lnTo>
                  <a:pt x="341218" y="100256"/>
                </a:lnTo>
                <a:lnTo>
                  <a:pt x="369625" y="101965"/>
                </a:lnTo>
                <a:lnTo>
                  <a:pt x="372655" y="103167"/>
                </a:lnTo>
                <a:lnTo>
                  <a:pt x="373699" y="104165"/>
                </a:lnTo>
                <a:lnTo>
                  <a:pt x="373690" y="105285"/>
                </a:lnTo>
                <a:lnTo>
                  <a:pt x="370729" y="108497"/>
                </a:lnTo>
                <a:lnTo>
                  <a:pt x="367346" y="110499"/>
                </a:lnTo>
                <a:lnTo>
                  <a:pt x="357528" y="114586"/>
                </a:lnTo>
                <a:lnTo>
                  <a:pt x="350347" y="116814"/>
                </a:lnTo>
                <a:lnTo>
                  <a:pt x="344306" y="119459"/>
                </a:lnTo>
                <a:lnTo>
                  <a:pt x="324863" y="126329"/>
                </a:lnTo>
                <a:lnTo>
                  <a:pt x="320504" y="128691"/>
                </a:lnTo>
                <a:lnTo>
                  <a:pt x="319269" y="129746"/>
                </a:lnTo>
                <a:lnTo>
                  <a:pt x="318653" y="131625"/>
                </a:lnTo>
                <a:lnTo>
                  <a:pt x="320202" y="132836"/>
                </a:lnTo>
                <a:lnTo>
                  <a:pt x="324282" y="133180"/>
                </a:lnTo>
                <a:lnTo>
                  <a:pt x="365491" y="133730"/>
                </a:lnTo>
                <a:lnTo>
                  <a:pt x="369571" y="134588"/>
                </a:lnTo>
                <a:lnTo>
                  <a:pt x="371038" y="135639"/>
                </a:lnTo>
                <a:lnTo>
                  <a:pt x="371640" y="137112"/>
                </a:lnTo>
                <a:lnTo>
                  <a:pt x="371979" y="145497"/>
                </a:lnTo>
                <a:lnTo>
                  <a:pt x="370929" y="154702"/>
                </a:lnTo>
                <a:lnTo>
                  <a:pt x="369030" y="186595"/>
                </a:lnTo>
                <a:lnTo>
                  <a:pt x="366699" y="192799"/>
                </a:lnTo>
                <a:lnTo>
                  <a:pt x="364417" y="213764"/>
                </a:lnTo>
                <a:lnTo>
                  <a:pt x="361538" y="224508"/>
                </a:lnTo>
                <a:lnTo>
                  <a:pt x="359720" y="241814"/>
                </a:lnTo>
                <a:lnTo>
                  <a:pt x="357058" y="252771"/>
                </a:lnTo>
                <a:lnTo>
                  <a:pt x="355026" y="269983"/>
                </a:lnTo>
                <a:lnTo>
                  <a:pt x="352372" y="282175"/>
                </a:lnTo>
                <a:lnTo>
                  <a:pt x="349488" y="304846"/>
                </a:lnTo>
                <a:lnTo>
                  <a:pt x="347894" y="310929"/>
                </a:lnTo>
                <a:lnTo>
                  <a:pt x="347857" y="313797"/>
                </a:lnTo>
                <a:lnTo>
                  <a:pt x="348474" y="315401"/>
                </a:lnTo>
                <a:lnTo>
                  <a:pt x="350543" y="316135"/>
                </a:lnTo>
                <a:lnTo>
                  <a:pt x="354477" y="314790"/>
                </a:lnTo>
                <a:lnTo>
                  <a:pt x="377925" y="298504"/>
                </a:lnTo>
                <a:lnTo>
                  <a:pt x="385595" y="292574"/>
                </a:lnTo>
                <a:lnTo>
                  <a:pt x="387772" y="291650"/>
                </a:lnTo>
                <a:lnTo>
                  <a:pt x="389881" y="291459"/>
                </a:lnTo>
                <a:lnTo>
                  <a:pt x="392883" y="292560"/>
                </a:lnTo>
                <a:lnTo>
                  <a:pt x="409983" y="305652"/>
                </a:lnTo>
                <a:lnTo>
                  <a:pt x="422231" y="314329"/>
                </a:lnTo>
                <a:lnTo>
                  <a:pt x="425272" y="315893"/>
                </a:lnTo>
                <a:lnTo>
                  <a:pt x="427547" y="316145"/>
                </a:lnTo>
                <a:lnTo>
                  <a:pt x="428606" y="315575"/>
                </a:lnTo>
                <a:lnTo>
                  <a:pt x="429100" y="314390"/>
                </a:lnTo>
                <a:lnTo>
                  <a:pt x="429110" y="309284"/>
                </a:lnTo>
                <a:lnTo>
                  <a:pt x="426321" y="292276"/>
                </a:lnTo>
                <a:lnTo>
                  <a:pt x="424479" y="276618"/>
                </a:lnTo>
                <a:lnTo>
                  <a:pt x="421969" y="264565"/>
                </a:lnTo>
                <a:lnTo>
                  <a:pt x="419676" y="245575"/>
                </a:lnTo>
                <a:lnTo>
                  <a:pt x="416707" y="231763"/>
                </a:lnTo>
                <a:lnTo>
                  <a:pt x="415024" y="217340"/>
                </a:lnTo>
                <a:lnTo>
                  <a:pt x="411979" y="199891"/>
                </a:lnTo>
                <a:lnTo>
                  <a:pt x="410106" y="183342"/>
                </a:lnTo>
                <a:lnTo>
                  <a:pt x="409259" y="179920"/>
                </a:lnTo>
                <a:lnTo>
                  <a:pt x="407343" y="176203"/>
                </a:lnTo>
                <a:lnTo>
                  <a:pt x="406895" y="173441"/>
                </a:lnTo>
                <a:lnTo>
                  <a:pt x="406331" y="136680"/>
                </a:lnTo>
                <a:lnTo>
                  <a:pt x="409046" y="134506"/>
                </a:lnTo>
                <a:lnTo>
                  <a:pt x="413606" y="133751"/>
                </a:lnTo>
                <a:lnTo>
                  <a:pt x="457376" y="134079"/>
                </a:lnTo>
                <a:lnTo>
                  <a:pt x="459059" y="133452"/>
                </a:lnTo>
                <a:lnTo>
                  <a:pt x="460290" y="131220"/>
                </a:lnTo>
                <a:lnTo>
                  <a:pt x="457975" y="129433"/>
                </a:lnTo>
                <a:lnTo>
                  <a:pt x="451649" y="126361"/>
                </a:lnTo>
                <a:lnTo>
                  <a:pt x="438244" y="120831"/>
                </a:lnTo>
                <a:lnTo>
                  <a:pt x="420014" y="114311"/>
                </a:lnTo>
                <a:lnTo>
                  <a:pt x="409934" y="110044"/>
                </a:lnTo>
                <a:lnTo>
                  <a:pt x="407770" y="108177"/>
                </a:lnTo>
                <a:lnTo>
                  <a:pt x="407475" y="104648"/>
                </a:lnTo>
                <a:lnTo>
                  <a:pt x="408131" y="103513"/>
                </a:lnTo>
                <a:lnTo>
                  <a:pt x="409539" y="102831"/>
                </a:lnTo>
                <a:lnTo>
                  <a:pt x="420331" y="102326"/>
                </a:lnTo>
                <a:lnTo>
                  <a:pt x="438497" y="103850"/>
                </a:lnTo>
                <a:lnTo>
                  <a:pt x="440814" y="102834"/>
                </a:lnTo>
                <a:lnTo>
                  <a:pt x="441834" y="101488"/>
                </a:lnTo>
                <a:lnTo>
                  <a:pt x="442018" y="100241"/>
                </a:lnTo>
                <a:lnTo>
                  <a:pt x="439701" y="97726"/>
                </a:lnTo>
                <a:lnTo>
                  <a:pt x="429994" y="92499"/>
                </a:lnTo>
                <a:lnTo>
                  <a:pt x="416200" y="83796"/>
                </a:lnTo>
                <a:lnTo>
                  <a:pt x="411299" y="81362"/>
                </a:lnTo>
                <a:lnTo>
                  <a:pt x="406857" y="77347"/>
                </a:lnTo>
                <a:lnTo>
                  <a:pt x="406284" y="76061"/>
                </a:lnTo>
                <a:lnTo>
                  <a:pt x="405824" y="70774"/>
                </a:lnTo>
                <a:lnTo>
                  <a:pt x="403656" y="61810"/>
                </a:lnTo>
                <a:lnTo>
                  <a:pt x="401107" y="45861"/>
                </a:lnTo>
                <a:lnTo>
                  <a:pt x="398368" y="33883"/>
                </a:lnTo>
                <a:lnTo>
                  <a:pt x="395699" y="18377"/>
                </a:lnTo>
                <a:lnTo>
                  <a:pt x="394178" y="15085"/>
                </a:lnTo>
                <a:lnTo>
                  <a:pt x="391585" y="13064"/>
                </a:lnTo>
                <a:lnTo>
                  <a:pt x="389225" y="12596"/>
                </a:lnTo>
                <a:lnTo>
                  <a:pt x="386544" y="13560"/>
                </a:lnTo>
                <a:close/>
                <a:moveTo>
                  <a:pt x="391635" y="41100"/>
                </a:moveTo>
                <a:lnTo>
                  <a:pt x="392171" y="42730"/>
                </a:lnTo>
                <a:lnTo>
                  <a:pt x="391823" y="44783"/>
                </a:lnTo>
                <a:lnTo>
                  <a:pt x="389957" y="45208"/>
                </a:lnTo>
                <a:lnTo>
                  <a:pt x="388108" y="44808"/>
                </a:lnTo>
                <a:lnTo>
                  <a:pt x="387758" y="42950"/>
                </a:lnTo>
                <a:lnTo>
                  <a:pt x="388582" y="41146"/>
                </a:lnTo>
                <a:lnTo>
                  <a:pt x="390105" y="40380"/>
                </a:lnTo>
                <a:lnTo>
                  <a:pt x="391635" y="41100"/>
                </a:lnTo>
                <a:close/>
                <a:moveTo>
                  <a:pt x="392387" y="56317"/>
                </a:moveTo>
                <a:lnTo>
                  <a:pt x="393407" y="59043"/>
                </a:lnTo>
                <a:lnTo>
                  <a:pt x="393081" y="62508"/>
                </a:lnTo>
                <a:lnTo>
                  <a:pt x="390500" y="63433"/>
                </a:lnTo>
                <a:lnTo>
                  <a:pt x="387180" y="62970"/>
                </a:lnTo>
                <a:lnTo>
                  <a:pt x="385892" y="60278"/>
                </a:lnTo>
                <a:lnTo>
                  <a:pt x="386070" y="57637"/>
                </a:lnTo>
                <a:lnTo>
                  <a:pt x="386738" y="56247"/>
                </a:lnTo>
                <a:lnTo>
                  <a:pt x="389259" y="55355"/>
                </a:lnTo>
                <a:lnTo>
                  <a:pt x="392387" y="56317"/>
                </a:lnTo>
                <a:close/>
                <a:moveTo>
                  <a:pt x="383014" y="66037"/>
                </a:moveTo>
                <a:lnTo>
                  <a:pt x="383440" y="67480"/>
                </a:lnTo>
                <a:lnTo>
                  <a:pt x="382860" y="68899"/>
                </a:lnTo>
                <a:lnTo>
                  <a:pt x="381611" y="69673"/>
                </a:lnTo>
                <a:lnTo>
                  <a:pt x="380229" y="69330"/>
                </a:lnTo>
                <a:lnTo>
                  <a:pt x="379643" y="67141"/>
                </a:lnTo>
                <a:lnTo>
                  <a:pt x="380298" y="65633"/>
                </a:lnTo>
                <a:lnTo>
                  <a:pt x="381597" y="65174"/>
                </a:lnTo>
                <a:lnTo>
                  <a:pt x="383014" y="66037"/>
                </a:lnTo>
                <a:close/>
                <a:moveTo>
                  <a:pt x="399446" y="67078"/>
                </a:moveTo>
                <a:lnTo>
                  <a:pt x="400545" y="67888"/>
                </a:lnTo>
                <a:lnTo>
                  <a:pt x="398802" y="68358"/>
                </a:lnTo>
                <a:lnTo>
                  <a:pt x="397145" y="67881"/>
                </a:lnTo>
                <a:lnTo>
                  <a:pt x="396321" y="66905"/>
                </a:lnTo>
                <a:lnTo>
                  <a:pt x="397428" y="66362"/>
                </a:lnTo>
                <a:lnTo>
                  <a:pt x="399446" y="67078"/>
                </a:lnTo>
                <a:close/>
                <a:moveTo>
                  <a:pt x="392850" y="74137"/>
                </a:moveTo>
                <a:lnTo>
                  <a:pt x="393740" y="76422"/>
                </a:lnTo>
                <a:lnTo>
                  <a:pt x="392761" y="77599"/>
                </a:lnTo>
                <a:lnTo>
                  <a:pt x="390809" y="78580"/>
                </a:lnTo>
                <a:lnTo>
                  <a:pt x="389323" y="78604"/>
                </a:lnTo>
                <a:lnTo>
                  <a:pt x="387104" y="77806"/>
                </a:lnTo>
                <a:lnTo>
                  <a:pt x="385444" y="75757"/>
                </a:lnTo>
                <a:lnTo>
                  <a:pt x="385842" y="74272"/>
                </a:lnTo>
                <a:lnTo>
                  <a:pt x="388149" y="72994"/>
                </a:lnTo>
                <a:lnTo>
                  <a:pt x="391174" y="73122"/>
                </a:lnTo>
                <a:lnTo>
                  <a:pt x="392850" y="74137"/>
                </a:lnTo>
                <a:close/>
                <a:moveTo>
                  <a:pt x="400834" y="85535"/>
                </a:moveTo>
                <a:lnTo>
                  <a:pt x="401537" y="87802"/>
                </a:lnTo>
                <a:lnTo>
                  <a:pt x="401095" y="90424"/>
                </a:lnTo>
                <a:lnTo>
                  <a:pt x="400035" y="91308"/>
                </a:lnTo>
                <a:lnTo>
                  <a:pt x="398600" y="91116"/>
                </a:lnTo>
                <a:lnTo>
                  <a:pt x="397134" y="89708"/>
                </a:lnTo>
                <a:lnTo>
                  <a:pt x="397165" y="87175"/>
                </a:lnTo>
                <a:lnTo>
                  <a:pt x="398800" y="85205"/>
                </a:lnTo>
                <a:lnTo>
                  <a:pt x="399847" y="85021"/>
                </a:lnTo>
                <a:lnTo>
                  <a:pt x="400834" y="85535"/>
                </a:lnTo>
                <a:close/>
                <a:moveTo>
                  <a:pt x="382089" y="87328"/>
                </a:moveTo>
                <a:lnTo>
                  <a:pt x="382278" y="89226"/>
                </a:lnTo>
                <a:lnTo>
                  <a:pt x="380733" y="90395"/>
                </a:lnTo>
                <a:lnTo>
                  <a:pt x="377649" y="89852"/>
                </a:lnTo>
                <a:lnTo>
                  <a:pt x="375736" y="88518"/>
                </a:lnTo>
                <a:lnTo>
                  <a:pt x="376837" y="86239"/>
                </a:lnTo>
                <a:lnTo>
                  <a:pt x="378744" y="85400"/>
                </a:lnTo>
                <a:lnTo>
                  <a:pt x="380757" y="85791"/>
                </a:lnTo>
                <a:lnTo>
                  <a:pt x="382089" y="87328"/>
                </a:lnTo>
                <a:close/>
                <a:moveTo>
                  <a:pt x="412637" y="88485"/>
                </a:moveTo>
                <a:lnTo>
                  <a:pt x="420252" y="93434"/>
                </a:lnTo>
                <a:lnTo>
                  <a:pt x="421154" y="94550"/>
                </a:lnTo>
                <a:lnTo>
                  <a:pt x="420883" y="95682"/>
                </a:lnTo>
                <a:lnTo>
                  <a:pt x="419240" y="96535"/>
                </a:lnTo>
                <a:lnTo>
                  <a:pt x="414944" y="96916"/>
                </a:lnTo>
                <a:lnTo>
                  <a:pt x="410735" y="96622"/>
                </a:lnTo>
                <a:lnTo>
                  <a:pt x="408103" y="95660"/>
                </a:lnTo>
                <a:lnTo>
                  <a:pt x="407181" y="94484"/>
                </a:lnTo>
                <a:lnTo>
                  <a:pt x="406780" y="92763"/>
                </a:lnTo>
                <a:lnTo>
                  <a:pt x="407256" y="88505"/>
                </a:lnTo>
                <a:lnTo>
                  <a:pt x="408835" y="87239"/>
                </a:lnTo>
                <a:lnTo>
                  <a:pt x="412637" y="88485"/>
                </a:lnTo>
                <a:close/>
                <a:moveTo>
                  <a:pt x="371501" y="88428"/>
                </a:moveTo>
                <a:lnTo>
                  <a:pt x="373287" y="89224"/>
                </a:lnTo>
                <a:lnTo>
                  <a:pt x="373542" y="90235"/>
                </a:lnTo>
                <a:lnTo>
                  <a:pt x="371501" y="92130"/>
                </a:lnTo>
                <a:lnTo>
                  <a:pt x="368843" y="93467"/>
                </a:lnTo>
                <a:lnTo>
                  <a:pt x="366322" y="94021"/>
                </a:lnTo>
                <a:lnTo>
                  <a:pt x="364198" y="93813"/>
                </a:lnTo>
                <a:lnTo>
                  <a:pt x="362328" y="92124"/>
                </a:lnTo>
                <a:lnTo>
                  <a:pt x="362312" y="90355"/>
                </a:lnTo>
                <a:lnTo>
                  <a:pt x="364032" y="88494"/>
                </a:lnTo>
                <a:lnTo>
                  <a:pt x="367294" y="87795"/>
                </a:lnTo>
                <a:lnTo>
                  <a:pt x="371501" y="88428"/>
                </a:lnTo>
                <a:close/>
                <a:moveTo>
                  <a:pt x="400834" y="106074"/>
                </a:moveTo>
                <a:lnTo>
                  <a:pt x="399855" y="108279"/>
                </a:lnTo>
                <a:lnTo>
                  <a:pt x="398693" y="108588"/>
                </a:lnTo>
                <a:lnTo>
                  <a:pt x="398016" y="108013"/>
                </a:lnTo>
                <a:lnTo>
                  <a:pt x="397740" y="106011"/>
                </a:lnTo>
                <a:lnTo>
                  <a:pt x="399034" y="104150"/>
                </a:lnTo>
                <a:lnTo>
                  <a:pt x="400672" y="104154"/>
                </a:lnTo>
                <a:lnTo>
                  <a:pt x="400834" y="106074"/>
                </a:lnTo>
                <a:close/>
                <a:moveTo>
                  <a:pt x="381163" y="106479"/>
                </a:moveTo>
                <a:lnTo>
                  <a:pt x="381093" y="107736"/>
                </a:lnTo>
                <a:lnTo>
                  <a:pt x="380413" y="108291"/>
                </a:lnTo>
                <a:lnTo>
                  <a:pt x="378964" y="107694"/>
                </a:lnTo>
                <a:lnTo>
                  <a:pt x="378189" y="106536"/>
                </a:lnTo>
                <a:lnTo>
                  <a:pt x="378781" y="105571"/>
                </a:lnTo>
                <a:lnTo>
                  <a:pt x="379747" y="105233"/>
                </a:lnTo>
                <a:lnTo>
                  <a:pt x="380650" y="105558"/>
                </a:lnTo>
                <a:lnTo>
                  <a:pt x="381163" y="106479"/>
                </a:lnTo>
                <a:close/>
                <a:moveTo>
                  <a:pt x="391693" y="116373"/>
                </a:moveTo>
                <a:lnTo>
                  <a:pt x="392127" y="117864"/>
                </a:lnTo>
                <a:lnTo>
                  <a:pt x="391028" y="118833"/>
                </a:lnTo>
                <a:lnTo>
                  <a:pt x="387798" y="118730"/>
                </a:lnTo>
                <a:lnTo>
                  <a:pt x="386524" y="117753"/>
                </a:lnTo>
                <a:lnTo>
                  <a:pt x="386905" y="116524"/>
                </a:lnTo>
                <a:lnTo>
                  <a:pt x="388612" y="115685"/>
                </a:lnTo>
                <a:lnTo>
                  <a:pt x="390663" y="115737"/>
                </a:lnTo>
                <a:lnTo>
                  <a:pt x="391693" y="116373"/>
                </a:lnTo>
                <a:close/>
                <a:moveTo>
                  <a:pt x="372079" y="117819"/>
                </a:moveTo>
                <a:lnTo>
                  <a:pt x="373168" y="119779"/>
                </a:lnTo>
                <a:lnTo>
                  <a:pt x="373373" y="121364"/>
                </a:lnTo>
                <a:lnTo>
                  <a:pt x="372008" y="123070"/>
                </a:lnTo>
                <a:lnTo>
                  <a:pt x="366749" y="124073"/>
                </a:lnTo>
                <a:lnTo>
                  <a:pt x="364695" y="123373"/>
                </a:lnTo>
                <a:lnTo>
                  <a:pt x="363835" y="122385"/>
                </a:lnTo>
                <a:lnTo>
                  <a:pt x="363492" y="118480"/>
                </a:lnTo>
                <a:lnTo>
                  <a:pt x="364880" y="116567"/>
                </a:lnTo>
                <a:lnTo>
                  <a:pt x="369851" y="116381"/>
                </a:lnTo>
                <a:lnTo>
                  <a:pt x="372079" y="117819"/>
                </a:lnTo>
                <a:close/>
                <a:moveTo>
                  <a:pt x="414315" y="118340"/>
                </a:moveTo>
                <a:lnTo>
                  <a:pt x="415999" y="121176"/>
                </a:lnTo>
                <a:lnTo>
                  <a:pt x="415372" y="123424"/>
                </a:lnTo>
                <a:lnTo>
                  <a:pt x="413443" y="124358"/>
                </a:lnTo>
                <a:lnTo>
                  <a:pt x="411017" y="124730"/>
                </a:lnTo>
                <a:lnTo>
                  <a:pt x="407430" y="124068"/>
                </a:lnTo>
                <a:lnTo>
                  <a:pt x="406743" y="120828"/>
                </a:lnTo>
                <a:lnTo>
                  <a:pt x="407661" y="117588"/>
                </a:lnTo>
                <a:lnTo>
                  <a:pt x="408742" y="116883"/>
                </a:lnTo>
                <a:lnTo>
                  <a:pt x="410815" y="116662"/>
                </a:lnTo>
                <a:lnTo>
                  <a:pt x="414315" y="118340"/>
                </a:lnTo>
                <a:close/>
                <a:moveTo>
                  <a:pt x="401471" y="120943"/>
                </a:moveTo>
                <a:lnTo>
                  <a:pt x="402021" y="122861"/>
                </a:lnTo>
                <a:lnTo>
                  <a:pt x="401517" y="124607"/>
                </a:lnTo>
                <a:lnTo>
                  <a:pt x="399974" y="125398"/>
                </a:lnTo>
                <a:lnTo>
                  <a:pt x="398259" y="124940"/>
                </a:lnTo>
                <a:lnTo>
                  <a:pt x="397272" y="123046"/>
                </a:lnTo>
                <a:lnTo>
                  <a:pt x="397859" y="120939"/>
                </a:lnTo>
                <a:lnTo>
                  <a:pt x="399559" y="120013"/>
                </a:lnTo>
                <a:lnTo>
                  <a:pt x="401471" y="120943"/>
                </a:lnTo>
                <a:close/>
                <a:moveTo>
                  <a:pt x="380700" y="122737"/>
                </a:moveTo>
                <a:lnTo>
                  <a:pt x="379969" y="123593"/>
                </a:lnTo>
                <a:lnTo>
                  <a:pt x="378993" y="123178"/>
                </a:lnTo>
                <a:lnTo>
                  <a:pt x="379937" y="121893"/>
                </a:lnTo>
                <a:lnTo>
                  <a:pt x="380700" y="122737"/>
                </a:lnTo>
                <a:close/>
                <a:moveTo>
                  <a:pt x="434391" y="125398"/>
                </a:moveTo>
                <a:lnTo>
                  <a:pt x="436221" y="126470"/>
                </a:lnTo>
                <a:lnTo>
                  <a:pt x="436525" y="127264"/>
                </a:lnTo>
                <a:lnTo>
                  <a:pt x="436100" y="128045"/>
                </a:lnTo>
                <a:lnTo>
                  <a:pt x="433289" y="129190"/>
                </a:lnTo>
                <a:lnTo>
                  <a:pt x="431856" y="128901"/>
                </a:lnTo>
                <a:lnTo>
                  <a:pt x="430848" y="128067"/>
                </a:lnTo>
                <a:lnTo>
                  <a:pt x="430570" y="126394"/>
                </a:lnTo>
                <a:lnTo>
                  <a:pt x="431499" y="125398"/>
                </a:lnTo>
                <a:lnTo>
                  <a:pt x="432540" y="124762"/>
                </a:lnTo>
                <a:lnTo>
                  <a:pt x="434391" y="125398"/>
                </a:lnTo>
                <a:close/>
                <a:moveTo>
                  <a:pt x="401644" y="136738"/>
                </a:moveTo>
                <a:lnTo>
                  <a:pt x="402623" y="138960"/>
                </a:lnTo>
                <a:lnTo>
                  <a:pt x="402060" y="142323"/>
                </a:lnTo>
                <a:lnTo>
                  <a:pt x="399903" y="143735"/>
                </a:lnTo>
                <a:lnTo>
                  <a:pt x="397372" y="143435"/>
                </a:lnTo>
                <a:lnTo>
                  <a:pt x="396341" y="141091"/>
                </a:lnTo>
                <a:lnTo>
                  <a:pt x="397169" y="137802"/>
                </a:lnTo>
                <a:lnTo>
                  <a:pt x="399547" y="135827"/>
                </a:lnTo>
                <a:lnTo>
                  <a:pt x="401644" y="136738"/>
                </a:lnTo>
                <a:close/>
                <a:moveTo>
                  <a:pt x="382436" y="138705"/>
                </a:moveTo>
                <a:lnTo>
                  <a:pt x="382931" y="141043"/>
                </a:lnTo>
                <a:lnTo>
                  <a:pt x="381778" y="142409"/>
                </a:lnTo>
                <a:lnTo>
                  <a:pt x="380295" y="142608"/>
                </a:lnTo>
                <a:lnTo>
                  <a:pt x="378386" y="142119"/>
                </a:lnTo>
                <a:lnTo>
                  <a:pt x="376397" y="140434"/>
                </a:lnTo>
                <a:lnTo>
                  <a:pt x="376835" y="138903"/>
                </a:lnTo>
                <a:lnTo>
                  <a:pt x="378991" y="137647"/>
                </a:lnTo>
                <a:lnTo>
                  <a:pt x="381293" y="137731"/>
                </a:lnTo>
                <a:lnTo>
                  <a:pt x="382436" y="138705"/>
                </a:lnTo>
                <a:close/>
                <a:moveTo>
                  <a:pt x="394528" y="145880"/>
                </a:moveTo>
                <a:lnTo>
                  <a:pt x="396654" y="148976"/>
                </a:lnTo>
                <a:lnTo>
                  <a:pt x="396900" y="150552"/>
                </a:lnTo>
                <a:lnTo>
                  <a:pt x="396201" y="151808"/>
                </a:lnTo>
                <a:lnTo>
                  <a:pt x="394553" y="152806"/>
                </a:lnTo>
                <a:lnTo>
                  <a:pt x="391305" y="153757"/>
                </a:lnTo>
                <a:lnTo>
                  <a:pt x="388794" y="153863"/>
                </a:lnTo>
                <a:lnTo>
                  <a:pt x="383702" y="152955"/>
                </a:lnTo>
                <a:lnTo>
                  <a:pt x="381720" y="151839"/>
                </a:lnTo>
                <a:lnTo>
                  <a:pt x="381471" y="150677"/>
                </a:lnTo>
                <a:lnTo>
                  <a:pt x="382436" y="147905"/>
                </a:lnTo>
                <a:lnTo>
                  <a:pt x="383820" y="145433"/>
                </a:lnTo>
                <a:lnTo>
                  <a:pt x="385385" y="144256"/>
                </a:lnTo>
                <a:lnTo>
                  <a:pt x="392734" y="143855"/>
                </a:lnTo>
                <a:lnTo>
                  <a:pt x="394528" y="145880"/>
                </a:lnTo>
                <a:close/>
                <a:moveTo>
                  <a:pt x="401586" y="154732"/>
                </a:moveTo>
                <a:lnTo>
                  <a:pt x="402845" y="157422"/>
                </a:lnTo>
                <a:lnTo>
                  <a:pt x="402107" y="160286"/>
                </a:lnTo>
                <a:lnTo>
                  <a:pt x="399762" y="161200"/>
                </a:lnTo>
                <a:lnTo>
                  <a:pt x="397426" y="160712"/>
                </a:lnTo>
                <a:lnTo>
                  <a:pt x="396597" y="158604"/>
                </a:lnTo>
                <a:lnTo>
                  <a:pt x="398198" y="154774"/>
                </a:lnTo>
                <a:lnTo>
                  <a:pt x="399670" y="153776"/>
                </a:lnTo>
                <a:lnTo>
                  <a:pt x="401586" y="154732"/>
                </a:lnTo>
                <a:close/>
                <a:moveTo>
                  <a:pt x="379832" y="155426"/>
                </a:moveTo>
                <a:lnTo>
                  <a:pt x="381908" y="157502"/>
                </a:lnTo>
                <a:lnTo>
                  <a:pt x="382119" y="159062"/>
                </a:lnTo>
                <a:lnTo>
                  <a:pt x="381684" y="159881"/>
                </a:lnTo>
                <a:lnTo>
                  <a:pt x="378277" y="160727"/>
                </a:lnTo>
                <a:lnTo>
                  <a:pt x="375088" y="159708"/>
                </a:lnTo>
                <a:lnTo>
                  <a:pt x="374401" y="157813"/>
                </a:lnTo>
                <a:lnTo>
                  <a:pt x="375864" y="155657"/>
                </a:lnTo>
                <a:lnTo>
                  <a:pt x="377315" y="154934"/>
                </a:lnTo>
                <a:lnTo>
                  <a:pt x="379832" y="155426"/>
                </a:lnTo>
                <a:close/>
                <a:moveTo>
                  <a:pt x="380121" y="171337"/>
                </a:moveTo>
                <a:lnTo>
                  <a:pt x="381764" y="172973"/>
                </a:lnTo>
                <a:lnTo>
                  <a:pt x="381151" y="174786"/>
                </a:lnTo>
                <a:lnTo>
                  <a:pt x="378192" y="176512"/>
                </a:lnTo>
                <a:lnTo>
                  <a:pt x="376728" y="176674"/>
                </a:lnTo>
                <a:lnTo>
                  <a:pt x="375644" y="176180"/>
                </a:lnTo>
                <a:lnTo>
                  <a:pt x="374799" y="174253"/>
                </a:lnTo>
                <a:lnTo>
                  <a:pt x="375302" y="171323"/>
                </a:lnTo>
                <a:lnTo>
                  <a:pt x="377556" y="170511"/>
                </a:lnTo>
                <a:lnTo>
                  <a:pt x="380121" y="171337"/>
                </a:lnTo>
                <a:close/>
                <a:moveTo>
                  <a:pt x="402570" y="171395"/>
                </a:moveTo>
                <a:lnTo>
                  <a:pt x="403371" y="172195"/>
                </a:lnTo>
                <a:lnTo>
                  <a:pt x="403691" y="173557"/>
                </a:lnTo>
                <a:lnTo>
                  <a:pt x="401991" y="175676"/>
                </a:lnTo>
                <a:lnTo>
                  <a:pt x="399836" y="176150"/>
                </a:lnTo>
                <a:lnTo>
                  <a:pt x="398308" y="175350"/>
                </a:lnTo>
                <a:lnTo>
                  <a:pt x="397266" y="174087"/>
                </a:lnTo>
                <a:lnTo>
                  <a:pt x="397045" y="172153"/>
                </a:lnTo>
                <a:lnTo>
                  <a:pt x="398208" y="170758"/>
                </a:lnTo>
                <a:lnTo>
                  <a:pt x="400345" y="170537"/>
                </a:lnTo>
                <a:lnTo>
                  <a:pt x="402570" y="171395"/>
                </a:lnTo>
                <a:close/>
                <a:moveTo>
                  <a:pt x="394759" y="179495"/>
                </a:moveTo>
                <a:lnTo>
                  <a:pt x="397981" y="181887"/>
                </a:lnTo>
                <a:lnTo>
                  <a:pt x="398354" y="184389"/>
                </a:lnTo>
                <a:lnTo>
                  <a:pt x="397001" y="186280"/>
                </a:lnTo>
                <a:lnTo>
                  <a:pt x="394354" y="188463"/>
                </a:lnTo>
                <a:lnTo>
                  <a:pt x="390496" y="190136"/>
                </a:lnTo>
                <a:lnTo>
                  <a:pt x="386548" y="189791"/>
                </a:lnTo>
                <a:lnTo>
                  <a:pt x="384036" y="188477"/>
                </a:lnTo>
                <a:lnTo>
                  <a:pt x="380904" y="185295"/>
                </a:lnTo>
                <a:lnTo>
                  <a:pt x="379653" y="183002"/>
                </a:lnTo>
                <a:lnTo>
                  <a:pt x="379942" y="181856"/>
                </a:lnTo>
                <a:lnTo>
                  <a:pt x="381197" y="180760"/>
                </a:lnTo>
                <a:lnTo>
                  <a:pt x="387175" y="177891"/>
                </a:lnTo>
                <a:lnTo>
                  <a:pt x="390130" y="177662"/>
                </a:lnTo>
                <a:lnTo>
                  <a:pt x="394759" y="179495"/>
                </a:lnTo>
                <a:close/>
                <a:moveTo>
                  <a:pt x="379832" y="189909"/>
                </a:moveTo>
                <a:lnTo>
                  <a:pt x="381843" y="193004"/>
                </a:lnTo>
                <a:lnTo>
                  <a:pt x="382169" y="195256"/>
                </a:lnTo>
                <a:lnTo>
                  <a:pt x="381730" y="196654"/>
                </a:lnTo>
                <a:lnTo>
                  <a:pt x="373873" y="201712"/>
                </a:lnTo>
                <a:lnTo>
                  <a:pt x="371769" y="202114"/>
                </a:lnTo>
                <a:lnTo>
                  <a:pt x="370624" y="200486"/>
                </a:lnTo>
                <a:lnTo>
                  <a:pt x="370478" y="197575"/>
                </a:lnTo>
                <a:lnTo>
                  <a:pt x="372225" y="192437"/>
                </a:lnTo>
                <a:lnTo>
                  <a:pt x="373935" y="190304"/>
                </a:lnTo>
                <a:lnTo>
                  <a:pt x="375791" y="189188"/>
                </a:lnTo>
                <a:lnTo>
                  <a:pt x="377773" y="189053"/>
                </a:lnTo>
                <a:lnTo>
                  <a:pt x="379832" y="189909"/>
                </a:lnTo>
                <a:close/>
                <a:moveTo>
                  <a:pt x="405579" y="189851"/>
                </a:moveTo>
                <a:lnTo>
                  <a:pt x="406799" y="194292"/>
                </a:lnTo>
                <a:lnTo>
                  <a:pt x="407209" y="199241"/>
                </a:lnTo>
                <a:lnTo>
                  <a:pt x="405776" y="201666"/>
                </a:lnTo>
                <a:lnTo>
                  <a:pt x="404075" y="202227"/>
                </a:lnTo>
                <a:lnTo>
                  <a:pt x="397958" y="197575"/>
                </a:lnTo>
                <a:lnTo>
                  <a:pt x="397327" y="196649"/>
                </a:lnTo>
                <a:lnTo>
                  <a:pt x="397190" y="194864"/>
                </a:lnTo>
                <a:lnTo>
                  <a:pt x="398037" y="192282"/>
                </a:lnTo>
                <a:lnTo>
                  <a:pt x="400363" y="189972"/>
                </a:lnTo>
                <a:lnTo>
                  <a:pt x="403271" y="188999"/>
                </a:lnTo>
                <a:lnTo>
                  <a:pt x="405579" y="189851"/>
                </a:lnTo>
                <a:close/>
                <a:moveTo>
                  <a:pt x="394528" y="200786"/>
                </a:moveTo>
                <a:lnTo>
                  <a:pt x="400026" y="204149"/>
                </a:lnTo>
                <a:lnTo>
                  <a:pt x="401923" y="205909"/>
                </a:lnTo>
                <a:lnTo>
                  <a:pt x="402780" y="208959"/>
                </a:lnTo>
                <a:lnTo>
                  <a:pt x="401145" y="211714"/>
                </a:lnTo>
                <a:lnTo>
                  <a:pt x="393766" y="216448"/>
                </a:lnTo>
                <a:lnTo>
                  <a:pt x="390572" y="217102"/>
                </a:lnTo>
                <a:lnTo>
                  <a:pt x="387580" y="216194"/>
                </a:lnTo>
                <a:lnTo>
                  <a:pt x="380078" y="210752"/>
                </a:lnTo>
                <a:lnTo>
                  <a:pt x="379555" y="208712"/>
                </a:lnTo>
                <a:lnTo>
                  <a:pt x="379980" y="205823"/>
                </a:lnTo>
                <a:lnTo>
                  <a:pt x="385271" y="201654"/>
                </a:lnTo>
                <a:lnTo>
                  <a:pt x="387500" y="200281"/>
                </a:lnTo>
                <a:lnTo>
                  <a:pt x="390550" y="199332"/>
                </a:lnTo>
                <a:lnTo>
                  <a:pt x="393132" y="199743"/>
                </a:lnTo>
                <a:lnTo>
                  <a:pt x="394528" y="200786"/>
                </a:lnTo>
                <a:close/>
                <a:moveTo>
                  <a:pt x="374451" y="214961"/>
                </a:moveTo>
                <a:lnTo>
                  <a:pt x="379439" y="218303"/>
                </a:lnTo>
                <a:lnTo>
                  <a:pt x="381129" y="219983"/>
                </a:lnTo>
                <a:lnTo>
                  <a:pt x="381792" y="221810"/>
                </a:lnTo>
                <a:lnTo>
                  <a:pt x="381421" y="223630"/>
                </a:lnTo>
                <a:lnTo>
                  <a:pt x="380007" y="225289"/>
                </a:lnTo>
                <a:lnTo>
                  <a:pt x="372801" y="230163"/>
                </a:lnTo>
                <a:lnTo>
                  <a:pt x="369052" y="231791"/>
                </a:lnTo>
                <a:lnTo>
                  <a:pt x="366933" y="231987"/>
                </a:lnTo>
                <a:lnTo>
                  <a:pt x="366030" y="230947"/>
                </a:lnTo>
                <a:lnTo>
                  <a:pt x="365744" y="227686"/>
                </a:lnTo>
                <a:lnTo>
                  <a:pt x="366712" y="220963"/>
                </a:lnTo>
                <a:lnTo>
                  <a:pt x="368006" y="216871"/>
                </a:lnTo>
                <a:lnTo>
                  <a:pt x="369591" y="214383"/>
                </a:lnTo>
                <a:lnTo>
                  <a:pt x="371057" y="213472"/>
                </a:lnTo>
                <a:lnTo>
                  <a:pt x="372316" y="213474"/>
                </a:lnTo>
                <a:lnTo>
                  <a:pt x="374451" y="214961"/>
                </a:lnTo>
                <a:close/>
                <a:moveTo>
                  <a:pt x="410612" y="214556"/>
                </a:moveTo>
                <a:lnTo>
                  <a:pt x="411347" y="219197"/>
                </a:lnTo>
                <a:lnTo>
                  <a:pt x="411943" y="230004"/>
                </a:lnTo>
                <a:lnTo>
                  <a:pt x="408997" y="231144"/>
                </a:lnTo>
                <a:lnTo>
                  <a:pt x="399591" y="224763"/>
                </a:lnTo>
                <a:lnTo>
                  <a:pt x="398522" y="223363"/>
                </a:lnTo>
                <a:lnTo>
                  <a:pt x="398057" y="220863"/>
                </a:lnTo>
                <a:lnTo>
                  <a:pt x="399168" y="218585"/>
                </a:lnTo>
                <a:lnTo>
                  <a:pt x="403575" y="215409"/>
                </a:lnTo>
                <a:lnTo>
                  <a:pt x="408529" y="213890"/>
                </a:lnTo>
                <a:lnTo>
                  <a:pt x="410612" y="214556"/>
                </a:lnTo>
                <a:close/>
                <a:moveTo>
                  <a:pt x="394644" y="228731"/>
                </a:moveTo>
                <a:lnTo>
                  <a:pt x="404597" y="235879"/>
                </a:lnTo>
                <a:lnTo>
                  <a:pt x="406577" y="238155"/>
                </a:lnTo>
                <a:lnTo>
                  <a:pt x="405838" y="239853"/>
                </a:lnTo>
                <a:lnTo>
                  <a:pt x="397316" y="244448"/>
                </a:lnTo>
                <a:lnTo>
                  <a:pt x="390739" y="247077"/>
                </a:lnTo>
                <a:lnTo>
                  <a:pt x="388563" y="247329"/>
                </a:lnTo>
                <a:lnTo>
                  <a:pt x="379547" y="243464"/>
                </a:lnTo>
                <a:lnTo>
                  <a:pt x="375428" y="240734"/>
                </a:lnTo>
                <a:lnTo>
                  <a:pt x="373550" y="238826"/>
                </a:lnTo>
                <a:lnTo>
                  <a:pt x="373584" y="237352"/>
                </a:lnTo>
                <a:lnTo>
                  <a:pt x="374980" y="235941"/>
                </a:lnTo>
                <a:lnTo>
                  <a:pt x="387546" y="226864"/>
                </a:lnTo>
                <a:lnTo>
                  <a:pt x="390458" y="226547"/>
                </a:lnTo>
                <a:lnTo>
                  <a:pt x="394644" y="228731"/>
                </a:lnTo>
                <a:close/>
                <a:moveTo>
                  <a:pt x="371327" y="245047"/>
                </a:moveTo>
                <a:lnTo>
                  <a:pt x="377159" y="249446"/>
                </a:lnTo>
                <a:lnTo>
                  <a:pt x="378833" y="251528"/>
                </a:lnTo>
                <a:lnTo>
                  <a:pt x="378793" y="252515"/>
                </a:lnTo>
                <a:lnTo>
                  <a:pt x="377452" y="253564"/>
                </a:lnTo>
                <a:lnTo>
                  <a:pt x="372390" y="255562"/>
                </a:lnTo>
                <a:lnTo>
                  <a:pt x="367556" y="258205"/>
                </a:lnTo>
                <a:lnTo>
                  <a:pt x="365972" y="258317"/>
                </a:lnTo>
                <a:lnTo>
                  <a:pt x="363641" y="257412"/>
                </a:lnTo>
                <a:lnTo>
                  <a:pt x="362589" y="256053"/>
                </a:lnTo>
                <a:lnTo>
                  <a:pt x="362499" y="253764"/>
                </a:lnTo>
                <a:lnTo>
                  <a:pt x="363974" y="248166"/>
                </a:lnTo>
                <a:lnTo>
                  <a:pt x="365628" y="244393"/>
                </a:lnTo>
                <a:lnTo>
                  <a:pt x="367733" y="243575"/>
                </a:lnTo>
                <a:lnTo>
                  <a:pt x="371327" y="245047"/>
                </a:lnTo>
                <a:close/>
                <a:moveTo>
                  <a:pt x="413331" y="245278"/>
                </a:moveTo>
                <a:lnTo>
                  <a:pt x="414699" y="247737"/>
                </a:lnTo>
                <a:lnTo>
                  <a:pt x="415696" y="253234"/>
                </a:lnTo>
                <a:lnTo>
                  <a:pt x="415303" y="258418"/>
                </a:lnTo>
                <a:lnTo>
                  <a:pt x="414199" y="260321"/>
                </a:lnTo>
                <a:lnTo>
                  <a:pt x="412364" y="260326"/>
                </a:lnTo>
                <a:lnTo>
                  <a:pt x="408152" y="258663"/>
                </a:lnTo>
                <a:lnTo>
                  <a:pt x="398394" y="252487"/>
                </a:lnTo>
                <a:lnTo>
                  <a:pt x="398187" y="251635"/>
                </a:lnTo>
                <a:lnTo>
                  <a:pt x="399053" y="250059"/>
                </a:lnTo>
                <a:lnTo>
                  <a:pt x="404995" y="245421"/>
                </a:lnTo>
                <a:lnTo>
                  <a:pt x="407835" y="244273"/>
                </a:lnTo>
                <a:lnTo>
                  <a:pt x="410370" y="243993"/>
                </a:lnTo>
                <a:lnTo>
                  <a:pt x="413331" y="245278"/>
                </a:lnTo>
                <a:close/>
                <a:moveTo>
                  <a:pt x="395743" y="258701"/>
                </a:moveTo>
                <a:lnTo>
                  <a:pt x="405716" y="264385"/>
                </a:lnTo>
                <a:lnTo>
                  <a:pt x="407052" y="265587"/>
                </a:lnTo>
                <a:lnTo>
                  <a:pt x="407194" y="266953"/>
                </a:lnTo>
                <a:lnTo>
                  <a:pt x="406020" y="269180"/>
                </a:lnTo>
                <a:lnTo>
                  <a:pt x="403549" y="271673"/>
                </a:lnTo>
                <a:lnTo>
                  <a:pt x="390589" y="280960"/>
                </a:lnTo>
                <a:lnTo>
                  <a:pt x="387613" y="280548"/>
                </a:lnTo>
                <a:lnTo>
                  <a:pt x="384475" y="278848"/>
                </a:lnTo>
                <a:lnTo>
                  <a:pt x="372913" y="270070"/>
                </a:lnTo>
                <a:lnTo>
                  <a:pt x="369221" y="266130"/>
                </a:lnTo>
                <a:lnTo>
                  <a:pt x="369666" y="264635"/>
                </a:lnTo>
                <a:lnTo>
                  <a:pt x="372374" y="262588"/>
                </a:lnTo>
                <a:lnTo>
                  <a:pt x="385019" y="255850"/>
                </a:lnTo>
                <a:lnTo>
                  <a:pt x="387053" y="255473"/>
                </a:lnTo>
                <a:lnTo>
                  <a:pt x="389404" y="255804"/>
                </a:lnTo>
                <a:lnTo>
                  <a:pt x="395743" y="258701"/>
                </a:lnTo>
                <a:close/>
                <a:moveTo>
                  <a:pt x="365599" y="272413"/>
                </a:moveTo>
                <a:lnTo>
                  <a:pt x="378973" y="282464"/>
                </a:lnTo>
                <a:lnTo>
                  <a:pt x="380938" y="284367"/>
                </a:lnTo>
                <a:lnTo>
                  <a:pt x="381065" y="285634"/>
                </a:lnTo>
                <a:lnTo>
                  <a:pt x="379743" y="288225"/>
                </a:lnTo>
                <a:lnTo>
                  <a:pt x="377826" y="290103"/>
                </a:lnTo>
                <a:lnTo>
                  <a:pt x="364174" y="300325"/>
                </a:lnTo>
                <a:lnTo>
                  <a:pt x="360004" y="302765"/>
                </a:lnTo>
                <a:lnTo>
                  <a:pt x="358341" y="303148"/>
                </a:lnTo>
                <a:lnTo>
                  <a:pt x="356923" y="301531"/>
                </a:lnTo>
                <a:lnTo>
                  <a:pt x="356697" y="298539"/>
                </a:lnTo>
                <a:lnTo>
                  <a:pt x="358758" y="288874"/>
                </a:lnTo>
                <a:lnTo>
                  <a:pt x="360615" y="273825"/>
                </a:lnTo>
                <a:lnTo>
                  <a:pt x="362038" y="271475"/>
                </a:lnTo>
                <a:lnTo>
                  <a:pt x="363531" y="271425"/>
                </a:lnTo>
                <a:lnTo>
                  <a:pt x="365599" y="272413"/>
                </a:lnTo>
                <a:close/>
                <a:moveTo>
                  <a:pt x="416745" y="274728"/>
                </a:moveTo>
                <a:lnTo>
                  <a:pt x="417857" y="278023"/>
                </a:lnTo>
                <a:lnTo>
                  <a:pt x="419920" y="295085"/>
                </a:lnTo>
                <a:lnTo>
                  <a:pt x="419557" y="301232"/>
                </a:lnTo>
                <a:lnTo>
                  <a:pt x="419059" y="302441"/>
                </a:lnTo>
                <a:lnTo>
                  <a:pt x="418041" y="302878"/>
                </a:lnTo>
                <a:lnTo>
                  <a:pt x="415443" y="302051"/>
                </a:lnTo>
                <a:lnTo>
                  <a:pt x="412772" y="300388"/>
                </a:lnTo>
                <a:lnTo>
                  <a:pt x="397768" y="289308"/>
                </a:lnTo>
                <a:lnTo>
                  <a:pt x="397768" y="284274"/>
                </a:lnTo>
                <a:lnTo>
                  <a:pt x="412601" y="273289"/>
                </a:lnTo>
                <a:lnTo>
                  <a:pt x="414521" y="273065"/>
                </a:lnTo>
                <a:lnTo>
                  <a:pt x="416745" y="274728"/>
                </a:lnTo>
                <a:close/>
                <a:moveTo>
                  <a:pt x="557454" y="98842"/>
                </a:moveTo>
                <a:lnTo>
                  <a:pt x="539653" y="99708"/>
                </a:lnTo>
                <a:lnTo>
                  <a:pt x="487691" y="100320"/>
                </a:lnTo>
                <a:lnTo>
                  <a:pt x="471819" y="102189"/>
                </a:lnTo>
                <a:lnTo>
                  <a:pt x="466778" y="103313"/>
                </a:lnTo>
                <a:lnTo>
                  <a:pt x="466784" y="103844"/>
                </a:lnTo>
                <a:lnTo>
                  <a:pt x="474486" y="106227"/>
                </a:lnTo>
                <a:lnTo>
                  <a:pt x="475781" y="107376"/>
                </a:lnTo>
                <a:lnTo>
                  <a:pt x="476014" y="108830"/>
                </a:lnTo>
                <a:lnTo>
                  <a:pt x="470469" y="119988"/>
                </a:lnTo>
                <a:lnTo>
                  <a:pt x="469008" y="121293"/>
                </a:lnTo>
                <a:lnTo>
                  <a:pt x="465111" y="123055"/>
                </a:lnTo>
                <a:lnTo>
                  <a:pt x="463580" y="125167"/>
                </a:lnTo>
                <a:lnTo>
                  <a:pt x="463612" y="127716"/>
                </a:lnTo>
                <a:lnTo>
                  <a:pt x="465723" y="131115"/>
                </a:lnTo>
                <a:lnTo>
                  <a:pt x="466197" y="132940"/>
                </a:lnTo>
                <a:lnTo>
                  <a:pt x="466014" y="134995"/>
                </a:lnTo>
                <a:lnTo>
                  <a:pt x="464878" y="138058"/>
                </a:lnTo>
                <a:lnTo>
                  <a:pt x="464116" y="139002"/>
                </a:lnTo>
                <a:lnTo>
                  <a:pt x="462675" y="139607"/>
                </a:lnTo>
                <a:lnTo>
                  <a:pt x="445622" y="138734"/>
                </a:lnTo>
                <a:lnTo>
                  <a:pt x="440640" y="139219"/>
                </a:lnTo>
                <a:lnTo>
                  <a:pt x="438821" y="140102"/>
                </a:lnTo>
                <a:lnTo>
                  <a:pt x="437762" y="141553"/>
                </a:lnTo>
                <a:lnTo>
                  <a:pt x="435343" y="147344"/>
                </a:lnTo>
                <a:lnTo>
                  <a:pt x="433654" y="149669"/>
                </a:lnTo>
                <a:lnTo>
                  <a:pt x="431645" y="151356"/>
                </a:lnTo>
                <a:lnTo>
                  <a:pt x="426539" y="153372"/>
                </a:lnTo>
                <a:lnTo>
                  <a:pt x="424563" y="155036"/>
                </a:lnTo>
                <a:lnTo>
                  <a:pt x="422592" y="158206"/>
                </a:lnTo>
                <a:lnTo>
                  <a:pt x="420130" y="165580"/>
                </a:lnTo>
                <a:lnTo>
                  <a:pt x="411726" y="173232"/>
                </a:lnTo>
                <a:lnTo>
                  <a:pt x="411235" y="174430"/>
                </a:lnTo>
                <a:lnTo>
                  <a:pt x="411480" y="176370"/>
                </a:lnTo>
                <a:lnTo>
                  <a:pt x="414950" y="179306"/>
                </a:lnTo>
                <a:lnTo>
                  <a:pt x="419978" y="182029"/>
                </a:lnTo>
                <a:lnTo>
                  <a:pt x="427888" y="185361"/>
                </a:lnTo>
                <a:lnTo>
                  <a:pt x="432902" y="188564"/>
                </a:lnTo>
                <a:lnTo>
                  <a:pt x="437812" y="190017"/>
                </a:lnTo>
                <a:lnTo>
                  <a:pt x="441363" y="192701"/>
                </a:lnTo>
                <a:lnTo>
                  <a:pt x="447305" y="194990"/>
                </a:lnTo>
                <a:lnTo>
                  <a:pt x="464974" y="205054"/>
                </a:lnTo>
                <a:lnTo>
                  <a:pt x="473337" y="208893"/>
                </a:lnTo>
                <a:lnTo>
                  <a:pt x="478327" y="212157"/>
                </a:lnTo>
                <a:lnTo>
                  <a:pt x="515465" y="230871"/>
                </a:lnTo>
                <a:lnTo>
                  <a:pt x="543985" y="243895"/>
                </a:lnTo>
                <a:lnTo>
                  <a:pt x="556403" y="248782"/>
                </a:lnTo>
                <a:lnTo>
                  <a:pt x="605096" y="264708"/>
                </a:lnTo>
                <a:lnTo>
                  <a:pt x="622579" y="272037"/>
                </a:lnTo>
                <a:lnTo>
                  <a:pt x="649396" y="281034"/>
                </a:lnTo>
                <a:lnTo>
                  <a:pt x="658031" y="283428"/>
                </a:lnTo>
                <a:lnTo>
                  <a:pt x="677760" y="290132"/>
                </a:lnTo>
                <a:lnTo>
                  <a:pt x="686728" y="292620"/>
                </a:lnTo>
                <a:lnTo>
                  <a:pt x="707217" y="299544"/>
                </a:lnTo>
                <a:lnTo>
                  <a:pt x="715828" y="301889"/>
                </a:lnTo>
                <a:lnTo>
                  <a:pt x="749901" y="313179"/>
                </a:lnTo>
                <a:lnTo>
                  <a:pt x="789439" y="325193"/>
                </a:lnTo>
                <a:lnTo>
                  <a:pt x="824439" y="336628"/>
                </a:lnTo>
                <a:lnTo>
                  <a:pt x="833671" y="338956"/>
                </a:lnTo>
                <a:lnTo>
                  <a:pt x="840809" y="341664"/>
                </a:lnTo>
                <a:lnTo>
                  <a:pt x="847659" y="343193"/>
                </a:lnTo>
                <a:lnTo>
                  <a:pt x="849910" y="343004"/>
                </a:lnTo>
                <a:lnTo>
                  <a:pt x="850843" y="341685"/>
                </a:lnTo>
                <a:lnTo>
                  <a:pt x="850872" y="339945"/>
                </a:lnTo>
                <a:lnTo>
                  <a:pt x="848622" y="338067"/>
                </a:lnTo>
                <a:lnTo>
                  <a:pt x="842928" y="336606"/>
                </a:lnTo>
                <a:lnTo>
                  <a:pt x="808379" y="324603"/>
                </a:lnTo>
                <a:lnTo>
                  <a:pt x="641801" y="269609"/>
                </a:lnTo>
                <a:lnTo>
                  <a:pt x="551018" y="238944"/>
                </a:lnTo>
                <a:lnTo>
                  <a:pt x="510487" y="221023"/>
                </a:lnTo>
                <a:lnTo>
                  <a:pt x="480092" y="206486"/>
                </a:lnTo>
                <a:lnTo>
                  <a:pt x="479201" y="205375"/>
                </a:lnTo>
                <a:lnTo>
                  <a:pt x="479684" y="204348"/>
                </a:lnTo>
                <a:lnTo>
                  <a:pt x="482866" y="203236"/>
                </a:lnTo>
                <a:lnTo>
                  <a:pt x="488430" y="202695"/>
                </a:lnTo>
                <a:lnTo>
                  <a:pt x="490750" y="199313"/>
                </a:lnTo>
                <a:lnTo>
                  <a:pt x="492986" y="198168"/>
                </a:lnTo>
                <a:lnTo>
                  <a:pt x="495698" y="198645"/>
                </a:lnTo>
                <a:lnTo>
                  <a:pt x="498862" y="200733"/>
                </a:lnTo>
                <a:lnTo>
                  <a:pt x="505787" y="208655"/>
                </a:lnTo>
                <a:lnTo>
                  <a:pt x="513829" y="207903"/>
                </a:lnTo>
                <a:lnTo>
                  <a:pt x="541545" y="221304"/>
                </a:lnTo>
                <a:lnTo>
                  <a:pt x="562530" y="229825"/>
                </a:lnTo>
                <a:lnTo>
                  <a:pt x="594634" y="239148"/>
                </a:lnTo>
                <a:lnTo>
                  <a:pt x="605663" y="241583"/>
                </a:lnTo>
                <a:lnTo>
                  <a:pt x="612577" y="243875"/>
                </a:lnTo>
                <a:lnTo>
                  <a:pt x="623029" y="246065"/>
                </a:lnTo>
                <a:lnTo>
                  <a:pt x="627736" y="248186"/>
                </a:lnTo>
                <a:lnTo>
                  <a:pt x="636731" y="251093"/>
                </a:lnTo>
                <a:lnTo>
                  <a:pt x="641485" y="253506"/>
                </a:lnTo>
                <a:lnTo>
                  <a:pt x="654581" y="258502"/>
                </a:lnTo>
                <a:lnTo>
                  <a:pt x="691152" y="271546"/>
                </a:lnTo>
                <a:lnTo>
                  <a:pt x="724884" y="282786"/>
                </a:lnTo>
                <a:lnTo>
                  <a:pt x="741997" y="287818"/>
                </a:lnTo>
                <a:lnTo>
                  <a:pt x="748303" y="290233"/>
                </a:lnTo>
                <a:lnTo>
                  <a:pt x="780322" y="299899"/>
                </a:lnTo>
                <a:lnTo>
                  <a:pt x="813283" y="309153"/>
                </a:lnTo>
                <a:lnTo>
                  <a:pt x="886045" y="327346"/>
                </a:lnTo>
                <a:lnTo>
                  <a:pt x="931781" y="337115"/>
                </a:lnTo>
                <a:lnTo>
                  <a:pt x="937054" y="337115"/>
                </a:lnTo>
                <a:lnTo>
                  <a:pt x="938743" y="336345"/>
                </a:lnTo>
                <a:lnTo>
                  <a:pt x="939783" y="335218"/>
                </a:lnTo>
                <a:lnTo>
                  <a:pt x="940682" y="331980"/>
                </a:lnTo>
                <a:lnTo>
                  <a:pt x="940063" y="330849"/>
                </a:lnTo>
                <a:lnTo>
                  <a:pt x="938882" y="330355"/>
                </a:lnTo>
                <a:lnTo>
                  <a:pt x="901185" y="322730"/>
                </a:lnTo>
                <a:lnTo>
                  <a:pt x="871607" y="315112"/>
                </a:lnTo>
                <a:lnTo>
                  <a:pt x="823664" y="304112"/>
                </a:lnTo>
                <a:lnTo>
                  <a:pt x="804330" y="299069"/>
                </a:lnTo>
                <a:lnTo>
                  <a:pt x="765010" y="287272"/>
                </a:lnTo>
                <a:lnTo>
                  <a:pt x="695139" y="264328"/>
                </a:lnTo>
                <a:lnTo>
                  <a:pt x="672121" y="257380"/>
                </a:lnTo>
                <a:lnTo>
                  <a:pt x="652876" y="250820"/>
                </a:lnTo>
                <a:lnTo>
                  <a:pt x="644878" y="248964"/>
                </a:lnTo>
                <a:lnTo>
                  <a:pt x="643040" y="247991"/>
                </a:lnTo>
                <a:lnTo>
                  <a:pt x="642706" y="247404"/>
                </a:lnTo>
                <a:lnTo>
                  <a:pt x="643204" y="245982"/>
                </a:lnTo>
                <a:lnTo>
                  <a:pt x="650465" y="240472"/>
                </a:lnTo>
                <a:lnTo>
                  <a:pt x="651753" y="238972"/>
                </a:lnTo>
                <a:lnTo>
                  <a:pt x="652543" y="236135"/>
                </a:lnTo>
                <a:lnTo>
                  <a:pt x="652629" y="228731"/>
                </a:lnTo>
                <a:lnTo>
                  <a:pt x="657595" y="222594"/>
                </a:lnTo>
                <a:lnTo>
                  <a:pt x="658347" y="220033"/>
                </a:lnTo>
                <a:lnTo>
                  <a:pt x="658318" y="215221"/>
                </a:lnTo>
                <a:lnTo>
                  <a:pt x="659539" y="213859"/>
                </a:lnTo>
                <a:lnTo>
                  <a:pt x="661827" y="213321"/>
                </a:lnTo>
                <a:lnTo>
                  <a:pt x="665104" y="213625"/>
                </a:lnTo>
                <a:lnTo>
                  <a:pt x="674339" y="216176"/>
                </a:lnTo>
                <a:lnTo>
                  <a:pt x="685824" y="218548"/>
                </a:lnTo>
                <a:lnTo>
                  <a:pt x="711513" y="225636"/>
                </a:lnTo>
                <a:lnTo>
                  <a:pt x="745925" y="234158"/>
                </a:lnTo>
                <a:lnTo>
                  <a:pt x="748701" y="234516"/>
                </a:lnTo>
                <a:lnTo>
                  <a:pt x="750769" y="234076"/>
                </a:lnTo>
                <a:lnTo>
                  <a:pt x="751934" y="232934"/>
                </a:lnTo>
                <a:lnTo>
                  <a:pt x="752002" y="231189"/>
                </a:lnTo>
                <a:lnTo>
                  <a:pt x="750837" y="229150"/>
                </a:lnTo>
                <a:lnTo>
                  <a:pt x="748917" y="227928"/>
                </a:lnTo>
                <a:lnTo>
                  <a:pt x="732358" y="223603"/>
                </a:lnTo>
                <a:lnTo>
                  <a:pt x="716677" y="220400"/>
                </a:lnTo>
                <a:lnTo>
                  <a:pt x="714505" y="219248"/>
                </a:lnTo>
                <a:lnTo>
                  <a:pt x="713935" y="217880"/>
                </a:lnTo>
                <a:lnTo>
                  <a:pt x="714615" y="216458"/>
                </a:lnTo>
                <a:lnTo>
                  <a:pt x="716455" y="215085"/>
                </a:lnTo>
                <a:lnTo>
                  <a:pt x="726331" y="211359"/>
                </a:lnTo>
                <a:lnTo>
                  <a:pt x="727321" y="209357"/>
                </a:lnTo>
                <a:lnTo>
                  <a:pt x="728665" y="202579"/>
                </a:lnTo>
                <a:lnTo>
                  <a:pt x="731044" y="200164"/>
                </a:lnTo>
                <a:lnTo>
                  <a:pt x="733634" y="199567"/>
                </a:lnTo>
                <a:lnTo>
                  <a:pt x="751532" y="199353"/>
                </a:lnTo>
                <a:lnTo>
                  <a:pt x="756260" y="198705"/>
                </a:lnTo>
                <a:lnTo>
                  <a:pt x="757815" y="197989"/>
                </a:lnTo>
                <a:lnTo>
                  <a:pt x="758384" y="196908"/>
                </a:lnTo>
                <a:lnTo>
                  <a:pt x="757523" y="188938"/>
                </a:lnTo>
                <a:lnTo>
                  <a:pt x="757924" y="185395"/>
                </a:lnTo>
                <a:lnTo>
                  <a:pt x="759262" y="181740"/>
                </a:lnTo>
                <a:lnTo>
                  <a:pt x="762574" y="175768"/>
                </a:lnTo>
                <a:lnTo>
                  <a:pt x="763208" y="172364"/>
                </a:lnTo>
                <a:lnTo>
                  <a:pt x="762541" y="168544"/>
                </a:lnTo>
                <a:lnTo>
                  <a:pt x="760587" y="167083"/>
                </a:lnTo>
                <a:lnTo>
                  <a:pt x="757943" y="167612"/>
                </a:lnTo>
                <a:lnTo>
                  <a:pt x="752593" y="172391"/>
                </a:lnTo>
                <a:lnTo>
                  <a:pt x="745316" y="180912"/>
                </a:lnTo>
                <a:lnTo>
                  <a:pt x="744224" y="182985"/>
                </a:lnTo>
                <a:lnTo>
                  <a:pt x="743523" y="185887"/>
                </a:lnTo>
                <a:lnTo>
                  <a:pt x="741029" y="188269"/>
                </a:lnTo>
                <a:lnTo>
                  <a:pt x="738016" y="188757"/>
                </a:lnTo>
                <a:lnTo>
                  <a:pt x="731745" y="187524"/>
                </a:lnTo>
                <a:lnTo>
                  <a:pt x="727568" y="187399"/>
                </a:lnTo>
                <a:lnTo>
                  <a:pt x="723547" y="188165"/>
                </a:lnTo>
                <a:lnTo>
                  <a:pt x="718944" y="190390"/>
                </a:lnTo>
                <a:lnTo>
                  <a:pt x="717595" y="192650"/>
                </a:lnTo>
                <a:lnTo>
                  <a:pt x="716069" y="199439"/>
                </a:lnTo>
                <a:lnTo>
                  <a:pt x="715396" y="200511"/>
                </a:lnTo>
                <a:lnTo>
                  <a:pt x="714494" y="200820"/>
                </a:lnTo>
                <a:lnTo>
                  <a:pt x="710298" y="199144"/>
                </a:lnTo>
                <a:lnTo>
                  <a:pt x="702905" y="197819"/>
                </a:lnTo>
                <a:lnTo>
                  <a:pt x="697598" y="194133"/>
                </a:lnTo>
                <a:lnTo>
                  <a:pt x="692145" y="192267"/>
                </a:lnTo>
                <a:lnTo>
                  <a:pt x="683759" y="186538"/>
                </a:lnTo>
                <a:lnTo>
                  <a:pt x="676180" y="183868"/>
                </a:lnTo>
                <a:lnTo>
                  <a:pt x="673251" y="183929"/>
                </a:lnTo>
                <a:lnTo>
                  <a:pt x="670825" y="184933"/>
                </a:lnTo>
                <a:lnTo>
                  <a:pt x="659042" y="195845"/>
                </a:lnTo>
                <a:lnTo>
                  <a:pt x="650746" y="201439"/>
                </a:lnTo>
                <a:lnTo>
                  <a:pt x="648504" y="202492"/>
                </a:lnTo>
                <a:lnTo>
                  <a:pt x="646127" y="202905"/>
                </a:lnTo>
                <a:lnTo>
                  <a:pt x="641890" y="202342"/>
                </a:lnTo>
                <a:lnTo>
                  <a:pt x="634506" y="200025"/>
                </a:lnTo>
                <a:lnTo>
                  <a:pt x="622615" y="197517"/>
                </a:lnTo>
                <a:lnTo>
                  <a:pt x="613792" y="194827"/>
                </a:lnTo>
                <a:lnTo>
                  <a:pt x="603412" y="193063"/>
                </a:lnTo>
                <a:lnTo>
                  <a:pt x="595724" y="190612"/>
                </a:lnTo>
                <a:lnTo>
                  <a:pt x="583750" y="188687"/>
                </a:lnTo>
                <a:lnTo>
                  <a:pt x="575617" y="186017"/>
                </a:lnTo>
                <a:lnTo>
                  <a:pt x="564008" y="184494"/>
                </a:lnTo>
                <a:lnTo>
                  <a:pt x="563535" y="185137"/>
                </a:lnTo>
                <a:lnTo>
                  <a:pt x="563812" y="186503"/>
                </a:lnTo>
                <a:lnTo>
                  <a:pt x="566303" y="188065"/>
                </a:lnTo>
                <a:lnTo>
                  <a:pt x="576857" y="190278"/>
                </a:lnTo>
                <a:lnTo>
                  <a:pt x="583983" y="193485"/>
                </a:lnTo>
                <a:lnTo>
                  <a:pt x="593361" y="195131"/>
                </a:lnTo>
                <a:lnTo>
                  <a:pt x="603199" y="198008"/>
                </a:lnTo>
                <a:lnTo>
                  <a:pt x="613864" y="199448"/>
                </a:lnTo>
                <a:lnTo>
                  <a:pt x="619639" y="202639"/>
                </a:lnTo>
                <a:lnTo>
                  <a:pt x="626340" y="203621"/>
                </a:lnTo>
                <a:lnTo>
                  <a:pt x="642025" y="208722"/>
                </a:lnTo>
                <a:lnTo>
                  <a:pt x="643101" y="209416"/>
                </a:lnTo>
                <a:lnTo>
                  <a:pt x="644341" y="211273"/>
                </a:lnTo>
                <a:lnTo>
                  <a:pt x="643875" y="215104"/>
                </a:lnTo>
                <a:lnTo>
                  <a:pt x="639180" y="221914"/>
                </a:lnTo>
                <a:lnTo>
                  <a:pt x="636465" y="224341"/>
                </a:lnTo>
                <a:lnTo>
                  <a:pt x="635797" y="224387"/>
                </a:lnTo>
                <a:lnTo>
                  <a:pt x="634577" y="223410"/>
                </a:lnTo>
                <a:lnTo>
                  <a:pt x="631599" y="218461"/>
                </a:lnTo>
                <a:lnTo>
                  <a:pt x="626623" y="212900"/>
                </a:lnTo>
                <a:lnTo>
                  <a:pt x="622350" y="209412"/>
                </a:lnTo>
                <a:lnTo>
                  <a:pt x="615505" y="205170"/>
                </a:lnTo>
                <a:lnTo>
                  <a:pt x="612928" y="205302"/>
                </a:lnTo>
                <a:lnTo>
                  <a:pt x="605454" y="210123"/>
                </a:lnTo>
                <a:lnTo>
                  <a:pt x="602551" y="210846"/>
                </a:lnTo>
                <a:lnTo>
                  <a:pt x="598691" y="209494"/>
                </a:lnTo>
                <a:lnTo>
                  <a:pt x="589936" y="208379"/>
                </a:lnTo>
                <a:lnTo>
                  <a:pt x="584357" y="206225"/>
                </a:lnTo>
                <a:lnTo>
                  <a:pt x="584252" y="201857"/>
                </a:lnTo>
                <a:lnTo>
                  <a:pt x="583366" y="200005"/>
                </a:lnTo>
                <a:lnTo>
                  <a:pt x="575389" y="194480"/>
                </a:lnTo>
                <a:lnTo>
                  <a:pt x="556824" y="193605"/>
                </a:lnTo>
                <a:lnTo>
                  <a:pt x="549961" y="192887"/>
                </a:lnTo>
                <a:lnTo>
                  <a:pt x="546807" y="192051"/>
                </a:lnTo>
                <a:lnTo>
                  <a:pt x="545043" y="190251"/>
                </a:lnTo>
                <a:lnTo>
                  <a:pt x="544610" y="187828"/>
                </a:lnTo>
                <a:lnTo>
                  <a:pt x="545593" y="185107"/>
                </a:lnTo>
                <a:lnTo>
                  <a:pt x="547473" y="182884"/>
                </a:lnTo>
                <a:lnTo>
                  <a:pt x="549498" y="182406"/>
                </a:lnTo>
                <a:lnTo>
                  <a:pt x="553281" y="183587"/>
                </a:lnTo>
                <a:lnTo>
                  <a:pt x="558882" y="184176"/>
                </a:lnTo>
                <a:lnTo>
                  <a:pt x="560816" y="183721"/>
                </a:lnTo>
                <a:lnTo>
                  <a:pt x="560882" y="182776"/>
                </a:lnTo>
                <a:lnTo>
                  <a:pt x="549315" y="179276"/>
                </a:lnTo>
                <a:lnTo>
                  <a:pt x="537024" y="169321"/>
                </a:lnTo>
                <a:lnTo>
                  <a:pt x="534810" y="168097"/>
                </a:lnTo>
                <a:lnTo>
                  <a:pt x="532769" y="167873"/>
                </a:lnTo>
                <a:lnTo>
                  <a:pt x="527223" y="169541"/>
                </a:lnTo>
                <a:lnTo>
                  <a:pt x="525560" y="169514"/>
                </a:lnTo>
                <a:lnTo>
                  <a:pt x="521770" y="164076"/>
                </a:lnTo>
                <a:lnTo>
                  <a:pt x="518053" y="160168"/>
                </a:lnTo>
                <a:lnTo>
                  <a:pt x="518042" y="158190"/>
                </a:lnTo>
                <a:lnTo>
                  <a:pt x="519251" y="157365"/>
                </a:lnTo>
                <a:lnTo>
                  <a:pt x="524716" y="156693"/>
                </a:lnTo>
                <a:lnTo>
                  <a:pt x="553056" y="155677"/>
                </a:lnTo>
                <a:lnTo>
                  <a:pt x="587978" y="152854"/>
                </a:lnTo>
                <a:lnTo>
                  <a:pt x="604255" y="151226"/>
                </a:lnTo>
                <a:lnTo>
                  <a:pt x="611203" y="148368"/>
                </a:lnTo>
                <a:lnTo>
                  <a:pt x="626398" y="149517"/>
                </a:lnTo>
                <a:lnTo>
                  <a:pt x="636749" y="148151"/>
                </a:lnTo>
                <a:lnTo>
                  <a:pt x="657025" y="147216"/>
                </a:lnTo>
                <a:lnTo>
                  <a:pt x="672078" y="145414"/>
                </a:lnTo>
                <a:lnTo>
                  <a:pt x="682353" y="143447"/>
                </a:lnTo>
                <a:lnTo>
                  <a:pt x="705976" y="142430"/>
                </a:lnTo>
                <a:lnTo>
                  <a:pt x="710226" y="141619"/>
                </a:lnTo>
                <a:lnTo>
                  <a:pt x="711702" y="140564"/>
                </a:lnTo>
                <a:lnTo>
                  <a:pt x="710102" y="139942"/>
                </a:lnTo>
                <a:lnTo>
                  <a:pt x="704108" y="139655"/>
                </a:lnTo>
                <a:lnTo>
                  <a:pt x="682734" y="140154"/>
                </a:lnTo>
                <a:lnTo>
                  <a:pt x="662866" y="142438"/>
                </a:lnTo>
                <a:lnTo>
                  <a:pt x="625344" y="144069"/>
                </a:lnTo>
                <a:lnTo>
                  <a:pt x="614980" y="145855"/>
                </a:lnTo>
                <a:lnTo>
                  <a:pt x="606213" y="145742"/>
                </a:lnTo>
                <a:lnTo>
                  <a:pt x="597382" y="147196"/>
                </a:lnTo>
                <a:lnTo>
                  <a:pt x="545377" y="149492"/>
                </a:lnTo>
                <a:lnTo>
                  <a:pt x="533895" y="151285"/>
                </a:lnTo>
                <a:lnTo>
                  <a:pt x="529798" y="151029"/>
                </a:lnTo>
                <a:lnTo>
                  <a:pt x="526482" y="147245"/>
                </a:lnTo>
                <a:lnTo>
                  <a:pt x="524988" y="146321"/>
                </a:lnTo>
                <a:lnTo>
                  <a:pt x="518877" y="148295"/>
                </a:lnTo>
                <a:lnTo>
                  <a:pt x="517445" y="148360"/>
                </a:lnTo>
                <a:lnTo>
                  <a:pt x="515881" y="147667"/>
                </a:lnTo>
                <a:lnTo>
                  <a:pt x="514985" y="145455"/>
                </a:lnTo>
                <a:lnTo>
                  <a:pt x="515767" y="142002"/>
                </a:lnTo>
                <a:lnTo>
                  <a:pt x="518881" y="139098"/>
                </a:lnTo>
                <a:lnTo>
                  <a:pt x="522154" y="137579"/>
                </a:lnTo>
                <a:lnTo>
                  <a:pt x="530400" y="135786"/>
                </a:lnTo>
                <a:lnTo>
                  <a:pt x="542948" y="134274"/>
                </a:lnTo>
                <a:lnTo>
                  <a:pt x="560925" y="135509"/>
                </a:lnTo>
                <a:lnTo>
                  <a:pt x="573745" y="134112"/>
                </a:lnTo>
                <a:lnTo>
                  <a:pt x="615345" y="133327"/>
                </a:lnTo>
                <a:lnTo>
                  <a:pt x="636465" y="131936"/>
                </a:lnTo>
                <a:lnTo>
                  <a:pt x="655775" y="131495"/>
                </a:lnTo>
                <a:lnTo>
                  <a:pt x="667221" y="129838"/>
                </a:lnTo>
                <a:lnTo>
                  <a:pt x="699417" y="129212"/>
                </a:lnTo>
                <a:lnTo>
                  <a:pt x="728862" y="127914"/>
                </a:lnTo>
                <a:lnTo>
                  <a:pt x="735690" y="127387"/>
                </a:lnTo>
                <a:lnTo>
                  <a:pt x="739126" y="126379"/>
                </a:lnTo>
                <a:lnTo>
                  <a:pt x="738686" y="125149"/>
                </a:lnTo>
                <a:lnTo>
                  <a:pt x="737317" y="124682"/>
                </a:lnTo>
                <a:lnTo>
                  <a:pt x="719714" y="123865"/>
                </a:lnTo>
                <a:lnTo>
                  <a:pt x="703695" y="124943"/>
                </a:lnTo>
                <a:lnTo>
                  <a:pt x="647741" y="125725"/>
                </a:lnTo>
                <a:lnTo>
                  <a:pt x="643334" y="126080"/>
                </a:lnTo>
                <a:lnTo>
                  <a:pt x="636016" y="127546"/>
                </a:lnTo>
                <a:lnTo>
                  <a:pt x="613228" y="127857"/>
                </a:lnTo>
                <a:lnTo>
                  <a:pt x="598204" y="129297"/>
                </a:lnTo>
                <a:lnTo>
                  <a:pt x="564874" y="129853"/>
                </a:lnTo>
                <a:lnTo>
                  <a:pt x="539661" y="131922"/>
                </a:lnTo>
                <a:lnTo>
                  <a:pt x="516363" y="131482"/>
                </a:lnTo>
                <a:lnTo>
                  <a:pt x="515044" y="131184"/>
                </a:lnTo>
                <a:lnTo>
                  <a:pt x="513356" y="129741"/>
                </a:lnTo>
                <a:lnTo>
                  <a:pt x="512159" y="127623"/>
                </a:lnTo>
                <a:lnTo>
                  <a:pt x="511528" y="125127"/>
                </a:lnTo>
                <a:lnTo>
                  <a:pt x="511540" y="122551"/>
                </a:lnTo>
                <a:lnTo>
                  <a:pt x="513113" y="117729"/>
                </a:lnTo>
                <a:lnTo>
                  <a:pt x="513637" y="113911"/>
                </a:lnTo>
                <a:lnTo>
                  <a:pt x="513227" y="112142"/>
                </a:lnTo>
                <a:lnTo>
                  <a:pt x="510821" y="108388"/>
                </a:lnTo>
                <a:lnTo>
                  <a:pt x="513077" y="106074"/>
                </a:lnTo>
                <a:lnTo>
                  <a:pt x="575644" y="105665"/>
                </a:lnTo>
                <a:lnTo>
                  <a:pt x="647398" y="103854"/>
                </a:lnTo>
                <a:lnTo>
                  <a:pt x="670289" y="102132"/>
                </a:lnTo>
                <a:lnTo>
                  <a:pt x="709304" y="101046"/>
                </a:lnTo>
                <a:lnTo>
                  <a:pt x="716775" y="100062"/>
                </a:lnTo>
                <a:lnTo>
                  <a:pt x="717139" y="99305"/>
                </a:lnTo>
                <a:lnTo>
                  <a:pt x="715276" y="98721"/>
                </a:lnTo>
                <a:lnTo>
                  <a:pt x="695694" y="98097"/>
                </a:lnTo>
                <a:lnTo>
                  <a:pt x="585364" y="97967"/>
                </a:lnTo>
                <a:lnTo>
                  <a:pt x="557454" y="98842"/>
                </a:lnTo>
                <a:close/>
                <a:moveTo>
                  <a:pt x="492133" y="121695"/>
                </a:moveTo>
                <a:lnTo>
                  <a:pt x="493895" y="124420"/>
                </a:lnTo>
                <a:lnTo>
                  <a:pt x="498038" y="129059"/>
                </a:lnTo>
                <a:lnTo>
                  <a:pt x="498422" y="130736"/>
                </a:lnTo>
                <a:lnTo>
                  <a:pt x="497629" y="132341"/>
                </a:lnTo>
                <a:lnTo>
                  <a:pt x="496530" y="133730"/>
                </a:lnTo>
                <a:lnTo>
                  <a:pt x="486745" y="134138"/>
                </a:lnTo>
                <a:lnTo>
                  <a:pt x="483241" y="133369"/>
                </a:lnTo>
                <a:lnTo>
                  <a:pt x="482181" y="130200"/>
                </a:lnTo>
                <a:lnTo>
                  <a:pt x="482146" y="126916"/>
                </a:lnTo>
                <a:lnTo>
                  <a:pt x="482928" y="124004"/>
                </a:lnTo>
                <a:lnTo>
                  <a:pt x="484398" y="121669"/>
                </a:lnTo>
                <a:lnTo>
                  <a:pt x="487615" y="119700"/>
                </a:lnTo>
                <a:lnTo>
                  <a:pt x="491265" y="119555"/>
                </a:lnTo>
                <a:lnTo>
                  <a:pt x="492133" y="121695"/>
                </a:lnTo>
                <a:close/>
                <a:moveTo>
                  <a:pt x="494968" y="137838"/>
                </a:moveTo>
                <a:lnTo>
                  <a:pt x="499051" y="139142"/>
                </a:lnTo>
                <a:lnTo>
                  <a:pt x="501093" y="140803"/>
                </a:lnTo>
                <a:lnTo>
                  <a:pt x="502518" y="143005"/>
                </a:lnTo>
                <a:lnTo>
                  <a:pt x="503261" y="145670"/>
                </a:lnTo>
                <a:lnTo>
                  <a:pt x="503274" y="149010"/>
                </a:lnTo>
                <a:lnTo>
                  <a:pt x="502759" y="150417"/>
                </a:lnTo>
                <a:lnTo>
                  <a:pt x="501329" y="151468"/>
                </a:lnTo>
                <a:lnTo>
                  <a:pt x="499602" y="151704"/>
                </a:lnTo>
                <a:lnTo>
                  <a:pt x="498357" y="151199"/>
                </a:lnTo>
                <a:lnTo>
                  <a:pt x="492588" y="145966"/>
                </a:lnTo>
                <a:lnTo>
                  <a:pt x="485641" y="143771"/>
                </a:lnTo>
                <a:lnTo>
                  <a:pt x="483693" y="142394"/>
                </a:lnTo>
                <a:lnTo>
                  <a:pt x="482557" y="140808"/>
                </a:lnTo>
                <a:lnTo>
                  <a:pt x="482409" y="139187"/>
                </a:lnTo>
                <a:lnTo>
                  <a:pt x="483628" y="137085"/>
                </a:lnTo>
                <a:lnTo>
                  <a:pt x="494968" y="137838"/>
                </a:lnTo>
                <a:close/>
                <a:moveTo>
                  <a:pt x="460254" y="149062"/>
                </a:moveTo>
                <a:lnTo>
                  <a:pt x="460791" y="149845"/>
                </a:lnTo>
                <a:lnTo>
                  <a:pt x="460908" y="152371"/>
                </a:lnTo>
                <a:lnTo>
                  <a:pt x="459112" y="157539"/>
                </a:lnTo>
                <a:lnTo>
                  <a:pt x="455636" y="162738"/>
                </a:lnTo>
                <a:lnTo>
                  <a:pt x="452459" y="165736"/>
                </a:lnTo>
                <a:lnTo>
                  <a:pt x="448430" y="168831"/>
                </a:lnTo>
                <a:lnTo>
                  <a:pt x="446492" y="169686"/>
                </a:lnTo>
                <a:lnTo>
                  <a:pt x="444835" y="169711"/>
                </a:lnTo>
                <a:lnTo>
                  <a:pt x="440676" y="168271"/>
                </a:lnTo>
                <a:lnTo>
                  <a:pt x="437689" y="168733"/>
                </a:lnTo>
                <a:lnTo>
                  <a:pt x="437889" y="170396"/>
                </a:lnTo>
                <a:lnTo>
                  <a:pt x="439351" y="172728"/>
                </a:lnTo>
                <a:lnTo>
                  <a:pt x="445252" y="178166"/>
                </a:lnTo>
                <a:lnTo>
                  <a:pt x="447478" y="185640"/>
                </a:lnTo>
                <a:lnTo>
                  <a:pt x="447609" y="187789"/>
                </a:lnTo>
                <a:lnTo>
                  <a:pt x="447139" y="189149"/>
                </a:lnTo>
                <a:lnTo>
                  <a:pt x="445523" y="189958"/>
                </a:lnTo>
                <a:lnTo>
                  <a:pt x="442629" y="189518"/>
                </a:lnTo>
                <a:lnTo>
                  <a:pt x="437118" y="186249"/>
                </a:lnTo>
                <a:lnTo>
                  <a:pt x="430789" y="183593"/>
                </a:lnTo>
                <a:lnTo>
                  <a:pt x="429511" y="180667"/>
                </a:lnTo>
                <a:lnTo>
                  <a:pt x="429799" y="175683"/>
                </a:lnTo>
                <a:lnTo>
                  <a:pt x="432040" y="171215"/>
                </a:lnTo>
                <a:lnTo>
                  <a:pt x="435794" y="168422"/>
                </a:lnTo>
                <a:lnTo>
                  <a:pt x="435764" y="165266"/>
                </a:lnTo>
                <a:lnTo>
                  <a:pt x="436901" y="163099"/>
                </a:lnTo>
                <a:lnTo>
                  <a:pt x="441421" y="159469"/>
                </a:lnTo>
                <a:lnTo>
                  <a:pt x="446178" y="154037"/>
                </a:lnTo>
                <a:lnTo>
                  <a:pt x="452903" y="148700"/>
                </a:lnTo>
                <a:lnTo>
                  <a:pt x="456638" y="148158"/>
                </a:lnTo>
                <a:lnTo>
                  <a:pt x="460254" y="149062"/>
                </a:lnTo>
                <a:close/>
                <a:moveTo>
                  <a:pt x="477437" y="167865"/>
                </a:moveTo>
                <a:lnTo>
                  <a:pt x="480583" y="173108"/>
                </a:lnTo>
                <a:lnTo>
                  <a:pt x="483020" y="178947"/>
                </a:lnTo>
                <a:lnTo>
                  <a:pt x="482455" y="182076"/>
                </a:lnTo>
                <a:lnTo>
                  <a:pt x="480253" y="183722"/>
                </a:lnTo>
                <a:lnTo>
                  <a:pt x="478566" y="183646"/>
                </a:lnTo>
                <a:lnTo>
                  <a:pt x="477372" y="182843"/>
                </a:lnTo>
                <a:lnTo>
                  <a:pt x="475457" y="176218"/>
                </a:lnTo>
                <a:lnTo>
                  <a:pt x="474102" y="174206"/>
                </a:lnTo>
                <a:lnTo>
                  <a:pt x="471847" y="172826"/>
                </a:lnTo>
                <a:lnTo>
                  <a:pt x="467775" y="171337"/>
                </a:lnTo>
                <a:lnTo>
                  <a:pt x="468123" y="168273"/>
                </a:lnTo>
                <a:lnTo>
                  <a:pt x="469060" y="167073"/>
                </a:lnTo>
                <a:lnTo>
                  <a:pt x="471217" y="165761"/>
                </a:lnTo>
                <a:lnTo>
                  <a:pt x="475053" y="165616"/>
                </a:lnTo>
                <a:lnTo>
                  <a:pt x="477437" y="167865"/>
                </a:lnTo>
                <a:close/>
                <a:moveTo>
                  <a:pt x="523839" y="172552"/>
                </a:moveTo>
                <a:lnTo>
                  <a:pt x="524155" y="176324"/>
                </a:lnTo>
                <a:lnTo>
                  <a:pt x="523282" y="178489"/>
                </a:lnTo>
                <a:lnTo>
                  <a:pt x="517230" y="181995"/>
                </a:lnTo>
                <a:lnTo>
                  <a:pt x="511897" y="188718"/>
                </a:lnTo>
                <a:lnTo>
                  <a:pt x="510825" y="188809"/>
                </a:lnTo>
                <a:lnTo>
                  <a:pt x="509928" y="188264"/>
                </a:lnTo>
                <a:lnTo>
                  <a:pt x="508588" y="186031"/>
                </a:lnTo>
                <a:lnTo>
                  <a:pt x="508275" y="182388"/>
                </a:lnTo>
                <a:lnTo>
                  <a:pt x="512600" y="179661"/>
                </a:lnTo>
                <a:lnTo>
                  <a:pt x="515352" y="174555"/>
                </a:lnTo>
                <a:lnTo>
                  <a:pt x="517449" y="172613"/>
                </a:lnTo>
                <a:lnTo>
                  <a:pt x="520946" y="171626"/>
                </a:lnTo>
                <a:lnTo>
                  <a:pt x="522978" y="171850"/>
                </a:lnTo>
                <a:lnTo>
                  <a:pt x="523839" y="172552"/>
                </a:lnTo>
                <a:close/>
                <a:moveTo>
                  <a:pt x="674614" y="203505"/>
                </a:moveTo>
                <a:lnTo>
                  <a:pt x="675178" y="206536"/>
                </a:lnTo>
                <a:lnTo>
                  <a:pt x="673565" y="208379"/>
                </a:lnTo>
                <a:lnTo>
                  <a:pt x="670439" y="208473"/>
                </a:lnTo>
                <a:lnTo>
                  <a:pt x="667477" y="206691"/>
                </a:lnTo>
                <a:lnTo>
                  <a:pt x="667346" y="205682"/>
                </a:lnTo>
                <a:lnTo>
                  <a:pt x="668014" y="204597"/>
                </a:lnTo>
                <a:lnTo>
                  <a:pt x="671148" y="202576"/>
                </a:lnTo>
                <a:lnTo>
                  <a:pt x="673468" y="202265"/>
                </a:lnTo>
                <a:lnTo>
                  <a:pt x="674614" y="203505"/>
                </a:lnTo>
                <a:close/>
                <a:moveTo>
                  <a:pt x="556007" y="205125"/>
                </a:moveTo>
                <a:lnTo>
                  <a:pt x="559584" y="205717"/>
                </a:lnTo>
                <a:lnTo>
                  <a:pt x="561568" y="206733"/>
                </a:lnTo>
                <a:lnTo>
                  <a:pt x="565743" y="213896"/>
                </a:lnTo>
                <a:lnTo>
                  <a:pt x="568694" y="216273"/>
                </a:lnTo>
                <a:lnTo>
                  <a:pt x="573125" y="218012"/>
                </a:lnTo>
                <a:lnTo>
                  <a:pt x="582130" y="219322"/>
                </a:lnTo>
                <a:lnTo>
                  <a:pt x="592759" y="221805"/>
                </a:lnTo>
                <a:lnTo>
                  <a:pt x="594537" y="222803"/>
                </a:lnTo>
                <a:lnTo>
                  <a:pt x="599042" y="226829"/>
                </a:lnTo>
                <a:lnTo>
                  <a:pt x="602466" y="228442"/>
                </a:lnTo>
                <a:lnTo>
                  <a:pt x="610155" y="226046"/>
                </a:lnTo>
                <a:lnTo>
                  <a:pt x="616106" y="222374"/>
                </a:lnTo>
                <a:lnTo>
                  <a:pt x="617845" y="222085"/>
                </a:lnTo>
                <a:lnTo>
                  <a:pt x="621431" y="225536"/>
                </a:lnTo>
                <a:lnTo>
                  <a:pt x="628395" y="236751"/>
                </a:lnTo>
                <a:lnTo>
                  <a:pt x="628896" y="239030"/>
                </a:lnTo>
                <a:lnTo>
                  <a:pt x="628524" y="241995"/>
                </a:lnTo>
                <a:lnTo>
                  <a:pt x="627345" y="243016"/>
                </a:lnTo>
                <a:lnTo>
                  <a:pt x="626093" y="242943"/>
                </a:lnTo>
                <a:lnTo>
                  <a:pt x="608551" y="237093"/>
                </a:lnTo>
                <a:lnTo>
                  <a:pt x="600094" y="234987"/>
                </a:lnTo>
                <a:lnTo>
                  <a:pt x="592721" y="232173"/>
                </a:lnTo>
                <a:lnTo>
                  <a:pt x="569307" y="225346"/>
                </a:lnTo>
                <a:lnTo>
                  <a:pt x="556304" y="220646"/>
                </a:lnTo>
                <a:lnTo>
                  <a:pt x="541601" y="214093"/>
                </a:lnTo>
                <a:lnTo>
                  <a:pt x="537582" y="211813"/>
                </a:lnTo>
                <a:lnTo>
                  <a:pt x="536385" y="210098"/>
                </a:lnTo>
                <a:lnTo>
                  <a:pt x="537738" y="208359"/>
                </a:lnTo>
                <a:lnTo>
                  <a:pt x="542642" y="205010"/>
                </a:lnTo>
                <a:lnTo>
                  <a:pt x="546157" y="204200"/>
                </a:lnTo>
                <a:lnTo>
                  <a:pt x="556007" y="205125"/>
                </a:lnTo>
                <a:close/>
                <a:moveTo>
                  <a:pt x="706667" y="213457"/>
                </a:moveTo>
                <a:lnTo>
                  <a:pt x="707535" y="215366"/>
                </a:lnTo>
                <a:lnTo>
                  <a:pt x="705744" y="216553"/>
                </a:lnTo>
                <a:lnTo>
                  <a:pt x="701607" y="216225"/>
                </a:lnTo>
                <a:lnTo>
                  <a:pt x="700071" y="214788"/>
                </a:lnTo>
                <a:lnTo>
                  <a:pt x="700563" y="213772"/>
                </a:lnTo>
                <a:lnTo>
                  <a:pt x="702610" y="212842"/>
                </a:lnTo>
                <a:lnTo>
                  <a:pt x="705204" y="212834"/>
                </a:lnTo>
                <a:lnTo>
                  <a:pt x="706667" y="213457"/>
                </a:lnTo>
                <a:close/>
                <a:moveTo>
                  <a:pt x="518805" y="121117"/>
                </a:moveTo>
                <a:lnTo>
                  <a:pt x="518451" y="122918"/>
                </a:lnTo>
                <a:lnTo>
                  <a:pt x="519268" y="124762"/>
                </a:lnTo>
                <a:lnTo>
                  <a:pt x="520460" y="125208"/>
                </a:lnTo>
                <a:lnTo>
                  <a:pt x="522139" y="124451"/>
                </a:lnTo>
                <a:lnTo>
                  <a:pt x="522897" y="122772"/>
                </a:lnTo>
                <a:lnTo>
                  <a:pt x="522450" y="121580"/>
                </a:lnTo>
                <a:lnTo>
                  <a:pt x="520606" y="120762"/>
                </a:lnTo>
                <a:lnTo>
                  <a:pt x="518805" y="121117"/>
                </a:lnTo>
                <a:close/>
                <a:moveTo>
                  <a:pt x="761111" y="133730"/>
                </a:moveTo>
                <a:lnTo>
                  <a:pt x="750125" y="134967"/>
                </a:lnTo>
                <a:lnTo>
                  <a:pt x="747433" y="135898"/>
                </a:lnTo>
                <a:lnTo>
                  <a:pt x="747149" y="136691"/>
                </a:lnTo>
                <a:lnTo>
                  <a:pt x="748266" y="137548"/>
                </a:lnTo>
                <a:lnTo>
                  <a:pt x="750926" y="137926"/>
                </a:lnTo>
                <a:lnTo>
                  <a:pt x="757806" y="137722"/>
                </a:lnTo>
                <a:lnTo>
                  <a:pt x="764294" y="136893"/>
                </a:lnTo>
                <a:lnTo>
                  <a:pt x="766385" y="135955"/>
                </a:lnTo>
                <a:lnTo>
                  <a:pt x="766593" y="134972"/>
                </a:lnTo>
                <a:lnTo>
                  <a:pt x="765997" y="133787"/>
                </a:lnTo>
                <a:lnTo>
                  <a:pt x="764466" y="133086"/>
                </a:lnTo>
                <a:lnTo>
                  <a:pt x="761111" y="133730"/>
                </a:lnTo>
                <a:close/>
                <a:moveTo>
                  <a:pt x="733629" y="136623"/>
                </a:moveTo>
                <a:lnTo>
                  <a:pt x="733455" y="138091"/>
                </a:lnTo>
                <a:lnTo>
                  <a:pt x="735885" y="138648"/>
                </a:lnTo>
                <a:lnTo>
                  <a:pt x="738458" y="138157"/>
                </a:lnTo>
                <a:lnTo>
                  <a:pt x="739872" y="136750"/>
                </a:lnTo>
                <a:lnTo>
                  <a:pt x="739473" y="136187"/>
                </a:lnTo>
                <a:lnTo>
                  <a:pt x="737603" y="135785"/>
                </a:lnTo>
                <a:lnTo>
                  <a:pt x="735227" y="135940"/>
                </a:lnTo>
                <a:lnTo>
                  <a:pt x="733629" y="136623"/>
                </a:lnTo>
                <a:close/>
                <a:moveTo>
                  <a:pt x="716734" y="139342"/>
                </a:moveTo>
                <a:lnTo>
                  <a:pt x="715174" y="140566"/>
                </a:lnTo>
                <a:lnTo>
                  <a:pt x="717079" y="141412"/>
                </a:lnTo>
                <a:lnTo>
                  <a:pt x="721765" y="141315"/>
                </a:lnTo>
                <a:lnTo>
                  <a:pt x="722853" y="140840"/>
                </a:lnTo>
                <a:lnTo>
                  <a:pt x="723214" y="140094"/>
                </a:lnTo>
                <a:lnTo>
                  <a:pt x="722829" y="139355"/>
                </a:lnTo>
                <a:lnTo>
                  <a:pt x="721102" y="138763"/>
                </a:lnTo>
                <a:lnTo>
                  <a:pt x="716734" y="139342"/>
                </a:lnTo>
                <a:close/>
                <a:moveTo>
                  <a:pt x="331232" y="140383"/>
                </a:moveTo>
                <a:lnTo>
                  <a:pt x="331098" y="141230"/>
                </a:lnTo>
                <a:lnTo>
                  <a:pt x="331911" y="141970"/>
                </a:lnTo>
                <a:lnTo>
                  <a:pt x="336722" y="143813"/>
                </a:lnTo>
                <a:lnTo>
                  <a:pt x="340894" y="146603"/>
                </a:lnTo>
                <a:lnTo>
                  <a:pt x="346087" y="148700"/>
                </a:lnTo>
                <a:lnTo>
                  <a:pt x="350694" y="151282"/>
                </a:lnTo>
                <a:lnTo>
                  <a:pt x="356169" y="153372"/>
                </a:lnTo>
                <a:lnTo>
                  <a:pt x="360515" y="156217"/>
                </a:lnTo>
                <a:lnTo>
                  <a:pt x="363306" y="156661"/>
                </a:lnTo>
                <a:lnTo>
                  <a:pt x="364895" y="155624"/>
                </a:lnTo>
                <a:lnTo>
                  <a:pt x="364960" y="154376"/>
                </a:lnTo>
                <a:lnTo>
                  <a:pt x="364037" y="153090"/>
                </a:lnTo>
                <a:lnTo>
                  <a:pt x="357455" y="149086"/>
                </a:lnTo>
                <a:lnTo>
                  <a:pt x="352142" y="147436"/>
                </a:lnTo>
                <a:lnTo>
                  <a:pt x="347745" y="144723"/>
                </a:lnTo>
                <a:lnTo>
                  <a:pt x="341627" y="142722"/>
                </a:lnTo>
                <a:lnTo>
                  <a:pt x="336927" y="140442"/>
                </a:lnTo>
                <a:lnTo>
                  <a:pt x="333458" y="139752"/>
                </a:lnTo>
                <a:lnTo>
                  <a:pt x="331232" y="140383"/>
                </a:lnTo>
                <a:close/>
                <a:moveTo>
                  <a:pt x="1050801" y="159534"/>
                </a:moveTo>
                <a:lnTo>
                  <a:pt x="1047544" y="161890"/>
                </a:lnTo>
                <a:lnTo>
                  <a:pt x="1046314" y="164592"/>
                </a:lnTo>
                <a:lnTo>
                  <a:pt x="1039881" y="200475"/>
                </a:lnTo>
                <a:lnTo>
                  <a:pt x="1036986" y="213868"/>
                </a:lnTo>
                <a:lnTo>
                  <a:pt x="1035216" y="227820"/>
                </a:lnTo>
                <a:lnTo>
                  <a:pt x="1032403" y="239167"/>
                </a:lnTo>
                <a:lnTo>
                  <a:pt x="1029930" y="255380"/>
                </a:lnTo>
                <a:lnTo>
                  <a:pt x="1028678" y="259005"/>
                </a:lnTo>
                <a:lnTo>
                  <a:pt x="1026739" y="261478"/>
                </a:lnTo>
                <a:lnTo>
                  <a:pt x="1023754" y="263492"/>
                </a:lnTo>
                <a:lnTo>
                  <a:pt x="978478" y="284069"/>
                </a:lnTo>
                <a:lnTo>
                  <a:pt x="973927" y="286980"/>
                </a:lnTo>
                <a:lnTo>
                  <a:pt x="972579" y="288787"/>
                </a:lnTo>
                <a:lnTo>
                  <a:pt x="974166" y="290736"/>
                </a:lnTo>
                <a:lnTo>
                  <a:pt x="976913" y="291752"/>
                </a:lnTo>
                <a:lnTo>
                  <a:pt x="1021468" y="292895"/>
                </a:lnTo>
                <a:lnTo>
                  <a:pt x="1025338" y="294972"/>
                </a:lnTo>
                <a:lnTo>
                  <a:pt x="1027098" y="297443"/>
                </a:lnTo>
                <a:lnTo>
                  <a:pt x="1027239" y="302697"/>
                </a:lnTo>
                <a:lnTo>
                  <a:pt x="1026150" y="305608"/>
                </a:lnTo>
                <a:lnTo>
                  <a:pt x="1024624" y="307073"/>
                </a:lnTo>
                <a:lnTo>
                  <a:pt x="1022254" y="308337"/>
                </a:lnTo>
                <a:lnTo>
                  <a:pt x="1009584" y="313397"/>
                </a:lnTo>
                <a:lnTo>
                  <a:pt x="979032" y="324014"/>
                </a:lnTo>
                <a:lnTo>
                  <a:pt x="972231" y="327124"/>
                </a:lnTo>
                <a:lnTo>
                  <a:pt x="950292" y="334998"/>
                </a:lnTo>
                <a:lnTo>
                  <a:pt x="945719" y="337232"/>
                </a:lnTo>
                <a:lnTo>
                  <a:pt x="943690" y="339406"/>
                </a:lnTo>
                <a:lnTo>
                  <a:pt x="944212" y="341063"/>
                </a:lnTo>
                <a:lnTo>
                  <a:pt x="945964" y="342883"/>
                </a:lnTo>
                <a:lnTo>
                  <a:pt x="1025055" y="343115"/>
                </a:lnTo>
                <a:lnTo>
                  <a:pt x="1026647" y="344330"/>
                </a:lnTo>
                <a:lnTo>
                  <a:pt x="1027097" y="346908"/>
                </a:lnTo>
                <a:lnTo>
                  <a:pt x="1027417" y="358721"/>
                </a:lnTo>
                <a:lnTo>
                  <a:pt x="1026720" y="363777"/>
                </a:lnTo>
                <a:lnTo>
                  <a:pt x="1024142" y="365928"/>
                </a:lnTo>
                <a:lnTo>
                  <a:pt x="1018682" y="368844"/>
                </a:lnTo>
                <a:lnTo>
                  <a:pt x="985249" y="381821"/>
                </a:lnTo>
                <a:lnTo>
                  <a:pt x="972608" y="378805"/>
                </a:lnTo>
                <a:lnTo>
                  <a:pt x="964773" y="375294"/>
                </a:lnTo>
                <a:lnTo>
                  <a:pt x="929538" y="364379"/>
                </a:lnTo>
                <a:lnTo>
                  <a:pt x="905522" y="356332"/>
                </a:lnTo>
                <a:lnTo>
                  <a:pt x="897230" y="355109"/>
                </a:lnTo>
                <a:lnTo>
                  <a:pt x="895918" y="355670"/>
                </a:lnTo>
                <a:lnTo>
                  <a:pt x="895709" y="356788"/>
                </a:lnTo>
                <a:lnTo>
                  <a:pt x="896370" y="358537"/>
                </a:lnTo>
                <a:lnTo>
                  <a:pt x="897946" y="359820"/>
                </a:lnTo>
                <a:lnTo>
                  <a:pt x="906347" y="362157"/>
                </a:lnTo>
                <a:lnTo>
                  <a:pt x="923776" y="369215"/>
                </a:lnTo>
                <a:lnTo>
                  <a:pt x="935987" y="373452"/>
                </a:lnTo>
                <a:lnTo>
                  <a:pt x="953941" y="378421"/>
                </a:lnTo>
                <a:lnTo>
                  <a:pt x="969929" y="382149"/>
                </a:lnTo>
                <a:lnTo>
                  <a:pt x="972360" y="383531"/>
                </a:lnTo>
                <a:lnTo>
                  <a:pt x="974161" y="385579"/>
                </a:lnTo>
                <a:lnTo>
                  <a:pt x="974064" y="386630"/>
                </a:lnTo>
                <a:lnTo>
                  <a:pt x="972072" y="390348"/>
                </a:lnTo>
                <a:lnTo>
                  <a:pt x="972380" y="391465"/>
                </a:lnTo>
                <a:lnTo>
                  <a:pt x="973664" y="392449"/>
                </a:lnTo>
                <a:lnTo>
                  <a:pt x="1016462" y="393933"/>
                </a:lnTo>
                <a:lnTo>
                  <a:pt x="1024567" y="394611"/>
                </a:lnTo>
                <a:lnTo>
                  <a:pt x="1025603" y="395229"/>
                </a:lnTo>
                <a:lnTo>
                  <a:pt x="1025945" y="397437"/>
                </a:lnTo>
                <a:lnTo>
                  <a:pt x="1025644" y="400933"/>
                </a:lnTo>
                <a:lnTo>
                  <a:pt x="1023537" y="411126"/>
                </a:lnTo>
                <a:lnTo>
                  <a:pt x="1020494" y="432946"/>
                </a:lnTo>
                <a:lnTo>
                  <a:pt x="1018474" y="443012"/>
                </a:lnTo>
                <a:lnTo>
                  <a:pt x="1016810" y="457510"/>
                </a:lnTo>
                <a:lnTo>
                  <a:pt x="1013881" y="470899"/>
                </a:lnTo>
                <a:lnTo>
                  <a:pt x="1007073" y="517275"/>
                </a:lnTo>
                <a:lnTo>
                  <a:pt x="999766" y="560435"/>
                </a:lnTo>
                <a:lnTo>
                  <a:pt x="993892" y="600388"/>
                </a:lnTo>
                <a:lnTo>
                  <a:pt x="990810" y="616685"/>
                </a:lnTo>
                <a:lnTo>
                  <a:pt x="990777" y="619332"/>
                </a:lnTo>
                <a:lnTo>
                  <a:pt x="991710" y="621916"/>
                </a:lnTo>
                <a:lnTo>
                  <a:pt x="993627" y="622683"/>
                </a:lnTo>
                <a:lnTo>
                  <a:pt x="997470" y="621186"/>
                </a:lnTo>
                <a:lnTo>
                  <a:pt x="1048728" y="584354"/>
                </a:lnTo>
                <a:lnTo>
                  <a:pt x="1051180" y="582893"/>
                </a:lnTo>
                <a:lnTo>
                  <a:pt x="1053463" y="582412"/>
                </a:lnTo>
                <a:lnTo>
                  <a:pt x="1055922" y="582812"/>
                </a:lnTo>
                <a:lnTo>
                  <a:pt x="1057765" y="583790"/>
                </a:lnTo>
                <a:lnTo>
                  <a:pt x="1098476" y="614457"/>
                </a:lnTo>
                <a:lnTo>
                  <a:pt x="1106791" y="620168"/>
                </a:lnTo>
                <a:lnTo>
                  <a:pt x="1112246" y="623028"/>
                </a:lnTo>
                <a:lnTo>
                  <a:pt x="1113648" y="621169"/>
                </a:lnTo>
                <a:lnTo>
                  <a:pt x="1114141" y="619458"/>
                </a:lnTo>
                <a:lnTo>
                  <a:pt x="1114037" y="612883"/>
                </a:lnTo>
                <a:lnTo>
                  <a:pt x="1111103" y="598415"/>
                </a:lnTo>
                <a:lnTo>
                  <a:pt x="1109411" y="583403"/>
                </a:lnTo>
                <a:lnTo>
                  <a:pt x="1106959" y="570110"/>
                </a:lnTo>
                <a:lnTo>
                  <a:pt x="1104716" y="552050"/>
                </a:lnTo>
                <a:lnTo>
                  <a:pt x="1102605" y="541543"/>
                </a:lnTo>
                <a:lnTo>
                  <a:pt x="1099900" y="519020"/>
                </a:lnTo>
                <a:lnTo>
                  <a:pt x="1097658" y="509208"/>
                </a:lnTo>
                <a:lnTo>
                  <a:pt x="1095098" y="489240"/>
                </a:lnTo>
                <a:lnTo>
                  <a:pt x="1092850" y="479490"/>
                </a:lnTo>
                <a:lnTo>
                  <a:pt x="1090672" y="461028"/>
                </a:lnTo>
                <a:lnTo>
                  <a:pt x="1088296" y="447955"/>
                </a:lnTo>
                <a:lnTo>
                  <a:pt x="1086449" y="431455"/>
                </a:lnTo>
                <a:lnTo>
                  <a:pt x="1083376" y="414384"/>
                </a:lnTo>
                <a:lnTo>
                  <a:pt x="1081755" y="399583"/>
                </a:lnTo>
                <a:lnTo>
                  <a:pt x="1083838" y="397269"/>
                </a:lnTo>
                <a:lnTo>
                  <a:pt x="1110574" y="397397"/>
                </a:lnTo>
                <a:lnTo>
                  <a:pt x="1130343" y="398264"/>
                </a:lnTo>
                <a:lnTo>
                  <a:pt x="1134488" y="397287"/>
                </a:lnTo>
                <a:lnTo>
                  <a:pt x="1136430" y="395013"/>
                </a:lnTo>
                <a:lnTo>
                  <a:pt x="1130705" y="390905"/>
                </a:lnTo>
                <a:lnTo>
                  <a:pt x="1085694" y="368518"/>
                </a:lnTo>
                <a:lnTo>
                  <a:pt x="1079036" y="363538"/>
                </a:lnTo>
                <a:lnTo>
                  <a:pt x="1079450" y="345923"/>
                </a:lnTo>
                <a:lnTo>
                  <a:pt x="1080081" y="344495"/>
                </a:lnTo>
                <a:lnTo>
                  <a:pt x="1081766" y="343572"/>
                </a:lnTo>
                <a:lnTo>
                  <a:pt x="1089986" y="342907"/>
                </a:lnTo>
                <a:lnTo>
                  <a:pt x="1159515" y="342999"/>
                </a:lnTo>
                <a:lnTo>
                  <a:pt x="1161303" y="341223"/>
                </a:lnTo>
                <a:lnTo>
                  <a:pt x="1161751" y="339675"/>
                </a:lnTo>
                <a:lnTo>
                  <a:pt x="1161077" y="338370"/>
                </a:lnTo>
                <a:lnTo>
                  <a:pt x="1156304" y="336165"/>
                </a:lnTo>
                <a:lnTo>
                  <a:pt x="1145853" y="332350"/>
                </a:lnTo>
                <a:lnTo>
                  <a:pt x="1128110" y="324689"/>
                </a:lnTo>
                <a:lnTo>
                  <a:pt x="1120461" y="322323"/>
                </a:lnTo>
                <a:lnTo>
                  <a:pt x="1085616" y="308562"/>
                </a:lnTo>
                <a:lnTo>
                  <a:pt x="1081793" y="306242"/>
                </a:lnTo>
                <a:lnTo>
                  <a:pt x="1079405" y="303468"/>
                </a:lnTo>
                <a:lnTo>
                  <a:pt x="1078648" y="300597"/>
                </a:lnTo>
                <a:lnTo>
                  <a:pt x="1078943" y="299237"/>
                </a:lnTo>
                <a:lnTo>
                  <a:pt x="1081003" y="296887"/>
                </a:lnTo>
                <a:lnTo>
                  <a:pt x="1083173" y="296131"/>
                </a:lnTo>
                <a:lnTo>
                  <a:pt x="1093048" y="295934"/>
                </a:lnTo>
                <a:lnTo>
                  <a:pt x="1132554" y="296771"/>
                </a:lnTo>
                <a:lnTo>
                  <a:pt x="1134619" y="294942"/>
                </a:lnTo>
                <a:lnTo>
                  <a:pt x="1135036" y="293710"/>
                </a:lnTo>
                <a:lnTo>
                  <a:pt x="1129618" y="289407"/>
                </a:lnTo>
                <a:lnTo>
                  <a:pt x="1082912" y="262409"/>
                </a:lnTo>
                <a:lnTo>
                  <a:pt x="1080016" y="259685"/>
                </a:lnTo>
                <a:lnTo>
                  <a:pt x="1078388" y="255737"/>
                </a:lnTo>
                <a:lnTo>
                  <a:pt x="1077054" y="241993"/>
                </a:lnTo>
                <a:lnTo>
                  <a:pt x="1074727" y="232228"/>
                </a:lnTo>
                <a:lnTo>
                  <a:pt x="1072389" y="217702"/>
                </a:lnTo>
                <a:lnTo>
                  <a:pt x="1067199" y="190301"/>
                </a:lnTo>
                <a:lnTo>
                  <a:pt x="1065020" y="181245"/>
                </a:lnTo>
                <a:lnTo>
                  <a:pt x="1062355" y="165509"/>
                </a:lnTo>
                <a:lnTo>
                  <a:pt x="1060663" y="162058"/>
                </a:lnTo>
                <a:lnTo>
                  <a:pt x="1057252" y="158776"/>
                </a:lnTo>
                <a:lnTo>
                  <a:pt x="1054840" y="158302"/>
                </a:lnTo>
                <a:lnTo>
                  <a:pt x="1050801" y="159534"/>
                </a:lnTo>
                <a:close/>
                <a:moveTo>
                  <a:pt x="1054446" y="182619"/>
                </a:moveTo>
                <a:lnTo>
                  <a:pt x="1053456" y="184253"/>
                </a:lnTo>
                <a:lnTo>
                  <a:pt x="1052521" y="184165"/>
                </a:lnTo>
                <a:lnTo>
                  <a:pt x="1052074" y="183545"/>
                </a:lnTo>
                <a:lnTo>
                  <a:pt x="1052001" y="181982"/>
                </a:lnTo>
                <a:lnTo>
                  <a:pt x="1052794" y="181042"/>
                </a:lnTo>
                <a:lnTo>
                  <a:pt x="1054072" y="181353"/>
                </a:lnTo>
                <a:lnTo>
                  <a:pt x="1054446" y="182619"/>
                </a:lnTo>
                <a:close/>
                <a:moveTo>
                  <a:pt x="1056934" y="200844"/>
                </a:moveTo>
                <a:lnTo>
                  <a:pt x="1059400" y="203902"/>
                </a:lnTo>
                <a:lnTo>
                  <a:pt x="1059538" y="206809"/>
                </a:lnTo>
                <a:lnTo>
                  <a:pt x="1058360" y="208498"/>
                </a:lnTo>
                <a:lnTo>
                  <a:pt x="1056182" y="209870"/>
                </a:lnTo>
                <a:lnTo>
                  <a:pt x="1053817" y="210648"/>
                </a:lnTo>
                <a:lnTo>
                  <a:pt x="1052008" y="210407"/>
                </a:lnTo>
                <a:lnTo>
                  <a:pt x="1048200" y="206529"/>
                </a:lnTo>
                <a:lnTo>
                  <a:pt x="1047930" y="205581"/>
                </a:lnTo>
                <a:lnTo>
                  <a:pt x="1048501" y="203855"/>
                </a:lnTo>
                <a:lnTo>
                  <a:pt x="1050164" y="201214"/>
                </a:lnTo>
                <a:lnTo>
                  <a:pt x="1052202" y="199544"/>
                </a:lnTo>
                <a:lnTo>
                  <a:pt x="1054453" y="199424"/>
                </a:lnTo>
                <a:lnTo>
                  <a:pt x="1056934" y="200844"/>
                </a:lnTo>
                <a:close/>
                <a:moveTo>
                  <a:pt x="1047099" y="214556"/>
                </a:moveTo>
                <a:lnTo>
                  <a:pt x="1047692" y="215894"/>
                </a:lnTo>
                <a:lnTo>
                  <a:pt x="1046621" y="217448"/>
                </a:lnTo>
                <a:lnTo>
                  <a:pt x="1044420" y="219294"/>
                </a:lnTo>
                <a:lnTo>
                  <a:pt x="1042856" y="219327"/>
                </a:lnTo>
                <a:lnTo>
                  <a:pt x="1041981" y="216923"/>
                </a:lnTo>
                <a:lnTo>
                  <a:pt x="1042562" y="214431"/>
                </a:lnTo>
                <a:lnTo>
                  <a:pt x="1044462" y="213502"/>
                </a:lnTo>
                <a:lnTo>
                  <a:pt x="1047099" y="214556"/>
                </a:lnTo>
                <a:close/>
                <a:moveTo>
                  <a:pt x="1063299" y="214556"/>
                </a:moveTo>
                <a:lnTo>
                  <a:pt x="1063919" y="216989"/>
                </a:lnTo>
                <a:lnTo>
                  <a:pt x="1063409" y="217971"/>
                </a:lnTo>
                <a:lnTo>
                  <a:pt x="1062454" y="218151"/>
                </a:lnTo>
                <a:lnTo>
                  <a:pt x="1060887" y="216871"/>
                </a:lnTo>
                <a:lnTo>
                  <a:pt x="1060563" y="215153"/>
                </a:lnTo>
                <a:lnTo>
                  <a:pt x="1061746" y="213852"/>
                </a:lnTo>
                <a:lnTo>
                  <a:pt x="1063299" y="214556"/>
                </a:lnTo>
                <a:close/>
                <a:moveTo>
                  <a:pt x="1059191" y="226185"/>
                </a:moveTo>
                <a:lnTo>
                  <a:pt x="1061678" y="229176"/>
                </a:lnTo>
                <a:lnTo>
                  <a:pt x="1062219" y="231493"/>
                </a:lnTo>
                <a:lnTo>
                  <a:pt x="1060059" y="234633"/>
                </a:lnTo>
                <a:lnTo>
                  <a:pt x="1056807" y="236941"/>
                </a:lnTo>
                <a:lnTo>
                  <a:pt x="1053116" y="238335"/>
                </a:lnTo>
                <a:lnTo>
                  <a:pt x="1048106" y="235234"/>
                </a:lnTo>
                <a:lnTo>
                  <a:pt x="1046154" y="233350"/>
                </a:lnTo>
                <a:lnTo>
                  <a:pt x="1045559" y="230646"/>
                </a:lnTo>
                <a:lnTo>
                  <a:pt x="1046052" y="228425"/>
                </a:lnTo>
                <a:lnTo>
                  <a:pt x="1052096" y="223458"/>
                </a:lnTo>
                <a:lnTo>
                  <a:pt x="1053625" y="223024"/>
                </a:lnTo>
                <a:lnTo>
                  <a:pt x="1055277" y="223328"/>
                </a:lnTo>
                <a:lnTo>
                  <a:pt x="1059191" y="226185"/>
                </a:lnTo>
                <a:close/>
                <a:moveTo>
                  <a:pt x="1068274" y="238856"/>
                </a:moveTo>
                <a:lnTo>
                  <a:pt x="1069754" y="242451"/>
                </a:lnTo>
                <a:lnTo>
                  <a:pt x="1070850" y="247259"/>
                </a:lnTo>
                <a:lnTo>
                  <a:pt x="1070166" y="248843"/>
                </a:lnTo>
                <a:lnTo>
                  <a:pt x="1068893" y="249186"/>
                </a:lnTo>
                <a:lnTo>
                  <a:pt x="1066259" y="248424"/>
                </a:lnTo>
                <a:lnTo>
                  <a:pt x="1064312" y="247129"/>
                </a:lnTo>
                <a:lnTo>
                  <a:pt x="1062017" y="244766"/>
                </a:lnTo>
                <a:lnTo>
                  <a:pt x="1061237" y="243000"/>
                </a:lnTo>
                <a:lnTo>
                  <a:pt x="1061942" y="241250"/>
                </a:lnTo>
                <a:lnTo>
                  <a:pt x="1065170" y="238135"/>
                </a:lnTo>
                <a:lnTo>
                  <a:pt x="1066677" y="237666"/>
                </a:lnTo>
                <a:lnTo>
                  <a:pt x="1068274" y="238856"/>
                </a:lnTo>
                <a:close/>
                <a:moveTo>
                  <a:pt x="1045074" y="240360"/>
                </a:moveTo>
                <a:lnTo>
                  <a:pt x="1046517" y="242544"/>
                </a:lnTo>
                <a:lnTo>
                  <a:pt x="1045649" y="244917"/>
                </a:lnTo>
                <a:lnTo>
                  <a:pt x="1041749" y="248834"/>
                </a:lnTo>
                <a:lnTo>
                  <a:pt x="1039585" y="249958"/>
                </a:lnTo>
                <a:lnTo>
                  <a:pt x="1037931" y="249872"/>
                </a:lnTo>
                <a:lnTo>
                  <a:pt x="1036892" y="248580"/>
                </a:lnTo>
                <a:lnTo>
                  <a:pt x="1036569" y="246088"/>
                </a:lnTo>
                <a:lnTo>
                  <a:pt x="1037092" y="242288"/>
                </a:lnTo>
                <a:lnTo>
                  <a:pt x="1038354" y="239706"/>
                </a:lnTo>
                <a:lnTo>
                  <a:pt x="1040205" y="238452"/>
                </a:lnTo>
                <a:lnTo>
                  <a:pt x="1041305" y="238357"/>
                </a:lnTo>
                <a:lnTo>
                  <a:pt x="1045074" y="240360"/>
                </a:lnTo>
                <a:close/>
                <a:moveTo>
                  <a:pt x="1057513" y="249907"/>
                </a:moveTo>
                <a:lnTo>
                  <a:pt x="1062928" y="255733"/>
                </a:lnTo>
                <a:lnTo>
                  <a:pt x="1063414" y="256676"/>
                </a:lnTo>
                <a:lnTo>
                  <a:pt x="1062777" y="257686"/>
                </a:lnTo>
                <a:lnTo>
                  <a:pt x="1060440" y="258192"/>
                </a:lnTo>
                <a:lnTo>
                  <a:pt x="1053579" y="258296"/>
                </a:lnTo>
                <a:lnTo>
                  <a:pt x="1046587" y="257921"/>
                </a:lnTo>
                <a:lnTo>
                  <a:pt x="1044632" y="257262"/>
                </a:lnTo>
                <a:lnTo>
                  <a:pt x="1044385" y="256730"/>
                </a:lnTo>
                <a:lnTo>
                  <a:pt x="1045212" y="255126"/>
                </a:lnTo>
                <a:lnTo>
                  <a:pt x="1051149" y="249155"/>
                </a:lnTo>
                <a:lnTo>
                  <a:pt x="1054964" y="249266"/>
                </a:lnTo>
                <a:lnTo>
                  <a:pt x="1057513" y="249907"/>
                </a:lnTo>
                <a:close/>
                <a:moveTo>
                  <a:pt x="1057050" y="265702"/>
                </a:moveTo>
                <a:lnTo>
                  <a:pt x="1057384" y="266368"/>
                </a:lnTo>
                <a:lnTo>
                  <a:pt x="1056850" y="267561"/>
                </a:lnTo>
                <a:lnTo>
                  <a:pt x="1054201" y="268639"/>
                </a:lnTo>
                <a:lnTo>
                  <a:pt x="1051183" y="268279"/>
                </a:lnTo>
                <a:lnTo>
                  <a:pt x="1049738" y="266599"/>
                </a:lnTo>
                <a:lnTo>
                  <a:pt x="1050107" y="265644"/>
                </a:lnTo>
                <a:lnTo>
                  <a:pt x="1051855" y="264891"/>
                </a:lnTo>
                <a:lnTo>
                  <a:pt x="1055302" y="264924"/>
                </a:lnTo>
                <a:lnTo>
                  <a:pt x="1057050" y="265702"/>
                </a:lnTo>
                <a:close/>
                <a:moveTo>
                  <a:pt x="1072671" y="267438"/>
                </a:moveTo>
                <a:lnTo>
                  <a:pt x="1073582" y="271348"/>
                </a:lnTo>
                <a:lnTo>
                  <a:pt x="1073689" y="277341"/>
                </a:lnTo>
                <a:lnTo>
                  <a:pt x="1072360" y="281063"/>
                </a:lnTo>
                <a:lnTo>
                  <a:pt x="1070585" y="281527"/>
                </a:lnTo>
                <a:lnTo>
                  <a:pt x="1068075" y="280398"/>
                </a:lnTo>
                <a:lnTo>
                  <a:pt x="1063037" y="276795"/>
                </a:lnTo>
                <a:lnTo>
                  <a:pt x="1062047" y="274587"/>
                </a:lnTo>
                <a:lnTo>
                  <a:pt x="1063528" y="271683"/>
                </a:lnTo>
                <a:lnTo>
                  <a:pt x="1067175" y="268479"/>
                </a:lnTo>
                <a:lnTo>
                  <a:pt x="1070704" y="266613"/>
                </a:lnTo>
                <a:lnTo>
                  <a:pt x="1071601" y="266635"/>
                </a:lnTo>
                <a:lnTo>
                  <a:pt x="1072671" y="267438"/>
                </a:lnTo>
                <a:close/>
                <a:moveTo>
                  <a:pt x="1041255" y="268826"/>
                </a:moveTo>
                <a:lnTo>
                  <a:pt x="1044575" y="272525"/>
                </a:lnTo>
                <a:lnTo>
                  <a:pt x="1045415" y="274211"/>
                </a:lnTo>
                <a:lnTo>
                  <a:pt x="1045322" y="275330"/>
                </a:lnTo>
                <a:lnTo>
                  <a:pt x="1043216" y="277345"/>
                </a:lnTo>
                <a:lnTo>
                  <a:pt x="1038611" y="279945"/>
                </a:lnTo>
                <a:lnTo>
                  <a:pt x="1036958" y="280318"/>
                </a:lnTo>
                <a:lnTo>
                  <a:pt x="1035302" y="279832"/>
                </a:lnTo>
                <a:lnTo>
                  <a:pt x="1034195" y="278709"/>
                </a:lnTo>
                <a:lnTo>
                  <a:pt x="1033612" y="276511"/>
                </a:lnTo>
                <a:lnTo>
                  <a:pt x="1033745" y="269478"/>
                </a:lnTo>
                <a:lnTo>
                  <a:pt x="1035456" y="267862"/>
                </a:lnTo>
                <a:lnTo>
                  <a:pt x="1037264" y="267293"/>
                </a:lnTo>
                <a:lnTo>
                  <a:pt x="1039210" y="267611"/>
                </a:lnTo>
                <a:lnTo>
                  <a:pt x="1041255" y="268826"/>
                </a:lnTo>
                <a:close/>
                <a:moveTo>
                  <a:pt x="1087309" y="272471"/>
                </a:moveTo>
                <a:lnTo>
                  <a:pt x="1105201" y="283525"/>
                </a:lnTo>
                <a:lnTo>
                  <a:pt x="1106933" y="285827"/>
                </a:lnTo>
                <a:lnTo>
                  <a:pt x="1106749" y="287456"/>
                </a:lnTo>
                <a:lnTo>
                  <a:pt x="1103210" y="288427"/>
                </a:lnTo>
                <a:lnTo>
                  <a:pt x="1096017" y="288365"/>
                </a:lnTo>
                <a:lnTo>
                  <a:pt x="1083564" y="286844"/>
                </a:lnTo>
                <a:lnTo>
                  <a:pt x="1080135" y="285663"/>
                </a:lnTo>
                <a:lnTo>
                  <a:pt x="1078862" y="284621"/>
                </a:lnTo>
                <a:lnTo>
                  <a:pt x="1079612" y="270890"/>
                </a:lnTo>
                <a:lnTo>
                  <a:pt x="1080524" y="270198"/>
                </a:lnTo>
                <a:lnTo>
                  <a:pt x="1082435" y="270273"/>
                </a:lnTo>
                <a:lnTo>
                  <a:pt x="1087309" y="272471"/>
                </a:lnTo>
                <a:close/>
                <a:moveTo>
                  <a:pt x="1026039" y="272066"/>
                </a:moveTo>
                <a:lnTo>
                  <a:pt x="1027319" y="274619"/>
                </a:lnTo>
                <a:lnTo>
                  <a:pt x="1027493" y="277907"/>
                </a:lnTo>
                <a:lnTo>
                  <a:pt x="1026772" y="282396"/>
                </a:lnTo>
                <a:lnTo>
                  <a:pt x="1025453" y="283587"/>
                </a:lnTo>
                <a:lnTo>
                  <a:pt x="1020673" y="284376"/>
                </a:lnTo>
                <a:lnTo>
                  <a:pt x="1011142" y="284724"/>
                </a:lnTo>
                <a:lnTo>
                  <a:pt x="1004400" y="284639"/>
                </a:lnTo>
                <a:lnTo>
                  <a:pt x="1002776" y="284050"/>
                </a:lnTo>
                <a:lnTo>
                  <a:pt x="1003557" y="281961"/>
                </a:lnTo>
                <a:lnTo>
                  <a:pt x="1007178" y="278603"/>
                </a:lnTo>
                <a:lnTo>
                  <a:pt x="1013736" y="276155"/>
                </a:lnTo>
                <a:lnTo>
                  <a:pt x="1024355" y="271249"/>
                </a:lnTo>
                <a:lnTo>
                  <a:pt x="1026039" y="272066"/>
                </a:lnTo>
                <a:close/>
                <a:moveTo>
                  <a:pt x="1056471" y="281092"/>
                </a:moveTo>
                <a:lnTo>
                  <a:pt x="1058910" y="283442"/>
                </a:lnTo>
                <a:lnTo>
                  <a:pt x="1059111" y="284701"/>
                </a:lnTo>
                <a:lnTo>
                  <a:pt x="1058208" y="285619"/>
                </a:lnTo>
                <a:lnTo>
                  <a:pt x="1053603" y="286123"/>
                </a:lnTo>
                <a:lnTo>
                  <a:pt x="1051646" y="285663"/>
                </a:lnTo>
                <a:lnTo>
                  <a:pt x="1050447" y="284787"/>
                </a:lnTo>
                <a:lnTo>
                  <a:pt x="1050158" y="282799"/>
                </a:lnTo>
                <a:lnTo>
                  <a:pt x="1051787" y="280314"/>
                </a:lnTo>
                <a:lnTo>
                  <a:pt x="1053824" y="279925"/>
                </a:lnTo>
                <a:lnTo>
                  <a:pt x="1056471" y="281092"/>
                </a:lnTo>
                <a:close/>
                <a:moveTo>
                  <a:pt x="1054736" y="296540"/>
                </a:moveTo>
                <a:lnTo>
                  <a:pt x="1053398" y="297499"/>
                </a:lnTo>
                <a:lnTo>
                  <a:pt x="1052430" y="296756"/>
                </a:lnTo>
                <a:lnTo>
                  <a:pt x="1053270" y="296037"/>
                </a:lnTo>
                <a:lnTo>
                  <a:pt x="1054736" y="296540"/>
                </a:lnTo>
                <a:close/>
                <a:moveTo>
                  <a:pt x="1072671" y="297176"/>
                </a:moveTo>
                <a:lnTo>
                  <a:pt x="1073688" y="299146"/>
                </a:lnTo>
                <a:lnTo>
                  <a:pt x="1073754" y="301136"/>
                </a:lnTo>
                <a:lnTo>
                  <a:pt x="1072806" y="304361"/>
                </a:lnTo>
                <a:lnTo>
                  <a:pt x="1071703" y="305656"/>
                </a:lnTo>
                <a:lnTo>
                  <a:pt x="1069276" y="306436"/>
                </a:lnTo>
                <a:lnTo>
                  <a:pt x="1067184" y="306173"/>
                </a:lnTo>
                <a:lnTo>
                  <a:pt x="1063754" y="304774"/>
                </a:lnTo>
                <a:lnTo>
                  <a:pt x="1062497" y="303746"/>
                </a:lnTo>
                <a:lnTo>
                  <a:pt x="1062214" y="302607"/>
                </a:lnTo>
                <a:lnTo>
                  <a:pt x="1062917" y="301268"/>
                </a:lnTo>
                <a:lnTo>
                  <a:pt x="1067926" y="297230"/>
                </a:lnTo>
                <a:lnTo>
                  <a:pt x="1070693" y="296131"/>
                </a:lnTo>
                <a:lnTo>
                  <a:pt x="1072671" y="297176"/>
                </a:lnTo>
                <a:close/>
                <a:moveTo>
                  <a:pt x="1042181" y="298970"/>
                </a:moveTo>
                <a:lnTo>
                  <a:pt x="1044292" y="300785"/>
                </a:lnTo>
                <a:lnTo>
                  <a:pt x="1045215" y="302401"/>
                </a:lnTo>
                <a:lnTo>
                  <a:pt x="1044955" y="303798"/>
                </a:lnTo>
                <a:lnTo>
                  <a:pt x="1043517" y="304955"/>
                </a:lnTo>
                <a:lnTo>
                  <a:pt x="1040908" y="305855"/>
                </a:lnTo>
                <a:lnTo>
                  <a:pt x="1037573" y="306078"/>
                </a:lnTo>
                <a:lnTo>
                  <a:pt x="1035038" y="305013"/>
                </a:lnTo>
                <a:lnTo>
                  <a:pt x="1033848" y="303616"/>
                </a:lnTo>
                <a:lnTo>
                  <a:pt x="1032911" y="300272"/>
                </a:lnTo>
                <a:lnTo>
                  <a:pt x="1033059" y="299084"/>
                </a:lnTo>
                <a:lnTo>
                  <a:pt x="1034220" y="297433"/>
                </a:lnTo>
                <a:lnTo>
                  <a:pt x="1037616" y="296911"/>
                </a:lnTo>
                <a:lnTo>
                  <a:pt x="1042181" y="298970"/>
                </a:lnTo>
                <a:close/>
                <a:moveTo>
                  <a:pt x="1062026" y="314244"/>
                </a:moveTo>
                <a:lnTo>
                  <a:pt x="1063201" y="314773"/>
                </a:lnTo>
                <a:lnTo>
                  <a:pt x="1063752" y="315633"/>
                </a:lnTo>
                <a:lnTo>
                  <a:pt x="1063035" y="317723"/>
                </a:lnTo>
                <a:lnTo>
                  <a:pt x="1056781" y="321537"/>
                </a:lnTo>
                <a:lnTo>
                  <a:pt x="1053809" y="322613"/>
                </a:lnTo>
                <a:lnTo>
                  <a:pt x="1047598" y="320276"/>
                </a:lnTo>
                <a:lnTo>
                  <a:pt x="1043873" y="318042"/>
                </a:lnTo>
                <a:lnTo>
                  <a:pt x="1042663" y="316595"/>
                </a:lnTo>
                <a:lnTo>
                  <a:pt x="1043326" y="314839"/>
                </a:lnTo>
                <a:lnTo>
                  <a:pt x="1045731" y="313853"/>
                </a:lnTo>
                <a:lnTo>
                  <a:pt x="1062026" y="314244"/>
                </a:lnTo>
                <a:close/>
                <a:moveTo>
                  <a:pt x="1026096" y="315459"/>
                </a:moveTo>
                <a:lnTo>
                  <a:pt x="1027187" y="316461"/>
                </a:lnTo>
                <a:lnTo>
                  <a:pt x="1027586" y="317737"/>
                </a:lnTo>
                <a:lnTo>
                  <a:pt x="1027699" y="322309"/>
                </a:lnTo>
                <a:lnTo>
                  <a:pt x="1026739" y="329213"/>
                </a:lnTo>
                <a:lnTo>
                  <a:pt x="1025147" y="331587"/>
                </a:lnTo>
                <a:lnTo>
                  <a:pt x="1023642" y="331620"/>
                </a:lnTo>
                <a:lnTo>
                  <a:pt x="1013839" y="326601"/>
                </a:lnTo>
                <a:lnTo>
                  <a:pt x="1010444" y="324292"/>
                </a:lnTo>
                <a:lnTo>
                  <a:pt x="1008833" y="322181"/>
                </a:lnTo>
                <a:lnTo>
                  <a:pt x="1009081" y="320988"/>
                </a:lnTo>
                <a:lnTo>
                  <a:pt x="1010710" y="319945"/>
                </a:lnTo>
                <a:lnTo>
                  <a:pt x="1017346" y="317853"/>
                </a:lnTo>
                <a:lnTo>
                  <a:pt x="1023101" y="315338"/>
                </a:lnTo>
                <a:lnTo>
                  <a:pt x="1026096" y="315459"/>
                </a:lnTo>
                <a:close/>
                <a:moveTo>
                  <a:pt x="1088004" y="317889"/>
                </a:moveTo>
                <a:lnTo>
                  <a:pt x="1097374" y="321452"/>
                </a:lnTo>
                <a:lnTo>
                  <a:pt x="1097955" y="322948"/>
                </a:lnTo>
                <a:lnTo>
                  <a:pt x="1097145" y="325063"/>
                </a:lnTo>
                <a:lnTo>
                  <a:pt x="1095129" y="327071"/>
                </a:lnTo>
                <a:lnTo>
                  <a:pt x="1085762" y="331793"/>
                </a:lnTo>
                <a:lnTo>
                  <a:pt x="1082268" y="332506"/>
                </a:lnTo>
                <a:lnTo>
                  <a:pt x="1080188" y="332105"/>
                </a:lnTo>
                <a:lnTo>
                  <a:pt x="1079424" y="331116"/>
                </a:lnTo>
                <a:lnTo>
                  <a:pt x="1078982" y="326472"/>
                </a:lnTo>
                <a:lnTo>
                  <a:pt x="1079202" y="320616"/>
                </a:lnTo>
                <a:lnTo>
                  <a:pt x="1080019" y="317137"/>
                </a:lnTo>
                <a:lnTo>
                  <a:pt x="1082927" y="316428"/>
                </a:lnTo>
                <a:lnTo>
                  <a:pt x="1088004" y="317889"/>
                </a:lnTo>
                <a:close/>
                <a:moveTo>
                  <a:pt x="1072266" y="322518"/>
                </a:moveTo>
                <a:lnTo>
                  <a:pt x="1073489" y="325898"/>
                </a:lnTo>
                <a:lnTo>
                  <a:pt x="1073318" y="330955"/>
                </a:lnTo>
                <a:lnTo>
                  <a:pt x="1072432" y="332265"/>
                </a:lnTo>
                <a:lnTo>
                  <a:pt x="1070843" y="332918"/>
                </a:lnTo>
                <a:lnTo>
                  <a:pt x="1067861" y="332326"/>
                </a:lnTo>
                <a:lnTo>
                  <a:pt x="1065815" y="330977"/>
                </a:lnTo>
                <a:lnTo>
                  <a:pt x="1063993" y="328940"/>
                </a:lnTo>
                <a:lnTo>
                  <a:pt x="1063106" y="327041"/>
                </a:lnTo>
                <a:lnTo>
                  <a:pt x="1063299" y="325953"/>
                </a:lnTo>
                <a:lnTo>
                  <a:pt x="1064848" y="324387"/>
                </a:lnTo>
                <a:lnTo>
                  <a:pt x="1069488" y="321963"/>
                </a:lnTo>
                <a:lnTo>
                  <a:pt x="1070957" y="321624"/>
                </a:lnTo>
                <a:lnTo>
                  <a:pt x="1072266" y="322518"/>
                </a:lnTo>
                <a:close/>
                <a:moveTo>
                  <a:pt x="1041429" y="324890"/>
                </a:moveTo>
                <a:lnTo>
                  <a:pt x="1042677" y="326191"/>
                </a:lnTo>
                <a:lnTo>
                  <a:pt x="1042978" y="327677"/>
                </a:lnTo>
                <a:lnTo>
                  <a:pt x="1042324" y="329468"/>
                </a:lnTo>
                <a:lnTo>
                  <a:pt x="1040744" y="331468"/>
                </a:lnTo>
                <a:lnTo>
                  <a:pt x="1039467" y="332338"/>
                </a:lnTo>
                <a:lnTo>
                  <a:pt x="1036816" y="332861"/>
                </a:lnTo>
                <a:lnTo>
                  <a:pt x="1034514" y="331950"/>
                </a:lnTo>
                <a:lnTo>
                  <a:pt x="1033675" y="331029"/>
                </a:lnTo>
                <a:lnTo>
                  <a:pt x="1032981" y="328396"/>
                </a:lnTo>
                <a:lnTo>
                  <a:pt x="1033657" y="325780"/>
                </a:lnTo>
                <a:lnTo>
                  <a:pt x="1034825" y="324351"/>
                </a:lnTo>
                <a:lnTo>
                  <a:pt x="1036417" y="323602"/>
                </a:lnTo>
                <a:lnTo>
                  <a:pt x="1038307" y="323562"/>
                </a:lnTo>
                <a:lnTo>
                  <a:pt x="1041429" y="324890"/>
                </a:lnTo>
                <a:close/>
                <a:moveTo>
                  <a:pt x="993639" y="328188"/>
                </a:moveTo>
                <a:lnTo>
                  <a:pt x="994368" y="329405"/>
                </a:lnTo>
                <a:lnTo>
                  <a:pt x="994472" y="330870"/>
                </a:lnTo>
                <a:lnTo>
                  <a:pt x="993639" y="332932"/>
                </a:lnTo>
                <a:lnTo>
                  <a:pt x="992584" y="333855"/>
                </a:lnTo>
                <a:lnTo>
                  <a:pt x="984707" y="334013"/>
                </a:lnTo>
                <a:lnTo>
                  <a:pt x="982353" y="333417"/>
                </a:lnTo>
                <a:lnTo>
                  <a:pt x="981324" y="332391"/>
                </a:lnTo>
                <a:lnTo>
                  <a:pt x="981968" y="330344"/>
                </a:lnTo>
                <a:lnTo>
                  <a:pt x="984501" y="329029"/>
                </a:lnTo>
                <a:lnTo>
                  <a:pt x="990735" y="327417"/>
                </a:lnTo>
                <a:lnTo>
                  <a:pt x="992495" y="327474"/>
                </a:lnTo>
                <a:lnTo>
                  <a:pt x="993639" y="328188"/>
                </a:lnTo>
                <a:close/>
                <a:moveTo>
                  <a:pt x="1125321" y="330849"/>
                </a:moveTo>
                <a:lnTo>
                  <a:pt x="1133340" y="334170"/>
                </a:lnTo>
                <a:lnTo>
                  <a:pt x="1134768" y="335705"/>
                </a:lnTo>
                <a:lnTo>
                  <a:pt x="1133884" y="336577"/>
                </a:lnTo>
                <a:lnTo>
                  <a:pt x="1131547" y="337120"/>
                </a:lnTo>
                <a:lnTo>
                  <a:pt x="1122941" y="337614"/>
                </a:lnTo>
                <a:lnTo>
                  <a:pt x="1116701" y="337098"/>
                </a:lnTo>
                <a:lnTo>
                  <a:pt x="1114502" y="334349"/>
                </a:lnTo>
                <a:lnTo>
                  <a:pt x="1113171" y="330907"/>
                </a:lnTo>
                <a:lnTo>
                  <a:pt x="1113774" y="329401"/>
                </a:lnTo>
                <a:lnTo>
                  <a:pt x="1116730" y="328535"/>
                </a:lnTo>
                <a:lnTo>
                  <a:pt x="1121497" y="329355"/>
                </a:lnTo>
                <a:lnTo>
                  <a:pt x="1125321" y="330849"/>
                </a:lnTo>
                <a:close/>
                <a:moveTo>
                  <a:pt x="1007177" y="329692"/>
                </a:moveTo>
                <a:lnTo>
                  <a:pt x="1007826" y="332100"/>
                </a:lnTo>
                <a:lnTo>
                  <a:pt x="1006398" y="333874"/>
                </a:lnTo>
                <a:lnTo>
                  <a:pt x="1004374" y="333470"/>
                </a:lnTo>
                <a:lnTo>
                  <a:pt x="1002137" y="331469"/>
                </a:lnTo>
                <a:lnTo>
                  <a:pt x="1002482" y="330269"/>
                </a:lnTo>
                <a:lnTo>
                  <a:pt x="1004111" y="329280"/>
                </a:lnTo>
                <a:lnTo>
                  <a:pt x="1006114" y="329149"/>
                </a:lnTo>
                <a:lnTo>
                  <a:pt x="1007177" y="329692"/>
                </a:lnTo>
                <a:close/>
                <a:moveTo>
                  <a:pt x="1104493" y="330155"/>
                </a:moveTo>
                <a:lnTo>
                  <a:pt x="1105637" y="331361"/>
                </a:lnTo>
                <a:lnTo>
                  <a:pt x="1106433" y="333812"/>
                </a:lnTo>
                <a:lnTo>
                  <a:pt x="1106229" y="335420"/>
                </a:lnTo>
                <a:lnTo>
                  <a:pt x="1105198" y="336565"/>
                </a:lnTo>
                <a:lnTo>
                  <a:pt x="1103689" y="337332"/>
                </a:lnTo>
                <a:lnTo>
                  <a:pt x="1100944" y="337678"/>
                </a:lnTo>
                <a:lnTo>
                  <a:pt x="1099068" y="337307"/>
                </a:lnTo>
                <a:lnTo>
                  <a:pt x="1096848" y="335974"/>
                </a:lnTo>
                <a:lnTo>
                  <a:pt x="1097363" y="334318"/>
                </a:lnTo>
                <a:lnTo>
                  <a:pt x="1102017" y="330333"/>
                </a:lnTo>
                <a:lnTo>
                  <a:pt x="1103207" y="329688"/>
                </a:lnTo>
                <a:lnTo>
                  <a:pt x="1104493" y="330155"/>
                </a:lnTo>
                <a:close/>
                <a:moveTo>
                  <a:pt x="1055025" y="333800"/>
                </a:moveTo>
                <a:lnTo>
                  <a:pt x="1055712" y="335053"/>
                </a:lnTo>
                <a:lnTo>
                  <a:pt x="1054355" y="335829"/>
                </a:lnTo>
                <a:lnTo>
                  <a:pt x="1051206" y="335744"/>
                </a:lnTo>
                <a:lnTo>
                  <a:pt x="1050256" y="334914"/>
                </a:lnTo>
                <a:lnTo>
                  <a:pt x="1050993" y="333618"/>
                </a:lnTo>
                <a:lnTo>
                  <a:pt x="1052196" y="333116"/>
                </a:lnTo>
                <a:lnTo>
                  <a:pt x="1055025" y="333800"/>
                </a:lnTo>
                <a:close/>
                <a:moveTo>
                  <a:pt x="1059017" y="344156"/>
                </a:moveTo>
                <a:lnTo>
                  <a:pt x="1059242" y="344847"/>
                </a:lnTo>
                <a:lnTo>
                  <a:pt x="1058610" y="346137"/>
                </a:lnTo>
                <a:lnTo>
                  <a:pt x="1054633" y="347726"/>
                </a:lnTo>
                <a:lnTo>
                  <a:pt x="1051091" y="347338"/>
                </a:lnTo>
                <a:lnTo>
                  <a:pt x="1048706" y="345904"/>
                </a:lnTo>
                <a:lnTo>
                  <a:pt x="1048170" y="344852"/>
                </a:lnTo>
                <a:lnTo>
                  <a:pt x="1049305" y="343442"/>
                </a:lnTo>
                <a:lnTo>
                  <a:pt x="1052652" y="342915"/>
                </a:lnTo>
                <a:lnTo>
                  <a:pt x="1056636" y="343181"/>
                </a:lnTo>
                <a:lnTo>
                  <a:pt x="1059017" y="344156"/>
                </a:lnTo>
                <a:close/>
                <a:moveTo>
                  <a:pt x="1072440" y="346413"/>
                </a:moveTo>
                <a:lnTo>
                  <a:pt x="1073486" y="349936"/>
                </a:lnTo>
                <a:lnTo>
                  <a:pt x="1073472" y="356886"/>
                </a:lnTo>
                <a:lnTo>
                  <a:pt x="1072440" y="360009"/>
                </a:lnTo>
                <a:lnTo>
                  <a:pt x="1070719" y="360745"/>
                </a:lnTo>
                <a:lnTo>
                  <a:pt x="1062062" y="355155"/>
                </a:lnTo>
                <a:lnTo>
                  <a:pt x="1061504" y="354494"/>
                </a:lnTo>
                <a:lnTo>
                  <a:pt x="1061325" y="352836"/>
                </a:lnTo>
                <a:lnTo>
                  <a:pt x="1063206" y="349874"/>
                </a:lnTo>
                <a:lnTo>
                  <a:pt x="1067349" y="346933"/>
                </a:lnTo>
                <a:lnTo>
                  <a:pt x="1070892" y="345349"/>
                </a:lnTo>
                <a:lnTo>
                  <a:pt x="1072440" y="346413"/>
                </a:lnTo>
                <a:close/>
                <a:moveTo>
                  <a:pt x="1041255" y="347570"/>
                </a:moveTo>
                <a:lnTo>
                  <a:pt x="1044642" y="351106"/>
                </a:lnTo>
                <a:lnTo>
                  <a:pt x="1045421" y="353062"/>
                </a:lnTo>
                <a:lnTo>
                  <a:pt x="1045136" y="354520"/>
                </a:lnTo>
                <a:lnTo>
                  <a:pt x="1042694" y="356481"/>
                </a:lnTo>
                <a:lnTo>
                  <a:pt x="1037396" y="359444"/>
                </a:lnTo>
                <a:lnTo>
                  <a:pt x="1034930" y="360187"/>
                </a:lnTo>
                <a:lnTo>
                  <a:pt x="1033277" y="359874"/>
                </a:lnTo>
                <a:lnTo>
                  <a:pt x="1032421" y="358097"/>
                </a:lnTo>
                <a:lnTo>
                  <a:pt x="1032199" y="352131"/>
                </a:lnTo>
                <a:lnTo>
                  <a:pt x="1032616" y="347978"/>
                </a:lnTo>
                <a:lnTo>
                  <a:pt x="1033560" y="345660"/>
                </a:lnTo>
                <a:lnTo>
                  <a:pt x="1037915" y="346270"/>
                </a:lnTo>
                <a:lnTo>
                  <a:pt x="1041255" y="347570"/>
                </a:lnTo>
                <a:close/>
                <a:moveTo>
                  <a:pt x="1059306" y="359778"/>
                </a:moveTo>
                <a:lnTo>
                  <a:pt x="1062620" y="363262"/>
                </a:lnTo>
                <a:lnTo>
                  <a:pt x="1062604" y="363741"/>
                </a:lnTo>
                <a:lnTo>
                  <a:pt x="1061503" y="364364"/>
                </a:lnTo>
                <a:lnTo>
                  <a:pt x="1051867" y="364738"/>
                </a:lnTo>
                <a:lnTo>
                  <a:pt x="1048582" y="364284"/>
                </a:lnTo>
                <a:lnTo>
                  <a:pt x="1047048" y="363299"/>
                </a:lnTo>
                <a:lnTo>
                  <a:pt x="1046893" y="362580"/>
                </a:lnTo>
                <a:lnTo>
                  <a:pt x="1047718" y="360628"/>
                </a:lnTo>
                <a:lnTo>
                  <a:pt x="1050744" y="356769"/>
                </a:lnTo>
                <a:lnTo>
                  <a:pt x="1055449" y="357078"/>
                </a:lnTo>
                <a:lnTo>
                  <a:pt x="1059306" y="359778"/>
                </a:lnTo>
                <a:close/>
                <a:moveTo>
                  <a:pt x="1058670" y="371349"/>
                </a:moveTo>
                <a:lnTo>
                  <a:pt x="1059453" y="372654"/>
                </a:lnTo>
                <a:lnTo>
                  <a:pt x="1058624" y="373915"/>
                </a:lnTo>
                <a:lnTo>
                  <a:pt x="1052421" y="376093"/>
                </a:lnTo>
                <a:lnTo>
                  <a:pt x="1048508" y="374083"/>
                </a:lnTo>
                <a:lnTo>
                  <a:pt x="1047248" y="372646"/>
                </a:lnTo>
                <a:lnTo>
                  <a:pt x="1047909" y="371465"/>
                </a:lnTo>
                <a:lnTo>
                  <a:pt x="1050860" y="370612"/>
                </a:lnTo>
                <a:lnTo>
                  <a:pt x="1056010" y="370561"/>
                </a:lnTo>
                <a:lnTo>
                  <a:pt x="1058670" y="371349"/>
                </a:lnTo>
                <a:close/>
                <a:moveTo>
                  <a:pt x="1039924" y="375168"/>
                </a:moveTo>
                <a:lnTo>
                  <a:pt x="1041803" y="376301"/>
                </a:lnTo>
                <a:lnTo>
                  <a:pt x="1044025" y="378559"/>
                </a:lnTo>
                <a:lnTo>
                  <a:pt x="1045106" y="380896"/>
                </a:lnTo>
                <a:lnTo>
                  <a:pt x="1044958" y="382168"/>
                </a:lnTo>
                <a:lnTo>
                  <a:pt x="1043483" y="383465"/>
                </a:lnTo>
                <a:lnTo>
                  <a:pt x="1039686" y="384461"/>
                </a:lnTo>
                <a:lnTo>
                  <a:pt x="1035560" y="384160"/>
                </a:lnTo>
                <a:lnTo>
                  <a:pt x="1033502" y="383152"/>
                </a:lnTo>
                <a:lnTo>
                  <a:pt x="1032352" y="381831"/>
                </a:lnTo>
                <a:lnTo>
                  <a:pt x="1031969" y="379999"/>
                </a:lnTo>
                <a:lnTo>
                  <a:pt x="1032226" y="375875"/>
                </a:lnTo>
                <a:lnTo>
                  <a:pt x="1033034" y="374276"/>
                </a:lnTo>
                <a:lnTo>
                  <a:pt x="1035517" y="373713"/>
                </a:lnTo>
                <a:lnTo>
                  <a:pt x="1039924" y="375168"/>
                </a:lnTo>
                <a:close/>
                <a:moveTo>
                  <a:pt x="1073250" y="376209"/>
                </a:moveTo>
                <a:lnTo>
                  <a:pt x="1073789" y="379745"/>
                </a:lnTo>
                <a:lnTo>
                  <a:pt x="1073505" y="383726"/>
                </a:lnTo>
                <a:lnTo>
                  <a:pt x="1072780" y="385601"/>
                </a:lnTo>
                <a:lnTo>
                  <a:pt x="1071557" y="386565"/>
                </a:lnTo>
                <a:lnTo>
                  <a:pt x="1069159" y="386417"/>
                </a:lnTo>
                <a:lnTo>
                  <a:pt x="1063505" y="383391"/>
                </a:lnTo>
                <a:lnTo>
                  <a:pt x="1062156" y="382002"/>
                </a:lnTo>
                <a:lnTo>
                  <a:pt x="1062078" y="380893"/>
                </a:lnTo>
                <a:lnTo>
                  <a:pt x="1063125" y="378755"/>
                </a:lnTo>
                <a:lnTo>
                  <a:pt x="1067486" y="375081"/>
                </a:lnTo>
                <a:lnTo>
                  <a:pt x="1071037" y="374025"/>
                </a:lnTo>
                <a:lnTo>
                  <a:pt x="1072180" y="374621"/>
                </a:lnTo>
                <a:lnTo>
                  <a:pt x="1073250" y="376209"/>
                </a:lnTo>
                <a:close/>
                <a:moveTo>
                  <a:pt x="1025807" y="375862"/>
                </a:moveTo>
                <a:lnTo>
                  <a:pt x="1026838" y="377823"/>
                </a:lnTo>
                <a:lnTo>
                  <a:pt x="1026928" y="380244"/>
                </a:lnTo>
                <a:lnTo>
                  <a:pt x="1026106" y="382459"/>
                </a:lnTo>
                <a:lnTo>
                  <a:pt x="1024303" y="384367"/>
                </a:lnTo>
                <a:lnTo>
                  <a:pt x="1006960" y="385010"/>
                </a:lnTo>
                <a:lnTo>
                  <a:pt x="1005126" y="384737"/>
                </a:lnTo>
                <a:lnTo>
                  <a:pt x="1003648" y="383441"/>
                </a:lnTo>
                <a:lnTo>
                  <a:pt x="1004801" y="381752"/>
                </a:lnTo>
                <a:lnTo>
                  <a:pt x="1006215" y="380729"/>
                </a:lnTo>
                <a:lnTo>
                  <a:pt x="1014326" y="378194"/>
                </a:lnTo>
                <a:lnTo>
                  <a:pt x="1020807" y="375369"/>
                </a:lnTo>
                <a:lnTo>
                  <a:pt x="1023459" y="374819"/>
                </a:lnTo>
                <a:lnTo>
                  <a:pt x="1025807" y="375862"/>
                </a:lnTo>
                <a:close/>
                <a:moveTo>
                  <a:pt x="1088293" y="376498"/>
                </a:moveTo>
                <a:lnTo>
                  <a:pt x="1105031" y="385241"/>
                </a:lnTo>
                <a:lnTo>
                  <a:pt x="1106388" y="386370"/>
                </a:lnTo>
                <a:lnTo>
                  <a:pt x="1106499" y="387905"/>
                </a:lnTo>
                <a:lnTo>
                  <a:pt x="1104577" y="388868"/>
                </a:lnTo>
                <a:lnTo>
                  <a:pt x="1095004" y="388822"/>
                </a:lnTo>
                <a:lnTo>
                  <a:pt x="1084857" y="388103"/>
                </a:lnTo>
                <a:lnTo>
                  <a:pt x="1081452" y="386977"/>
                </a:lnTo>
                <a:lnTo>
                  <a:pt x="1080311" y="385716"/>
                </a:lnTo>
                <a:lnTo>
                  <a:pt x="1079349" y="382969"/>
                </a:lnTo>
                <a:lnTo>
                  <a:pt x="1079083" y="378589"/>
                </a:lnTo>
                <a:lnTo>
                  <a:pt x="1079633" y="376096"/>
                </a:lnTo>
                <a:lnTo>
                  <a:pt x="1080498" y="375206"/>
                </a:lnTo>
                <a:lnTo>
                  <a:pt x="1082752" y="374653"/>
                </a:lnTo>
                <a:lnTo>
                  <a:pt x="1085538" y="375112"/>
                </a:lnTo>
                <a:lnTo>
                  <a:pt x="1088293" y="376498"/>
                </a:lnTo>
                <a:close/>
                <a:moveTo>
                  <a:pt x="1056529" y="395533"/>
                </a:moveTo>
                <a:lnTo>
                  <a:pt x="1057563" y="397045"/>
                </a:lnTo>
                <a:lnTo>
                  <a:pt x="1056124" y="398947"/>
                </a:lnTo>
                <a:lnTo>
                  <a:pt x="1053725" y="400065"/>
                </a:lnTo>
                <a:lnTo>
                  <a:pt x="1052364" y="399909"/>
                </a:lnTo>
                <a:lnTo>
                  <a:pt x="1051336" y="399093"/>
                </a:lnTo>
                <a:lnTo>
                  <a:pt x="1050686" y="396748"/>
                </a:lnTo>
                <a:lnTo>
                  <a:pt x="1051521" y="395553"/>
                </a:lnTo>
                <a:lnTo>
                  <a:pt x="1054272" y="394979"/>
                </a:lnTo>
                <a:lnTo>
                  <a:pt x="1056529" y="395533"/>
                </a:lnTo>
                <a:close/>
                <a:moveTo>
                  <a:pt x="1037379" y="398426"/>
                </a:moveTo>
                <a:lnTo>
                  <a:pt x="1043807" y="402641"/>
                </a:lnTo>
                <a:lnTo>
                  <a:pt x="1044765" y="405191"/>
                </a:lnTo>
                <a:lnTo>
                  <a:pt x="1043622" y="406688"/>
                </a:lnTo>
                <a:lnTo>
                  <a:pt x="1036349" y="410958"/>
                </a:lnTo>
                <a:lnTo>
                  <a:pt x="1033136" y="411487"/>
                </a:lnTo>
                <a:lnTo>
                  <a:pt x="1031868" y="410271"/>
                </a:lnTo>
                <a:lnTo>
                  <a:pt x="1031267" y="407761"/>
                </a:lnTo>
                <a:lnTo>
                  <a:pt x="1032000" y="399411"/>
                </a:lnTo>
                <a:lnTo>
                  <a:pt x="1033499" y="397511"/>
                </a:lnTo>
                <a:lnTo>
                  <a:pt x="1035125" y="397520"/>
                </a:lnTo>
                <a:lnTo>
                  <a:pt x="1037379" y="398426"/>
                </a:lnTo>
                <a:close/>
                <a:moveTo>
                  <a:pt x="1074696" y="399236"/>
                </a:moveTo>
                <a:lnTo>
                  <a:pt x="1076356" y="401771"/>
                </a:lnTo>
                <a:lnTo>
                  <a:pt x="1077168" y="404752"/>
                </a:lnTo>
                <a:lnTo>
                  <a:pt x="1076798" y="408794"/>
                </a:lnTo>
                <a:lnTo>
                  <a:pt x="1075493" y="410354"/>
                </a:lnTo>
                <a:lnTo>
                  <a:pt x="1073880" y="410479"/>
                </a:lnTo>
                <a:lnTo>
                  <a:pt x="1070603" y="409278"/>
                </a:lnTo>
                <a:lnTo>
                  <a:pt x="1065606" y="406747"/>
                </a:lnTo>
                <a:lnTo>
                  <a:pt x="1063724" y="405248"/>
                </a:lnTo>
                <a:lnTo>
                  <a:pt x="1063580" y="403722"/>
                </a:lnTo>
                <a:lnTo>
                  <a:pt x="1064610" y="401877"/>
                </a:lnTo>
                <a:lnTo>
                  <a:pt x="1068587" y="398651"/>
                </a:lnTo>
                <a:lnTo>
                  <a:pt x="1071919" y="397844"/>
                </a:lnTo>
                <a:lnTo>
                  <a:pt x="1074696" y="399236"/>
                </a:lnTo>
                <a:close/>
                <a:moveTo>
                  <a:pt x="1058439" y="410923"/>
                </a:moveTo>
                <a:lnTo>
                  <a:pt x="1067684" y="416591"/>
                </a:lnTo>
                <a:lnTo>
                  <a:pt x="1069431" y="418213"/>
                </a:lnTo>
                <a:lnTo>
                  <a:pt x="1069704" y="419238"/>
                </a:lnTo>
                <a:lnTo>
                  <a:pt x="1068932" y="421084"/>
                </a:lnTo>
                <a:lnTo>
                  <a:pt x="1066771" y="423258"/>
                </a:lnTo>
                <a:lnTo>
                  <a:pt x="1059174" y="428893"/>
                </a:lnTo>
                <a:lnTo>
                  <a:pt x="1056178" y="430427"/>
                </a:lnTo>
                <a:lnTo>
                  <a:pt x="1052971" y="431142"/>
                </a:lnTo>
                <a:lnTo>
                  <a:pt x="1049517" y="430156"/>
                </a:lnTo>
                <a:lnTo>
                  <a:pt x="1040806" y="424060"/>
                </a:lnTo>
                <a:lnTo>
                  <a:pt x="1036590" y="419370"/>
                </a:lnTo>
                <a:lnTo>
                  <a:pt x="1036583" y="418215"/>
                </a:lnTo>
                <a:lnTo>
                  <a:pt x="1038022" y="416694"/>
                </a:lnTo>
                <a:lnTo>
                  <a:pt x="1051647" y="409250"/>
                </a:lnTo>
                <a:lnTo>
                  <a:pt x="1053608" y="408976"/>
                </a:lnTo>
                <a:lnTo>
                  <a:pt x="1058439" y="410923"/>
                </a:lnTo>
                <a:close/>
                <a:moveTo>
                  <a:pt x="1034081" y="426255"/>
                </a:moveTo>
                <a:lnTo>
                  <a:pt x="1043192" y="432768"/>
                </a:lnTo>
                <a:lnTo>
                  <a:pt x="1045135" y="435596"/>
                </a:lnTo>
                <a:lnTo>
                  <a:pt x="1045305" y="437364"/>
                </a:lnTo>
                <a:lnTo>
                  <a:pt x="1031159" y="447720"/>
                </a:lnTo>
                <a:lnTo>
                  <a:pt x="1025518" y="449919"/>
                </a:lnTo>
                <a:lnTo>
                  <a:pt x="1023877" y="447781"/>
                </a:lnTo>
                <a:lnTo>
                  <a:pt x="1023565" y="446252"/>
                </a:lnTo>
                <a:lnTo>
                  <a:pt x="1026118" y="437458"/>
                </a:lnTo>
                <a:lnTo>
                  <a:pt x="1027846" y="427606"/>
                </a:lnTo>
                <a:lnTo>
                  <a:pt x="1029452" y="425771"/>
                </a:lnTo>
                <a:lnTo>
                  <a:pt x="1031481" y="425652"/>
                </a:lnTo>
                <a:lnTo>
                  <a:pt x="1034081" y="426255"/>
                </a:lnTo>
                <a:close/>
                <a:moveTo>
                  <a:pt x="1077474" y="426660"/>
                </a:moveTo>
                <a:lnTo>
                  <a:pt x="1079873" y="431980"/>
                </a:lnTo>
                <a:lnTo>
                  <a:pt x="1081976" y="441701"/>
                </a:lnTo>
                <a:lnTo>
                  <a:pt x="1082349" y="448223"/>
                </a:lnTo>
                <a:lnTo>
                  <a:pt x="1082015" y="449420"/>
                </a:lnTo>
                <a:lnTo>
                  <a:pt x="1080635" y="450402"/>
                </a:lnTo>
                <a:lnTo>
                  <a:pt x="1078277" y="449558"/>
                </a:lnTo>
                <a:lnTo>
                  <a:pt x="1064968" y="440297"/>
                </a:lnTo>
                <a:lnTo>
                  <a:pt x="1061679" y="437190"/>
                </a:lnTo>
                <a:lnTo>
                  <a:pt x="1065003" y="433162"/>
                </a:lnTo>
                <a:lnTo>
                  <a:pt x="1073767" y="426105"/>
                </a:lnTo>
                <a:lnTo>
                  <a:pt x="1075698" y="425688"/>
                </a:lnTo>
                <a:lnTo>
                  <a:pt x="1077474" y="426660"/>
                </a:lnTo>
                <a:close/>
                <a:moveTo>
                  <a:pt x="1059249" y="443497"/>
                </a:moveTo>
                <a:lnTo>
                  <a:pt x="1071539" y="451991"/>
                </a:lnTo>
                <a:lnTo>
                  <a:pt x="1076372" y="454347"/>
                </a:lnTo>
                <a:lnTo>
                  <a:pt x="1077048" y="455386"/>
                </a:lnTo>
                <a:lnTo>
                  <a:pt x="1077196" y="457596"/>
                </a:lnTo>
                <a:lnTo>
                  <a:pt x="1076519" y="459350"/>
                </a:lnTo>
                <a:lnTo>
                  <a:pt x="1074842" y="460853"/>
                </a:lnTo>
                <a:lnTo>
                  <a:pt x="1069474" y="463983"/>
                </a:lnTo>
                <a:lnTo>
                  <a:pt x="1059140" y="471306"/>
                </a:lnTo>
                <a:lnTo>
                  <a:pt x="1055561" y="472045"/>
                </a:lnTo>
                <a:lnTo>
                  <a:pt x="1052346" y="470737"/>
                </a:lnTo>
                <a:lnTo>
                  <a:pt x="1038916" y="461425"/>
                </a:lnTo>
                <a:lnTo>
                  <a:pt x="1035851" y="458192"/>
                </a:lnTo>
                <a:lnTo>
                  <a:pt x="1035495" y="456270"/>
                </a:lnTo>
                <a:lnTo>
                  <a:pt x="1037455" y="453479"/>
                </a:lnTo>
                <a:lnTo>
                  <a:pt x="1052002" y="442817"/>
                </a:lnTo>
                <a:lnTo>
                  <a:pt x="1054909" y="441819"/>
                </a:lnTo>
                <a:lnTo>
                  <a:pt x="1059249" y="443497"/>
                </a:lnTo>
                <a:close/>
                <a:moveTo>
                  <a:pt x="1027659" y="464268"/>
                </a:moveTo>
                <a:lnTo>
                  <a:pt x="1042079" y="474515"/>
                </a:lnTo>
                <a:lnTo>
                  <a:pt x="1044900" y="477141"/>
                </a:lnTo>
                <a:lnTo>
                  <a:pt x="1045527" y="479044"/>
                </a:lnTo>
                <a:lnTo>
                  <a:pt x="1043106" y="481567"/>
                </a:lnTo>
                <a:lnTo>
                  <a:pt x="1023132" y="494819"/>
                </a:lnTo>
                <a:lnTo>
                  <a:pt x="1019274" y="496168"/>
                </a:lnTo>
                <a:lnTo>
                  <a:pt x="1017899" y="494897"/>
                </a:lnTo>
                <a:lnTo>
                  <a:pt x="1017425" y="489529"/>
                </a:lnTo>
                <a:lnTo>
                  <a:pt x="1019027" y="475754"/>
                </a:lnTo>
                <a:lnTo>
                  <a:pt x="1020544" y="468470"/>
                </a:lnTo>
                <a:lnTo>
                  <a:pt x="1022344" y="464379"/>
                </a:lnTo>
                <a:lnTo>
                  <a:pt x="1023922" y="462981"/>
                </a:lnTo>
                <a:lnTo>
                  <a:pt x="1025546" y="462819"/>
                </a:lnTo>
                <a:lnTo>
                  <a:pt x="1027659" y="464268"/>
                </a:lnTo>
                <a:close/>
                <a:moveTo>
                  <a:pt x="1085284" y="464615"/>
                </a:moveTo>
                <a:lnTo>
                  <a:pt x="1086166" y="466883"/>
                </a:lnTo>
                <a:lnTo>
                  <a:pt x="1087792" y="482130"/>
                </a:lnTo>
                <a:lnTo>
                  <a:pt x="1089739" y="491518"/>
                </a:lnTo>
                <a:lnTo>
                  <a:pt x="1089108" y="493747"/>
                </a:lnTo>
                <a:lnTo>
                  <a:pt x="1087452" y="494491"/>
                </a:lnTo>
                <a:lnTo>
                  <a:pt x="1083703" y="493360"/>
                </a:lnTo>
                <a:lnTo>
                  <a:pt x="1066469" y="481037"/>
                </a:lnTo>
                <a:lnTo>
                  <a:pt x="1064523" y="479213"/>
                </a:lnTo>
                <a:lnTo>
                  <a:pt x="1064155" y="478147"/>
                </a:lnTo>
                <a:lnTo>
                  <a:pt x="1064702" y="476048"/>
                </a:lnTo>
                <a:lnTo>
                  <a:pt x="1066544" y="473817"/>
                </a:lnTo>
                <a:lnTo>
                  <a:pt x="1075904" y="467623"/>
                </a:lnTo>
                <a:lnTo>
                  <a:pt x="1080477" y="463687"/>
                </a:lnTo>
                <a:lnTo>
                  <a:pt x="1082681" y="463458"/>
                </a:lnTo>
                <a:lnTo>
                  <a:pt x="1085284" y="464615"/>
                </a:lnTo>
                <a:close/>
                <a:moveTo>
                  <a:pt x="1057918" y="485096"/>
                </a:moveTo>
                <a:lnTo>
                  <a:pt x="1081917" y="501397"/>
                </a:lnTo>
                <a:lnTo>
                  <a:pt x="1082182" y="502299"/>
                </a:lnTo>
                <a:lnTo>
                  <a:pt x="1081428" y="503705"/>
                </a:lnTo>
                <a:lnTo>
                  <a:pt x="1076639" y="507611"/>
                </a:lnTo>
                <a:lnTo>
                  <a:pt x="1056635" y="517019"/>
                </a:lnTo>
                <a:lnTo>
                  <a:pt x="1051999" y="517672"/>
                </a:lnTo>
                <a:lnTo>
                  <a:pt x="1048483" y="516631"/>
                </a:lnTo>
                <a:lnTo>
                  <a:pt x="1032712" y="508272"/>
                </a:lnTo>
                <a:lnTo>
                  <a:pt x="1029572" y="506234"/>
                </a:lnTo>
                <a:lnTo>
                  <a:pt x="1026795" y="503604"/>
                </a:lnTo>
                <a:lnTo>
                  <a:pt x="1026442" y="502316"/>
                </a:lnTo>
                <a:lnTo>
                  <a:pt x="1027991" y="500573"/>
                </a:lnTo>
                <a:lnTo>
                  <a:pt x="1049383" y="485516"/>
                </a:lnTo>
                <a:lnTo>
                  <a:pt x="1053650" y="483923"/>
                </a:lnTo>
                <a:lnTo>
                  <a:pt x="1057918" y="485096"/>
                </a:lnTo>
                <a:close/>
                <a:moveTo>
                  <a:pt x="1090665" y="509280"/>
                </a:moveTo>
                <a:lnTo>
                  <a:pt x="1091592" y="512200"/>
                </a:lnTo>
                <a:lnTo>
                  <a:pt x="1093312" y="525140"/>
                </a:lnTo>
                <a:lnTo>
                  <a:pt x="1095173" y="533525"/>
                </a:lnTo>
                <a:lnTo>
                  <a:pt x="1094843" y="536958"/>
                </a:lnTo>
                <a:lnTo>
                  <a:pt x="1093470" y="538874"/>
                </a:lnTo>
                <a:lnTo>
                  <a:pt x="1091487" y="538715"/>
                </a:lnTo>
                <a:lnTo>
                  <a:pt x="1087830" y="537131"/>
                </a:lnTo>
                <a:lnTo>
                  <a:pt x="1066911" y="526471"/>
                </a:lnTo>
                <a:lnTo>
                  <a:pt x="1064608" y="524749"/>
                </a:lnTo>
                <a:lnTo>
                  <a:pt x="1064031" y="521846"/>
                </a:lnTo>
                <a:lnTo>
                  <a:pt x="1064661" y="520319"/>
                </a:lnTo>
                <a:lnTo>
                  <a:pt x="1065592" y="519527"/>
                </a:lnTo>
                <a:lnTo>
                  <a:pt x="1071526" y="517248"/>
                </a:lnTo>
                <a:lnTo>
                  <a:pt x="1081414" y="512157"/>
                </a:lnTo>
                <a:lnTo>
                  <a:pt x="1086508" y="508914"/>
                </a:lnTo>
                <a:lnTo>
                  <a:pt x="1088958" y="508477"/>
                </a:lnTo>
                <a:lnTo>
                  <a:pt x="1090665" y="509280"/>
                </a:lnTo>
                <a:close/>
                <a:moveTo>
                  <a:pt x="1022914" y="511016"/>
                </a:moveTo>
                <a:lnTo>
                  <a:pt x="1038572" y="519726"/>
                </a:lnTo>
                <a:lnTo>
                  <a:pt x="1040031" y="521265"/>
                </a:lnTo>
                <a:lnTo>
                  <a:pt x="1040050" y="523074"/>
                </a:lnTo>
                <a:lnTo>
                  <a:pt x="1038897" y="524916"/>
                </a:lnTo>
                <a:lnTo>
                  <a:pt x="1036651" y="526415"/>
                </a:lnTo>
                <a:lnTo>
                  <a:pt x="1029697" y="528993"/>
                </a:lnTo>
                <a:lnTo>
                  <a:pt x="1016668" y="535617"/>
                </a:lnTo>
                <a:lnTo>
                  <a:pt x="1013715" y="535931"/>
                </a:lnTo>
                <a:lnTo>
                  <a:pt x="1012494" y="534572"/>
                </a:lnTo>
                <a:lnTo>
                  <a:pt x="1012269" y="532944"/>
                </a:lnTo>
                <a:lnTo>
                  <a:pt x="1013368" y="519203"/>
                </a:lnTo>
                <a:lnTo>
                  <a:pt x="1014814" y="509801"/>
                </a:lnTo>
                <a:lnTo>
                  <a:pt x="1015851" y="509111"/>
                </a:lnTo>
                <a:lnTo>
                  <a:pt x="1018127" y="508977"/>
                </a:lnTo>
                <a:lnTo>
                  <a:pt x="1022914" y="511016"/>
                </a:lnTo>
                <a:close/>
                <a:moveTo>
                  <a:pt x="1056761" y="529704"/>
                </a:moveTo>
                <a:lnTo>
                  <a:pt x="1080904" y="542975"/>
                </a:lnTo>
                <a:lnTo>
                  <a:pt x="1082514" y="544400"/>
                </a:lnTo>
                <a:lnTo>
                  <a:pt x="1083068" y="546934"/>
                </a:lnTo>
                <a:lnTo>
                  <a:pt x="1082729" y="548524"/>
                </a:lnTo>
                <a:lnTo>
                  <a:pt x="1081422" y="549932"/>
                </a:lnTo>
                <a:lnTo>
                  <a:pt x="1057020" y="568044"/>
                </a:lnTo>
                <a:lnTo>
                  <a:pt x="1054763" y="569313"/>
                </a:lnTo>
                <a:lnTo>
                  <a:pt x="1052595" y="569474"/>
                </a:lnTo>
                <a:lnTo>
                  <a:pt x="1048525" y="567433"/>
                </a:lnTo>
                <a:lnTo>
                  <a:pt x="1028458" y="551930"/>
                </a:lnTo>
                <a:lnTo>
                  <a:pt x="1022509" y="546851"/>
                </a:lnTo>
                <a:lnTo>
                  <a:pt x="1020685" y="544069"/>
                </a:lnTo>
                <a:lnTo>
                  <a:pt x="1021121" y="542838"/>
                </a:lnTo>
                <a:lnTo>
                  <a:pt x="1022756" y="541718"/>
                </a:lnTo>
                <a:lnTo>
                  <a:pt x="1043514" y="531285"/>
                </a:lnTo>
                <a:lnTo>
                  <a:pt x="1048402" y="528289"/>
                </a:lnTo>
                <a:lnTo>
                  <a:pt x="1052442" y="527819"/>
                </a:lnTo>
                <a:lnTo>
                  <a:pt x="1056761" y="529704"/>
                </a:lnTo>
                <a:close/>
                <a:moveTo>
                  <a:pt x="1018286" y="554756"/>
                </a:moveTo>
                <a:lnTo>
                  <a:pt x="1040767" y="571372"/>
                </a:lnTo>
                <a:lnTo>
                  <a:pt x="1043433" y="573860"/>
                </a:lnTo>
                <a:lnTo>
                  <a:pt x="1044321" y="575758"/>
                </a:lnTo>
                <a:lnTo>
                  <a:pt x="1043195" y="577554"/>
                </a:lnTo>
                <a:lnTo>
                  <a:pt x="1039425" y="580903"/>
                </a:lnTo>
                <a:lnTo>
                  <a:pt x="1032989" y="585125"/>
                </a:lnTo>
                <a:lnTo>
                  <a:pt x="1007050" y="604412"/>
                </a:lnTo>
                <a:lnTo>
                  <a:pt x="1005237" y="604744"/>
                </a:lnTo>
                <a:lnTo>
                  <a:pt x="1003651" y="603698"/>
                </a:lnTo>
                <a:lnTo>
                  <a:pt x="1003453" y="600025"/>
                </a:lnTo>
                <a:lnTo>
                  <a:pt x="1009016" y="554743"/>
                </a:lnTo>
                <a:lnTo>
                  <a:pt x="1010033" y="551898"/>
                </a:lnTo>
                <a:lnTo>
                  <a:pt x="1011729" y="551050"/>
                </a:lnTo>
                <a:lnTo>
                  <a:pt x="1014385" y="552052"/>
                </a:lnTo>
                <a:lnTo>
                  <a:pt x="1018286" y="554756"/>
                </a:lnTo>
                <a:close/>
                <a:moveTo>
                  <a:pt x="1096219" y="555393"/>
                </a:moveTo>
                <a:lnTo>
                  <a:pt x="1097279" y="560301"/>
                </a:lnTo>
                <a:lnTo>
                  <a:pt x="1100058" y="584599"/>
                </a:lnTo>
                <a:lnTo>
                  <a:pt x="1101281" y="601303"/>
                </a:lnTo>
                <a:lnTo>
                  <a:pt x="1101132" y="604013"/>
                </a:lnTo>
                <a:lnTo>
                  <a:pt x="1100262" y="605453"/>
                </a:lnTo>
                <a:lnTo>
                  <a:pt x="1099563" y="605691"/>
                </a:lnTo>
                <a:lnTo>
                  <a:pt x="1096438" y="604438"/>
                </a:lnTo>
                <a:lnTo>
                  <a:pt x="1068374" y="582468"/>
                </a:lnTo>
                <a:lnTo>
                  <a:pt x="1063883" y="578434"/>
                </a:lnTo>
                <a:lnTo>
                  <a:pt x="1062257" y="575990"/>
                </a:lnTo>
                <a:lnTo>
                  <a:pt x="1064332" y="573632"/>
                </a:lnTo>
                <a:lnTo>
                  <a:pt x="1070886" y="568608"/>
                </a:lnTo>
                <a:lnTo>
                  <a:pt x="1090509" y="554859"/>
                </a:lnTo>
                <a:lnTo>
                  <a:pt x="1094484" y="553310"/>
                </a:lnTo>
                <a:lnTo>
                  <a:pt x="1096219" y="555393"/>
                </a:lnTo>
                <a:close/>
                <a:moveTo>
                  <a:pt x="356979" y="178916"/>
                </a:moveTo>
                <a:lnTo>
                  <a:pt x="353079" y="180924"/>
                </a:lnTo>
                <a:lnTo>
                  <a:pt x="349030" y="184557"/>
                </a:lnTo>
                <a:lnTo>
                  <a:pt x="343461" y="186382"/>
                </a:lnTo>
                <a:lnTo>
                  <a:pt x="339895" y="188560"/>
                </a:lnTo>
                <a:lnTo>
                  <a:pt x="328909" y="202854"/>
                </a:lnTo>
                <a:lnTo>
                  <a:pt x="327690" y="205103"/>
                </a:lnTo>
                <a:lnTo>
                  <a:pt x="327502" y="207288"/>
                </a:lnTo>
                <a:lnTo>
                  <a:pt x="331841" y="222260"/>
                </a:lnTo>
                <a:lnTo>
                  <a:pt x="331769" y="224717"/>
                </a:lnTo>
                <a:lnTo>
                  <a:pt x="322604" y="235811"/>
                </a:lnTo>
                <a:lnTo>
                  <a:pt x="317445" y="245901"/>
                </a:lnTo>
                <a:lnTo>
                  <a:pt x="315832" y="247035"/>
                </a:lnTo>
                <a:lnTo>
                  <a:pt x="311404" y="247287"/>
                </a:lnTo>
                <a:lnTo>
                  <a:pt x="307546" y="249534"/>
                </a:lnTo>
                <a:lnTo>
                  <a:pt x="301269" y="256596"/>
                </a:lnTo>
                <a:lnTo>
                  <a:pt x="299311" y="261266"/>
                </a:lnTo>
                <a:lnTo>
                  <a:pt x="299235" y="263544"/>
                </a:lnTo>
                <a:lnTo>
                  <a:pt x="300721" y="267538"/>
                </a:lnTo>
                <a:lnTo>
                  <a:pt x="307675" y="279462"/>
                </a:lnTo>
                <a:lnTo>
                  <a:pt x="307147" y="280713"/>
                </a:lnTo>
                <a:lnTo>
                  <a:pt x="303445" y="283739"/>
                </a:lnTo>
                <a:lnTo>
                  <a:pt x="301920" y="286133"/>
                </a:lnTo>
                <a:lnTo>
                  <a:pt x="301692" y="288792"/>
                </a:lnTo>
                <a:lnTo>
                  <a:pt x="303063" y="294522"/>
                </a:lnTo>
                <a:lnTo>
                  <a:pt x="300839" y="301417"/>
                </a:lnTo>
                <a:lnTo>
                  <a:pt x="300751" y="305439"/>
                </a:lnTo>
                <a:lnTo>
                  <a:pt x="305196" y="313679"/>
                </a:lnTo>
                <a:lnTo>
                  <a:pt x="310109" y="320737"/>
                </a:lnTo>
                <a:lnTo>
                  <a:pt x="311017" y="323689"/>
                </a:lnTo>
                <a:lnTo>
                  <a:pt x="311655" y="330762"/>
                </a:lnTo>
                <a:lnTo>
                  <a:pt x="314533" y="337806"/>
                </a:lnTo>
                <a:lnTo>
                  <a:pt x="315528" y="343014"/>
                </a:lnTo>
                <a:lnTo>
                  <a:pt x="316659" y="344858"/>
                </a:lnTo>
                <a:lnTo>
                  <a:pt x="318052" y="345484"/>
                </a:lnTo>
                <a:lnTo>
                  <a:pt x="322741" y="345738"/>
                </a:lnTo>
                <a:lnTo>
                  <a:pt x="326401" y="344684"/>
                </a:lnTo>
                <a:lnTo>
                  <a:pt x="327936" y="342703"/>
                </a:lnTo>
                <a:lnTo>
                  <a:pt x="328833" y="338486"/>
                </a:lnTo>
                <a:lnTo>
                  <a:pt x="327774" y="333050"/>
                </a:lnTo>
                <a:lnTo>
                  <a:pt x="324137" y="326408"/>
                </a:lnTo>
                <a:lnTo>
                  <a:pt x="322671" y="318657"/>
                </a:lnTo>
                <a:lnTo>
                  <a:pt x="320543" y="312704"/>
                </a:lnTo>
                <a:lnTo>
                  <a:pt x="317759" y="307422"/>
                </a:lnTo>
                <a:lnTo>
                  <a:pt x="314164" y="302788"/>
                </a:lnTo>
                <a:lnTo>
                  <a:pt x="315264" y="291795"/>
                </a:lnTo>
                <a:lnTo>
                  <a:pt x="321612" y="281694"/>
                </a:lnTo>
                <a:lnTo>
                  <a:pt x="323920" y="275588"/>
                </a:lnTo>
                <a:lnTo>
                  <a:pt x="323932" y="270717"/>
                </a:lnTo>
                <a:lnTo>
                  <a:pt x="321049" y="265991"/>
                </a:lnTo>
                <a:lnTo>
                  <a:pt x="328476" y="262290"/>
                </a:lnTo>
                <a:lnTo>
                  <a:pt x="332155" y="258874"/>
                </a:lnTo>
                <a:lnTo>
                  <a:pt x="332546" y="255690"/>
                </a:lnTo>
                <a:lnTo>
                  <a:pt x="330191" y="249213"/>
                </a:lnTo>
                <a:lnTo>
                  <a:pt x="333060" y="242547"/>
                </a:lnTo>
                <a:lnTo>
                  <a:pt x="341043" y="233392"/>
                </a:lnTo>
                <a:lnTo>
                  <a:pt x="343889" y="228045"/>
                </a:lnTo>
                <a:lnTo>
                  <a:pt x="344418" y="225371"/>
                </a:lnTo>
                <a:lnTo>
                  <a:pt x="344319" y="221525"/>
                </a:lnTo>
                <a:lnTo>
                  <a:pt x="342453" y="215772"/>
                </a:lnTo>
                <a:lnTo>
                  <a:pt x="341821" y="210998"/>
                </a:lnTo>
                <a:lnTo>
                  <a:pt x="342051" y="207903"/>
                </a:lnTo>
                <a:lnTo>
                  <a:pt x="342818" y="205841"/>
                </a:lnTo>
                <a:lnTo>
                  <a:pt x="344923" y="202515"/>
                </a:lnTo>
                <a:lnTo>
                  <a:pt x="347480" y="199797"/>
                </a:lnTo>
                <a:lnTo>
                  <a:pt x="354180" y="196476"/>
                </a:lnTo>
                <a:lnTo>
                  <a:pt x="357962" y="193612"/>
                </a:lnTo>
                <a:lnTo>
                  <a:pt x="362409" y="188822"/>
                </a:lnTo>
                <a:lnTo>
                  <a:pt x="364606" y="185222"/>
                </a:lnTo>
                <a:lnTo>
                  <a:pt x="365053" y="183053"/>
                </a:lnTo>
                <a:lnTo>
                  <a:pt x="364847" y="180768"/>
                </a:lnTo>
                <a:lnTo>
                  <a:pt x="363435" y="177858"/>
                </a:lnTo>
                <a:lnTo>
                  <a:pt x="361113" y="177636"/>
                </a:lnTo>
                <a:lnTo>
                  <a:pt x="356979" y="178916"/>
                </a:lnTo>
                <a:close/>
                <a:moveTo>
                  <a:pt x="861030" y="342305"/>
                </a:moveTo>
                <a:lnTo>
                  <a:pt x="859352" y="343809"/>
                </a:lnTo>
                <a:lnTo>
                  <a:pt x="860089" y="347005"/>
                </a:lnTo>
                <a:lnTo>
                  <a:pt x="863020" y="351231"/>
                </a:lnTo>
                <a:lnTo>
                  <a:pt x="865406" y="351923"/>
                </a:lnTo>
                <a:lnTo>
                  <a:pt x="872909" y="352036"/>
                </a:lnTo>
                <a:lnTo>
                  <a:pt x="877162" y="351266"/>
                </a:lnTo>
                <a:lnTo>
                  <a:pt x="881261" y="347767"/>
                </a:lnTo>
                <a:lnTo>
                  <a:pt x="882900" y="344793"/>
                </a:lnTo>
                <a:lnTo>
                  <a:pt x="882352" y="343213"/>
                </a:lnTo>
                <a:lnTo>
                  <a:pt x="879870" y="341921"/>
                </a:lnTo>
                <a:lnTo>
                  <a:pt x="876403" y="342114"/>
                </a:lnTo>
                <a:lnTo>
                  <a:pt x="871090" y="344518"/>
                </a:lnTo>
                <a:lnTo>
                  <a:pt x="864163" y="341959"/>
                </a:lnTo>
                <a:lnTo>
                  <a:pt x="861030" y="342305"/>
                </a:lnTo>
                <a:close/>
                <a:moveTo>
                  <a:pt x="12266" y="354397"/>
                </a:moveTo>
                <a:lnTo>
                  <a:pt x="8322" y="354906"/>
                </a:lnTo>
                <a:lnTo>
                  <a:pt x="5962" y="356415"/>
                </a:lnTo>
                <a:lnTo>
                  <a:pt x="5258" y="357926"/>
                </a:lnTo>
                <a:lnTo>
                  <a:pt x="4569" y="363226"/>
                </a:lnTo>
                <a:lnTo>
                  <a:pt x="4918" y="395475"/>
                </a:lnTo>
                <a:lnTo>
                  <a:pt x="7535" y="397551"/>
                </a:lnTo>
                <a:lnTo>
                  <a:pt x="10465" y="398093"/>
                </a:lnTo>
                <a:lnTo>
                  <a:pt x="13567" y="397792"/>
                </a:lnTo>
                <a:lnTo>
                  <a:pt x="16779" y="396112"/>
                </a:lnTo>
                <a:lnTo>
                  <a:pt x="16779" y="367299"/>
                </a:lnTo>
                <a:lnTo>
                  <a:pt x="18977" y="364580"/>
                </a:lnTo>
                <a:lnTo>
                  <a:pt x="29288" y="364032"/>
                </a:lnTo>
                <a:lnTo>
                  <a:pt x="31975" y="363476"/>
                </a:lnTo>
                <a:lnTo>
                  <a:pt x="33921" y="361849"/>
                </a:lnTo>
                <a:lnTo>
                  <a:pt x="35059" y="359385"/>
                </a:lnTo>
                <a:lnTo>
                  <a:pt x="34479" y="357096"/>
                </a:lnTo>
                <a:lnTo>
                  <a:pt x="31383" y="354898"/>
                </a:lnTo>
                <a:lnTo>
                  <a:pt x="22241" y="354065"/>
                </a:lnTo>
                <a:lnTo>
                  <a:pt x="12266" y="354397"/>
                </a:lnTo>
                <a:close/>
                <a:moveTo>
                  <a:pt x="62081" y="354513"/>
                </a:moveTo>
                <a:lnTo>
                  <a:pt x="60410" y="355761"/>
                </a:lnTo>
                <a:lnTo>
                  <a:pt x="58783" y="358100"/>
                </a:lnTo>
                <a:lnTo>
                  <a:pt x="59014" y="395823"/>
                </a:lnTo>
                <a:lnTo>
                  <a:pt x="61712" y="397886"/>
                </a:lnTo>
                <a:lnTo>
                  <a:pt x="64831" y="398374"/>
                </a:lnTo>
                <a:lnTo>
                  <a:pt x="70296" y="396401"/>
                </a:lnTo>
                <a:lnTo>
                  <a:pt x="70875" y="385524"/>
                </a:lnTo>
                <a:lnTo>
                  <a:pt x="74000" y="383741"/>
                </a:lnTo>
                <a:lnTo>
                  <a:pt x="80955" y="382368"/>
                </a:lnTo>
                <a:lnTo>
                  <a:pt x="85238" y="380932"/>
                </a:lnTo>
                <a:lnTo>
                  <a:pt x="90373" y="377771"/>
                </a:lnTo>
                <a:lnTo>
                  <a:pt x="92464" y="373951"/>
                </a:lnTo>
                <a:lnTo>
                  <a:pt x="92986" y="371658"/>
                </a:lnTo>
                <a:lnTo>
                  <a:pt x="93042" y="366771"/>
                </a:lnTo>
                <a:lnTo>
                  <a:pt x="91854" y="362099"/>
                </a:lnTo>
                <a:lnTo>
                  <a:pt x="90823" y="360075"/>
                </a:lnTo>
                <a:lnTo>
                  <a:pt x="89515" y="358383"/>
                </a:lnTo>
                <a:lnTo>
                  <a:pt x="86347" y="356425"/>
                </a:lnTo>
                <a:lnTo>
                  <a:pt x="81358" y="355212"/>
                </a:lnTo>
                <a:lnTo>
                  <a:pt x="71817" y="354071"/>
                </a:lnTo>
                <a:lnTo>
                  <a:pt x="65981" y="353956"/>
                </a:lnTo>
                <a:lnTo>
                  <a:pt x="62081" y="354513"/>
                </a:lnTo>
                <a:close/>
                <a:moveTo>
                  <a:pt x="79264" y="364869"/>
                </a:moveTo>
                <a:lnTo>
                  <a:pt x="81467" y="366538"/>
                </a:lnTo>
                <a:lnTo>
                  <a:pt x="81959" y="367987"/>
                </a:lnTo>
                <a:lnTo>
                  <a:pt x="81521" y="369729"/>
                </a:lnTo>
                <a:lnTo>
                  <a:pt x="79450" y="372222"/>
                </a:lnTo>
                <a:lnTo>
                  <a:pt x="78087" y="372953"/>
                </a:lnTo>
                <a:lnTo>
                  <a:pt x="75142" y="373410"/>
                </a:lnTo>
                <a:lnTo>
                  <a:pt x="72488" y="372569"/>
                </a:lnTo>
                <a:lnTo>
                  <a:pt x="71490" y="371677"/>
                </a:lnTo>
                <a:lnTo>
                  <a:pt x="70826" y="370477"/>
                </a:lnTo>
                <a:lnTo>
                  <a:pt x="70702" y="367673"/>
                </a:lnTo>
                <a:lnTo>
                  <a:pt x="72291" y="364848"/>
                </a:lnTo>
                <a:lnTo>
                  <a:pt x="75323" y="363835"/>
                </a:lnTo>
                <a:lnTo>
                  <a:pt x="79264" y="364869"/>
                </a:lnTo>
                <a:close/>
                <a:moveTo>
                  <a:pt x="118029" y="354223"/>
                </a:moveTo>
                <a:lnTo>
                  <a:pt x="116209" y="355834"/>
                </a:lnTo>
                <a:lnTo>
                  <a:pt x="115765" y="357449"/>
                </a:lnTo>
                <a:lnTo>
                  <a:pt x="115953" y="359327"/>
                </a:lnTo>
                <a:lnTo>
                  <a:pt x="125273" y="377963"/>
                </a:lnTo>
                <a:lnTo>
                  <a:pt x="128443" y="385755"/>
                </a:lnTo>
                <a:lnTo>
                  <a:pt x="127973" y="387360"/>
                </a:lnTo>
                <a:lnTo>
                  <a:pt x="126681" y="388534"/>
                </a:lnTo>
                <a:lnTo>
                  <a:pt x="122482" y="389375"/>
                </a:lnTo>
                <a:lnTo>
                  <a:pt x="120835" y="390435"/>
                </a:lnTo>
                <a:lnTo>
                  <a:pt x="119937" y="392353"/>
                </a:lnTo>
                <a:lnTo>
                  <a:pt x="119873" y="395447"/>
                </a:lnTo>
                <a:lnTo>
                  <a:pt x="120723" y="397574"/>
                </a:lnTo>
                <a:lnTo>
                  <a:pt x="122382" y="398889"/>
                </a:lnTo>
                <a:lnTo>
                  <a:pt x="124805" y="399371"/>
                </a:lnTo>
                <a:lnTo>
                  <a:pt x="127947" y="398998"/>
                </a:lnTo>
                <a:lnTo>
                  <a:pt x="133344" y="396794"/>
                </a:lnTo>
                <a:lnTo>
                  <a:pt x="136151" y="394402"/>
                </a:lnTo>
                <a:lnTo>
                  <a:pt x="137609" y="392393"/>
                </a:lnTo>
                <a:lnTo>
                  <a:pt x="151167" y="362059"/>
                </a:lnTo>
                <a:lnTo>
                  <a:pt x="152029" y="359144"/>
                </a:lnTo>
                <a:lnTo>
                  <a:pt x="151955" y="356726"/>
                </a:lnTo>
                <a:lnTo>
                  <a:pt x="150984" y="354960"/>
                </a:lnTo>
                <a:lnTo>
                  <a:pt x="149160" y="354003"/>
                </a:lnTo>
                <a:lnTo>
                  <a:pt x="146904" y="353974"/>
                </a:lnTo>
                <a:lnTo>
                  <a:pt x="144949" y="354776"/>
                </a:lnTo>
                <a:lnTo>
                  <a:pt x="143124" y="356422"/>
                </a:lnTo>
                <a:lnTo>
                  <a:pt x="141397" y="358956"/>
                </a:lnTo>
                <a:lnTo>
                  <a:pt x="137469" y="367823"/>
                </a:lnTo>
                <a:lnTo>
                  <a:pt x="136109" y="369283"/>
                </a:lnTo>
                <a:lnTo>
                  <a:pt x="135393" y="369302"/>
                </a:lnTo>
                <a:lnTo>
                  <a:pt x="132770" y="366423"/>
                </a:lnTo>
                <a:lnTo>
                  <a:pt x="126901" y="356411"/>
                </a:lnTo>
                <a:lnTo>
                  <a:pt x="123182" y="354649"/>
                </a:lnTo>
                <a:lnTo>
                  <a:pt x="118029" y="354223"/>
                </a:lnTo>
                <a:close/>
                <a:moveTo>
                  <a:pt x="184159" y="354455"/>
                </a:moveTo>
                <a:lnTo>
                  <a:pt x="179527" y="355163"/>
                </a:lnTo>
                <a:lnTo>
                  <a:pt x="176464" y="357521"/>
                </a:lnTo>
                <a:lnTo>
                  <a:pt x="176524" y="385536"/>
                </a:lnTo>
                <a:lnTo>
                  <a:pt x="177043" y="396112"/>
                </a:lnTo>
                <a:lnTo>
                  <a:pt x="179525" y="397824"/>
                </a:lnTo>
                <a:lnTo>
                  <a:pt x="183400" y="398378"/>
                </a:lnTo>
                <a:lnTo>
                  <a:pt x="186906" y="397613"/>
                </a:lnTo>
                <a:lnTo>
                  <a:pt x="189077" y="395707"/>
                </a:lnTo>
                <a:lnTo>
                  <a:pt x="188961" y="366489"/>
                </a:lnTo>
                <a:lnTo>
                  <a:pt x="191137" y="364873"/>
                </a:lnTo>
                <a:lnTo>
                  <a:pt x="194444" y="364335"/>
                </a:lnTo>
                <a:lnTo>
                  <a:pt x="197813" y="365129"/>
                </a:lnTo>
                <a:lnTo>
                  <a:pt x="199399" y="366277"/>
                </a:lnTo>
                <a:lnTo>
                  <a:pt x="199904" y="367360"/>
                </a:lnTo>
                <a:lnTo>
                  <a:pt x="199954" y="395707"/>
                </a:lnTo>
                <a:lnTo>
                  <a:pt x="202180" y="397325"/>
                </a:lnTo>
                <a:lnTo>
                  <a:pt x="205763" y="398269"/>
                </a:lnTo>
                <a:lnTo>
                  <a:pt x="209477" y="398052"/>
                </a:lnTo>
                <a:lnTo>
                  <a:pt x="211253" y="397270"/>
                </a:lnTo>
                <a:lnTo>
                  <a:pt x="211858" y="396279"/>
                </a:lnTo>
                <a:lnTo>
                  <a:pt x="212177" y="390623"/>
                </a:lnTo>
                <a:lnTo>
                  <a:pt x="212336" y="356943"/>
                </a:lnTo>
                <a:lnTo>
                  <a:pt x="209732" y="354570"/>
                </a:lnTo>
                <a:lnTo>
                  <a:pt x="184159" y="354455"/>
                </a:lnTo>
                <a:close/>
                <a:moveTo>
                  <a:pt x="245141" y="354397"/>
                </a:moveTo>
                <a:lnTo>
                  <a:pt x="242516" y="355486"/>
                </a:lnTo>
                <a:lnTo>
                  <a:pt x="240512" y="357290"/>
                </a:lnTo>
                <a:lnTo>
                  <a:pt x="240570" y="395591"/>
                </a:lnTo>
                <a:lnTo>
                  <a:pt x="242374" y="397332"/>
                </a:lnTo>
                <a:lnTo>
                  <a:pt x="246143" y="398242"/>
                </a:lnTo>
                <a:lnTo>
                  <a:pt x="250250" y="397734"/>
                </a:lnTo>
                <a:lnTo>
                  <a:pt x="252604" y="395938"/>
                </a:lnTo>
                <a:lnTo>
                  <a:pt x="253125" y="366489"/>
                </a:lnTo>
                <a:lnTo>
                  <a:pt x="255562" y="364722"/>
                </a:lnTo>
                <a:lnTo>
                  <a:pt x="259192" y="364168"/>
                </a:lnTo>
                <a:lnTo>
                  <a:pt x="262429" y="365456"/>
                </a:lnTo>
                <a:lnTo>
                  <a:pt x="263829" y="368167"/>
                </a:lnTo>
                <a:lnTo>
                  <a:pt x="263771" y="395475"/>
                </a:lnTo>
                <a:lnTo>
                  <a:pt x="265613" y="397142"/>
                </a:lnTo>
                <a:lnTo>
                  <a:pt x="268871" y="398139"/>
                </a:lnTo>
                <a:lnTo>
                  <a:pt x="272635" y="398043"/>
                </a:lnTo>
                <a:lnTo>
                  <a:pt x="275574" y="396806"/>
                </a:lnTo>
                <a:lnTo>
                  <a:pt x="276557" y="395938"/>
                </a:lnTo>
                <a:lnTo>
                  <a:pt x="276522" y="366397"/>
                </a:lnTo>
                <a:lnTo>
                  <a:pt x="276080" y="358027"/>
                </a:lnTo>
                <a:lnTo>
                  <a:pt x="275281" y="355767"/>
                </a:lnTo>
                <a:lnTo>
                  <a:pt x="273886" y="354971"/>
                </a:lnTo>
                <a:lnTo>
                  <a:pt x="268924" y="354515"/>
                </a:lnTo>
                <a:lnTo>
                  <a:pt x="245141" y="354397"/>
                </a:lnTo>
                <a:close/>
                <a:moveTo>
                  <a:pt x="315784" y="354802"/>
                </a:moveTo>
                <a:lnTo>
                  <a:pt x="313215" y="357478"/>
                </a:lnTo>
                <a:lnTo>
                  <a:pt x="310924" y="362576"/>
                </a:lnTo>
                <a:lnTo>
                  <a:pt x="304007" y="385399"/>
                </a:lnTo>
                <a:lnTo>
                  <a:pt x="301153" y="392846"/>
                </a:lnTo>
                <a:lnTo>
                  <a:pt x="301248" y="396379"/>
                </a:lnTo>
                <a:lnTo>
                  <a:pt x="303498" y="398178"/>
                </a:lnTo>
                <a:lnTo>
                  <a:pt x="308245" y="397744"/>
                </a:lnTo>
                <a:lnTo>
                  <a:pt x="310167" y="396143"/>
                </a:lnTo>
                <a:lnTo>
                  <a:pt x="312722" y="391782"/>
                </a:lnTo>
                <a:lnTo>
                  <a:pt x="314605" y="389776"/>
                </a:lnTo>
                <a:lnTo>
                  <a:pt x="316817" y="388770"/>
                </a:lnTo>
                <a:lnTo>
                  <a:pt x="319593" y="388620"/>
                </a:lnTo>
                <a:lnTo>
                  <a:pt x="322063" y="389131"/>
                </a:lnTo>
                <a:lnTo>
                  <a:pt x="323335" y="389915"/>
                </a:lnTo>
                <a:lnTo>
                  <a:pt x="328628" y="397409"/>
                </a:lnTo>
                <a:lnTo>
                  <a:pt x="331731" y="398342"/>
                </a:lnTo>
                <a:lnTo>
                  <a:pt x="336227" y="397623"/>
                </a:lnTo>
                <a:lnTo>
                  <a:pt x="338522" y="395070"/>
                </a:lnTo>
                <a:lnTo>
                  <a:pt x="337596" y="391136"/>
                </a:lnTo>
                <a:lnTo>
                  <a:pt x="326843" y="358133"/>
                </a:lnTo>
                <a:lnTo>
                  <a:pt x="324771" y="355807"/>
                </a:lnTo>
                <a:lnTo>
                  <a:pt x="321566" y="354357"/>
                </a:lnTo>
                <a:lnTo>
                  <a:pt x="318503" y="353996"/>
                </a:lnTo>
                <a:lnTo>
                  <a:pt x="315784" y="354802"/>
                </a:lnTo>
                <a:close/>
                <a:moveTo>
                  <a:pt x="320413" y="375225"/>
                </a:moveTo>
                <a:lnTo>
                  <a:pt x="321156" y="376234"/>
                </a:lnTo>
                <a:lnTo>
                  <a:pt x="320382" y="377498"/>
                </a:lnTo>
                <a:lnTo>
                  <a:pt x="317998" y="377850"/>
                </a:lnTo>
                <a:lnTo>
                  <a:pt x="316723" y="377213"/>
                </a:lnTo>
                <a:lnTo>
                  <a:pt x="316694" y="375827"/>
                </a:lnTo>
                <a:lnTo>
                  <a:pt x="317636" y="374936"/>
                </a:lnTo>
                <a:lnTo>
                  <a:pt x="318940" y="374711"/>
                </a:lnTo>
                <a:lnTo>
                  <a:pt x="320413" y="375225"/>
                </a:lnTo>
                <a:close/>
                <a:moveTo>
                  <a:pt x="403322" y="354628"/>
                </a:moveTo>
                <a:lnTo>
                  <a:pt x="401445" y="356398"/>
                </a:lnTo>
                <a:lnTo>
                  <a:pt x="400619" y="360848"/>
                </a:lnTo>
                <a:lnTo>
                  <a:pt x="400371" y="394897"/>
                </a:lnTo>
                <a:lnTo>
                  <a:pt x="402359" y="397138"/>
                </a:lnTo>
                <a:lnTo>
                  <a:pt x="403785" y="397892"/>
                </a:lnTo>
                <a:lnTo>
                  <a:pt x="407217" y="398051"/>
                </a:lnTo>
                <a:lnTo>
                  <a:pt x="409677" y="397354"/>
                </a:lnTo>
                <a:lnTo>
                  <a:pt x="410982" y="395538"/>
                </a:lnTo>
                <a:lnTo>
                  <a:pt x="411619" y="389126"/>
                </a:lnTo>
                <a:lnTo>
                  <a:pt x="412402" y="386736"/>
                </a:lnTo>
                <a:lnTo>
                  <a:pt x="413740" y="385170"/>
                </a:lnTo>
                <a:lnTo>
                  <a:pt x="416859" y="384041"/>
                </a:lnTo>
                <a:lnTo>
                  <a:pt x="418206" y="384352"/>
                </a:lnTo>
                <a:lnTo>
                  <a:pt x="419344" y="385372"/>
                </a:lnTo>
                <a:lnTo>
                  <a:pt x="423231" y="392956"/>
                </a:lnTo>
                <a:lnTo>
                  <a:pt x="426971" y="397544"/>
                </a:lnTo>
                <a:lnTo>
                  <a:pt x="430696" y="398442"/>
                </a:lnTo>
                <a:lnTo>
                  <a:pt x="436950" y="397417"/>
                </a:lnTo>
                <a:lnTo>
                  <a:pt x="437754" y="396293"/>
                </a:lnTo>
                <a:lnTo>
                  <a:pt x="436802" y="392957"/>
                </a:lnTo>
                <a:lnTo>
                  <a:pt x="426552" y="374134"/>
                </a:lnTo>
                <a:lnTo>
                  <a:pt x="425994" y="372029"/>
                </a:lnTo>
                <a:lnTo>
                  <a:pt x="426385" y="369693"/>
                </a:lnTo>
                <a:lnTo>
                  <a:pt x="427811" y="366905"/>
                </a:lnTo>
                <a:lnTo>
                  <a:pt x="433439" y="359238"/>
                </a:lnTo>
                <a:lnTo>
                  <a:pt x="433876" y="357200"/>
                </a:lnTo>
                <a:lnTo>
                  <a:pt x="433435" y="355491"/>
                </a:lnTo>
                <a:lnTo>
                  <a:pt x="432164" y="354314"/>
                </a:lnTo>
                <a:lnTo>
                  <a:pt x="430110" y="353876"/>
                </a:lnTo>
                <a:lnTo>
                  <a:pt x="427530" y="354570"/>
                </a:lnTo>
                <a:lnTo>
                  <a:pt x="424465" y="356238"/>
                </a:lnTo>
                <a:lnTo>
                  <a:pt x="421995" y="358263"/>
                </a:lnTo>
                <a:lnTo>
                  <a:pt x="416680" y="365520"/>
                </a:lnTo>
                <a:lnTo>
                  <a:pt x="413389" y="368919"/>
                </a:lnTo>
                <a:lnTo>
                  <a:pt x="412340" y="368339"/>
                </a:lnTo>
                <a:lnTo>
                  <a:pt x="411677" y="366532"/>
                </a:lnTo>
                <a:lnTo>
                  <a:pt x="411233" y="358517"/>
                </a:lnTo>
                <a:lnTo>
                  <a:pt x="410394" y="356274"/>
                </a:lnTo>
                <a:lnTo>
                  <a:pt x="408954" y="354974"/>
                </a:lnTo>
                <a:lnTo>
                  <a:pt x="406837" y="354180"/>
                </a:lnTo>
                <a:lnTo>
                  <a:pt x="403322" y="354628"/>
                </a:lnTo>
                <a:close/>
                <a:moveTo>
                  <a:pt x="475123" y="354744"/>
                </a:moveTo>
                <a:lnTo>
                  <a:pt x="471170" y="356220"/>
                </a:lnTo>
                <a:lnTo>
                  <a:pt x="467880" y="358259"/>
                </a:lnTo>
                <a:lnTo>
                  <a:pt x="464063" y="362515"/>
                </a:lnTo>
                <a:lnTo>
                  <a:pt x="462177" y="366243"/>
                </a:lnTo>
                <a:lnTo>
                  <a:pt x="460570" y="371411"/>
                </a:lnTo>
                <a:lnTo>
                  <a:pt x="460192" y="377851"/>
                </a:lnTo>
                <a:lnTo>
                  <a:pt x="462822" y="388521"/>
                </a:lnTo>
                <a:lnTo>
                  <a:pt x="464362" y="391368"/>
                </a:lnTo>
                <a:lnTo>
                  <a:pt x="466734" y="394087"/>
                </a:lnTo>
                <a:lnTo>
                  <a:pt x="469301" y="396344"/>
                </a:lnTo>
                <a:lnTo>
                  <a:pt x="472245" y="397701"/>
                </a:lnTo>
                <a:lnTo>
                  <a:pt x="478222" y="399289"/>
                </a:lnTo>
                <a:lnTo>
                  <a:pt x="481531" y="399301"/>
                </a:lnTo>
                <a:lnTo>
                  <a:pt x="488025" y="397790"/>
                </a:lnTo>
                <a:lnTo>
                  <a:pt x="489993" y="396864"/>
                </a:lnTo>
                <a:lnTo>
                  <a:pt x="494328" y="392970"/>
                </a:lnTo>
                <a:lnTo>
                  <a:pt x="497174" y="389037"/>
                </a:lnTo>
                <a:lnTo>
                  <a:pt x="499596" y="384251"/>
                </a:lnTo>
                <a:lnTo>
                  <a:pt x="499361" y="370045"/>
                </a:lnTo>
                <a:lnTo>
                  <a:pt x="497620" y="364500"/>
                </a:lnTo>
                <a:lnTo>
                  <a:pt x="493864" y="359409"/>
                </a:lnTo>
                <a:lnTo>
                  <a:pt x="491118" y="356908"/>
                </a:lnTo>
                <a:lnTo>
                  <a:pt x="486753" y="355208"/>
                </a:lnTo>
                <a:lnTo>
                  <a:pt x="482579" y="354319"/>
                </a:lnTo>
                <a:lnTo>
                  <a:pt x="478687" y="354168"/>
                </a:lnTo>
                <a:lnTo>
                  <a:pt x="475123" y="354744"/>
                </a:lnTo>
                <a:close/>
                <a:moveTo>
                  <a:pt x="483859" y="365448"/>
                </a:moveTo>
                <a:lnTo>
                  <a:pt x="485725" y="367767"/>
                </a:lnTo>
                <a:lnTo>
                  <a:pt x="486979" y="371079"/>
                </a:lnTo>
                <a:lnTo>
                  <a:pt x="487593" y="377097"/>
                </a:lnTo>
                <a:lnTo>
                  <a:pt x="487077" y="381270"/>
                </a:lnTo>
                <a:lnTo>
                  <a:pt x="485604" y="385503"/>
                </a:lnTo>
                <a:lnTo>
                  <a:pt x="483975" y="387802"/>
                </a:lnTo>
                <a:lnTo>
                  <a:pt x="481909" y="388961"/>
                </a:lnTo>
                <a:lnTo>
                  <a:pt x="478578" y="388972"/>
                </a:lnTo>
                <a:lnTo>
                  <a:pt x="476519" y="387853"/>
                </a:lnTo>
                <a:lnTo>
                  <a:pt x="475308" y="386476"/>
                </a:lnTo>
                <a:lnTo>
                  <a:pt x="472867" y="381694"/>
                </a:lnTo>
                <a:lnTo>
                  <a:pt x="472153" y="378394"/>
                </a:lnTo>
                <a:lnTo>
                  <a:pt x="472634" y="373329"/>
                </a:lnTo>
                <a:lnTo>
                  <a:pt x="474380" y="368417"/>
                </a:lnTo>
                <a:lnTo>
                  <a:pt x="476859" y="365216"/>
                </a:lnTo>
                <a:lnTo>
                  <a:pt x="480359" y="364334"/>
                </a:lnTo>
                <a:lnTo>
                  <a:pt x="483859" y="365448"/>
                </a:lnTo>
                <a:close/>
                <a:moveTo>
                  <a:pt x="529509" y="354455"/>
                </a:moveTo>
                <a:lnTo>
                  <a:pt x="527786" y="356141"/>
                </a:lnTo>
                <a:lnTo>
                  <a:pt x="526976" y="361070"/>
                </a:lnTo>
                <a:lnTo>
                  <a:pt x="526789" y="396228"/>
                </a:lnTo>
                <a:lnTo>
                  <a:pt x="529352" y="397993"/>
                </a:lnTo>
                <a:lnTo>
                  <a:pt x="531418" y="398368"/>
                </a:lnTo>
                <a:lnTo>
                  <a:pt x="533484" y="397993"/>
                </a:lnTo>
                <a:lnTo>
                  <a:pt x="536046" y="396228"/>
                </a:lnTo>
                <a:lnTo>
                  <a:pt x="536914" y="382180"/>
                </a:lnTo>
                <a:lnTo>
                  <a:pt x="537146" y="380895"/>
                </a:lnTo>
                <a:lnTo>
                  <a:pt x="538194" y="379891"/>
                </a:lnTo>
                <a:lnTo>
                  <a:pt x="539755" y="382003"/>
                </a:lnTo>
                <a:lnTo>
                  <a:pt x="543363" y="393242"/>
                </a:lnTo>
                <a:lnTo>
                  <a:pt x="545137" y="396155"/>
                </a:lnTo>
                <a:lnTo>
                  <a:pt x="547196" y="397722"/>
                </a:lnTo>
                <a:lnTo>
                  <a:pt x="551031" y="397790"/>
                </a:lnTo>
                <a:lnTo>
                  <a:pt x="553352" y="396340"/>
                </a:lnTo>
                <a:lnTo>
                  <a:pt x="554416" y="394112"/>
                </a:lnTo>
                <a:lnTo>
                  <a:pt x="556333" y="386477"/>
                </a:lnTo>
                <a:lnTo>
                  <a:pt x="557812" y="384402"/>
                </a:lnTo>
                <a:lnTo>
                  <a:pt x="559594" y="383499"/>
                </a:lnTo>
                <a:lnTo>
                  <a:pt x="560922" y="383805"/>
                </a:lnTo>
                <a:lnTo>
                  <a:pt x="561402" y="384721"/>
                </a:lnTo>
                <a:lnTo>
                  <a:pt x="561041" y="395013"/>
                </a:lnTo>
                <a:lnTo>
                  <a:pt x="562371" y="396401"/>
                </a:lnTo>
                <a:lnTo>
                  <a:pt x="564404" y="397754"/>
                </a:lnTo>
                <a:lnTo>
                  <a:pt x="566883" y="398296"/>
                </a:lnTo>
                <a:lnTo>
                  <a:pt x="570505" y="397668"/>
                </a:lnTo>
                <a:lnTo>
                  <a:pt x="572232" y="396340"/>
                </a:lnTo>
                <a:lnTo>
                  <a:pt x="572844" y="394894"/>
                </a:lnTo>
                <a:lnTo>
                  <a:pt x="573127" y="391294"/>
                </a:lnTo>
                <a:lnTo>
                  <a:pt x="573364" y="370143"/>
                </a:lnTo>
                <a:lnTo>
                  <a:pt x="572990" y="359127"/>
                </a:lnTo>
                <a:lnTo>
                  <a:pt x="571977" y="355894"/>
                </a:lnTo>
                <a:lnTo>
                  <a:pt x="569928" y="354605"/>
                </a:lnTo>
                <a:lnTo>
                  <a:pt x="563721" y="353992"/>
                </a:lnTo>
                <a:lnTo>
                  <a:pt x="560988" y="354732"/>
                </a:lnTo>
                <a:lnTo>
                  <a:pt x="557918" y="356542"/>
                </a:lnTo>
                <a:lnTo>
                  <a:pt x="556024" y="359671"/>
                </a:lnTo>
                <a:lnTo>
                  <a:pt x="553028" y="370756"/>
                </a:lnTo>
                <a:lnTo>
                  <a:pt x="551738" y="372611"/>
                </a:lnTo>
                <a:lnTo>
                  <a:pt x="548891" y="374242"/>
                </a:lnTo>
                <a:lnTo>
                  <a:pt x="546976" y="371499"/>
                </a:lnTo>
                <a:lnTo>
                  <a:pt x="543394" y="359662"/>
                </a:lnTo>
                <a:lnTo>
                  <a:pt x="541061" y="355995"/>
                </a:lnTo>
                <a:lnTo>
                  <a:pt x="539794" y="354962"/>
                </a:lnTo>
                <a:lnTo>
                  <a:pt x="536615" y="354184"/>
                </a:lnTo>
                <a:lnTo>
                  <a:pt x="532631" y="353968"/>
                </a:lnTo>
                <a:lnTo>
                  <a:pt x="529509" y="354455"/>
                </a:lnTo>
                <a:close/>
                <a:moveTo>
                  <a:pt x="606054" y="354339"/>
                </a:moveTo>
                <a:lnTo>
                  <a:pt x="603826" y="355189"/>
                </a:lnTo>
                <a:lnTo>
                  <a:pt x="601714" y="356943"/>
                </a:lnTo>
                <a:lnTo>
                  <a:pt x="601714" y="395938"/>
                </a:lnTo>
                <a:lnTo>
                  <a:pt x="604338" y="397749"/>
                </a:lnTo>
                <a:lnTo>
                  <a:pt x="606998" y="398180"/>
                </a:lnTo>
                <a:lnTo>
                  <a:pt x="611168" y="397174"/>
                </a:lnTo>
                <a:lnTo>
                  <a:pt x="612361" y="395904"/>
                </a:lnTo>
                <a:lnTo>
                  <a:pt x="613242" y="388572"/>
                </a:lnTo>
                <a:lnTo>
                  <a:pt x="613286" y="367299"/>
                </a:lnTo>
                <a:lnTo>
                  <a:pt x="617025" y="364630"/>
                </a:lnTo>
                <a:lnTo>
                  <a:pt x="620966" y="364325"/>
                </a:lnTo>
                <a:lnTo>
                  <a:pt x="623283" y="364886"/>
                </a:lnTo>
                <a:lnTo>
                  <a:pt x="624058" y="365599"/>
                </a:lnTo>
                <a:lnTo>
                  <a:pt x="624997" y="368364"/>
                </a:lnTo>
                <a:lnTo>
                  <a:pt x="625146" y="395418"/>
                </a:lnTo>
                <a:lnTo>
                  <a:pt x="626995" y="397244"/>
                </a:lnTo>
                <a:lnTo>
                  <a:pt x="629124" y="398033"/>
                </a:lnTo>
                <a:lnTo>
                  <a:pt x="632803" y="397933"/>
                </a:lnTo>
                <a:lnTo>
                  <a:pt x="634956" y="397078"/>
                </a:lnTo>
                <a:lnTo>
                  <a:pt x="636371" y="395649"/>
                </a:lnTo>
                <a:lnTo>
                  <a:pt x="636770" y="391885"/>
                </a:lnTo>
                <a:lnTo>
                  <a:pt x="637007" y="357810"/>
                </a:lnTo>
                <a:lnTo>
                  <a:pt x="634401" y="355360"/>
                </a:lnTo>
                <a:lnTo>
                  <a:pt x="632263" y="354397"/>
                </a:lnTo>
                <a:lnTo>
                  <a:pt x="606054" y="354339"/>
                </a:lnTo>
                <a:close/>
                <a:moveTo>
                  <a:pt x="676350" y="355149"/>
                </a:moveTo>
                <a:lnTo>
                  <a:pt x="673422" y="358015"/>
                </a:lnTo>
                <a:lnTo>
                  <a:pt x="671898" y="361232"/>
                </a:lnTo>
                <a:lnTo>
                  <a:pt x="669077" y="371820"/>
                </a:lnTo>
                <a:lnTo>
                  <a:pt x="662052" y="392023"/>
                </a:lnTo>
                <a:lnTo>
                  <a:pt x="661801" y="395766"/>
                </a:lnTo>
                <a:lnTo>
                  <a:pt x="663983" y="398122"/>
                </a:lnTo>
                <a:lnTo>
                  <a:pt x="668542" y="398112"/>
                </a:lnTo>
                <a:lnTo>
                  <a:pt x="670727" y="396365"/>
                </a:lnTo>
                <a:lnTo>
                  <a:pt x="673155" y="391815"/>
                </a:lnTo>
                <a:lnTo>
                  <a:pt x="674788" y="389957"/>
                </a:lnTo>
                <a:lnTo>
                  <a:pt x="676983" y="388990"/>
                </a:lnTo>
                <a:lnTo>
                  <a:pt x="681072" y="388672"/>
                </a:lnTo>
                <a:lnTo>
                  <a:pt x="683474" y="389350"/>
                </a:lnTo>
                <a:lnTo>
                  <a:pt x="684684" y="390356"/>
                </a:lnTo>
                <a:lnTo>
                  <a:pt x="687668" y="395516"/>
                </a:lnTo>
                <a:lnTo>
                  <a:pt x="689577" y="397246"/>
                </a:lnTo>
                <a:lnTo>
                  <a:pt x="692955" y="398253"/>
                </a:lnTo>
                <a:lnTo>
                  <a:pt x="697157" y="397688"/>
                </a:lnTo>
                <a:lnTo>
                  <a:pt x="698452" y="396392"/>
                </a:lnTo>
                <a:lnTo>
                  <a:pt x="698799" y="395128"/>
                </a:lnTo>
                <a:lnTo>
                  <a:pt x="698039" y="389827"/>
                </a:lnTo>
                <a:lnTo>
                  <a:pt x="690493" y="367475"/>
                </a:lnTo>
                <a:lnTo>
                  <a:pt x="687925" y="358325"/>
                </a:lnTo>
                <a:lnTo>
                  <a:pt x="686649" y="356342"/>
                </a:lnTo>
                <a:lnTo>
                  <a:pt x="683858" y="354634"/>
                </a:lnTo>
                <a:lnTo>
                  <a:pt x="678958" y="354016"/>
                </a:lnTo>
                <a:lnTo>
                  <a:pt x="676350" y="355149"/>
                </a:lnTo>
                <a:close/>
                <a:moveTo>
                  <a:pt x="681210" y="375225"/>
                </a:moveTo>
                <a:lnTo>
                  <a:pt x="681839" y="376787"/>
                </a:lnTo>
                <a:lnTo>
                  <a:pt x="681025" y="378027"/>
                </a:lnTo>
                <a:lnTo>
                  <a:pt x="678505" y="378551"/>
                </a:lnTo>
                <a:lnTo>
                  <a:pt x="677222" y="377755"/>
                </a:lnTo>
                <a:lnTo>
                  <a:pt x="677002" y="375764"/>
                </a:lnTo>
                <a:lnTo>
                  <a:pt x="677936" y="374413"/>
                </a:lnTo>
                <a:lnTo>
                  <a:pt x="679520" y="374187"/>
                </a:lnTo>
                <a:lnTo>
                  <a:pt x="681210" y="375225"/>
                </a:lnTo>
                <a:close/>
                <a:moveTo>
                  <a:pt x="727959" y="354455"/>
                </a:moveTo>
                <a:lnTo>
                  <a:pt x="726110" y="356138"/>
                </a:lnTo>
                <a:lnTo>
                  <a:pt x="725226" y="360920"/>
                </a:lnTo>
                <a:lnTo>
                  <a:pt x="725022" y="387153"/>
                </a:lnTo>
                <a:lnTo>
                  <a:pt x="725245" y="394968"/>
                </a:lnTo>
                <a:lnTo>
                  <a:pt x="725675" y="396216"/>
                </a:lnTo>
                <a:lnTo>
                  <a:pt x="728061" y="397910"/>
                </a:lnTo>
                <a:lnTo>
                  <a:pt x="731373" y="398349"/>
                </a:lnTo>
                <a:lnTo>
                  <a:pt x="733487" y="397814"/>
                </a:lnTo>
                <a:lnTo>
                  <a:pt x="735827" y="396112"/>
                </a:lnTo>
                <a:lnTo>
                  <a:pt x="736208" y="385669"/>
                </a:lnTo>
                <a:lnTo>
                  <a:pt x="736825" y="382414"/>
                </a:lnTo>
                <a:lnTo>
                  <a:pt x="739071" y="380684"/>
                </a:lnTo>
                <a:lnTo>
                  <a:pt x="742965" y="380194"/>
                </a:lnTo>
                <a:lnTo>
                  <a:pt x="746657" y="381000"/>
                </a:lnTo>
                <a:lnTo>
                  <a:pt x="748093" y="382226"/>
                </a:lnTo>
                <a:lnTo>
                  <a:pt x="748671" y="395591"/>
                </a:lnTo>
                <a:lnTo>
                  <a:pt x="750829" y="397606"/>
                </a:lnTo>
                <a:lnTo>
                  <a:pt x="752514" y="398254"/>
                </a:lnTo>
                <a:lnTo>
                  <a:pt x="755450" y="398308"/>
                </a:lnTo>
                <a:lnTo>
                  <a:pt x="758016" y="397273"/>
                </a:lnTo>
                <a:lnTo>
                  <a:pt x="759664" y="395418"/>
                </a:lnTo>
                <a:lnTo>
                  <a:pt x="759664" y="358215"/>
                </a:lnTo>
                <a:lnTo>
                  <a:pt x="758276" y="355999"/>
                </a:lnTo>
                <a:lnTo>
                  <a:pt x="756916" y="354673"/>
                </a:lnTo>
                <a:lnTo>
                  <a:pt x="755499" y="354165"/>
                </a:lnTo>
                <a:lnTo>
                  <a:pt x="752951" y="354135"/>
                </a:lnTo>
                <a:lnTo>
                  <a:pt x="750965" y="355046"/>
                </a:lnTo>
                <a:lnTo>
                  <a:pt x="749141" y="358050"/>
                </a:lnTo>
                <a:lnTo>
                  <a:pt x="748864" y="366199"/>
                </a:lnTo>
                <a:lnTo>
                  <a:pt x="748164" y="368548"/>
                </a:lnTo>
                <a:lnTo>
                  <a:pt x="746650" y="369984"/>
                </a:lnTo>
                <a:lnTo>
                  <a:pt x="742646" y="370625"/>
                </a:lnTo>
                <a:lnTo>
                  <a:pt x="738653" y="370108"/>
                </a:lnTo>
                <a:lnTo>
                  <a:pt x="736767" y="368818"/>
                </a:lnTo>
                <a:lnTo>
                  <a:pt x="736037" y="365934"/>
                </a:lnTo>
                <a:lnTo>
                  <a:pt x="735943" y="357232"/>
                </a:lnTo>
                <a:lnTo>
                  <a:pt x="732003" y="354134"/>
                </a:lnTo>
                <a:lnTo>
                  <a:pt x="730104" y="353930"/>
                </a:lnTo>
                <a:lnTo>
                  <a:pt x="727959" y="354455"/>
                </a:lnTo>
                <a:close/>
                <a:moveTo>
                  <a:pt x="791659" y="355033"/>
                </a:moveTo>
                <a:lnTo>
                  <a:pt x="789551" y="356785"/>
                </a:lnTo>
                <a:lnTo>
                  <a:pt x="789094" y="358407"/>
                </a:lnTo>
                <a:lnTo>
                  <a:pt x="788709" y="395013"/>
                </a:lnTo>
                <a:lnTo>
                  <a:pt x="790506" y="397004"/>
                </a:lnTo>
                <a:lnTo>
                  <a:pt x="792747" y="398028"/>
                </a:lnTo>
                <a:lnTo>
                  <a:pt x="795420" y="398308"/>
                </a:lnTo>
                <a:lnTo>
                  <a:pt x="797792" y="397732"/>
                </a:lnTo>
                <a:lnTo>
                  <a:pt x="800916" y="394080"/>
                </a:lnTo>
                <a:lnTo>
                  <a:pt x="805834" y="385958"/>
                </a:lnTo>
                <a:lnTo>
                  <a:pt x="811389" y="379738"/>
                </a:lnTo>
                <a:lnTo>
                  <a:pt x="813000" y="381869"/>
                </a:lnTo>
                <a:lnTo>
                  <a:pt x="813392" y="383282"/>
                </a:lnTo>
                <a:lnTo>
                  <a:pt x="813183" y="392436"/>
                </a:lnTo>
                <a:lnTo>
                  <a:pt x="813587" y="395823"/>
                </a:lnTo>
                <a:lnTo>
                  <a:pt x="814861" y="397268"/>
                </a:lnTo>
                <a:lnTo>
                  <a:pt x="816824" y="398107"/>
                </a:lnTo>
                <a:lnTo>
                  <a:pt x="820198" y="398152"/>
                </a:lnTo>
                <a:lnTo>
                  <a:pt x="822157" y="397321"/>
                </a:lnTo>
                <a:lnTo>
                  <a:pt x="823886" y="395418"/>
                </a:lnTo>
                <a:lnTo>
                  <a:pt x="823886" y="357232"/>
                </a:lnTo>
                <a:lnTo>
                  <a:pt x="819957" y="354058"/>
                </a:lnTo>
                <a:lnTo>
                  <a:pt x="817604" y="353927"/>
                </a:lnTo>
                <a:lnTo>
                  <a:pt x="815184" y="355142"/>
                </a:lnTo>
                <a:lnTo>
                  <a:pt x="811509" y="359434"/>
                </a:lnTo>
                <a:lnTo>
                  <a:pt x="804354" y="370698"/>
                </a:lnTo>
                <a:lnTo>
                  <a:pt x="802212" y="372737"/>
                </a:lnTo>
                <a:lnTo>
                  <a:pt x="801360" y="372365"/>
                </a:lnTo>
                <a:lnTo>
                  <a:pt x="800473" y="370098"/>
                </a:lnTo>
                <a:lnTo>
                  <a:pt x="799963" y="359345"/>
                </a:lnTo>
                <a:lnTo>
                  <a:pt x="798995" y="355785"/>
                </a:lnTo>
                <a:lnTo>
                  <a:pt x="797503" y="354513"/>
                </a:lnTo>
                <a:lnTo>
                  <a:pt x="795716" y="353965"/>
                </a:lnTo>
                <a:lnTo>
                  <a:pt x="794016" y="354008"/>
                </a:lnTo>
                <a:lnTo>
                  <a:pt x="791659" y="355033"/>
                </a:lnTo>
                <a:close/>
                <a:moveTo>
                  <a:pt x="854492" y="356133"/>
                </a:moveTo>
                <a:lnTo>
                  <a:pt x="852814" y="357868"/>
                </a:lnTo>
                <a:lnTo>
                  <a:pt x="853104" y="389632"/>
                </a:lnTo>
                <a:lnTo>
                  <a:pt x="853422" y="395300"/>
                </a:lnTo>
                <a:lnTo>
                  <a:pt x="854092" y="396487"/>
                </a:lnTo>
                <a:lnTo>
                  <a:pt x="855971" y="397613"/>
                </a:lnTo>
                <a:lnTo>
                  <a:pt x="858390" y="398130"/>
                </a:lnTo>
                <a:lnTo>
                  <a:pt x="860858" y="398000"/>
                </a:lnTo>
                <a:lnTo>
                  <a:pt x="862883" y="397189"/>
                </a:lnTo>
                <a:lnTo>
                  <a:pt x="870679" y="384145"/>
                </a:lnTo>
                <a:lnTo>
                  <a:pt x="872869" y="382320"/>
                </a:lnTo>
                <a:lnTo>
                  <a:pt x="875421" y="381190"/>
                </a:lnTo>
                <a:lnTo>
                  <a:pt x="876285" y="381433"/>
                </a:lnTo>
                <a:lnTo>
                  <a:pt x="876717" y="382653"/>
                </a:lnTo>
                <a:lnTo>
                  <a:pt x="877866" y="396517"/>
                </a:lnTo>
                <a:lnTo>
                  <a:pt x="880035" y="397851"/>
                </a:lnTo>
                <a:lnTo>
                  <a:pt x="883344" y="398258"/>
                </a:lnTo>
                <a:lnTo>
                  <a:pt x="886435" y="397652"/>
                </a:lnTo>
                <a:lnTo>
                  <a:pt x="888686" y="396054"/>
                </a:lnTo>
                <a:lnTo>
                  <a:pt x="888519" y="362325"/>
                </a:lnTo>
                <a:lnTo>
                  <a:pt x="887411" y="355947"/>
                </a:lnTo>
                <a:lnTo>
                  <a:pt x="885701" y="354648"/>
                </a:lnTo>
                <a:lnTo>
                  <a:pt x="882900" y="354455"/>
                </a:lnTo>
                <a:lnTo>
                  <a:pt x="881165" y="354746"/>
                </a:lnTo>
                <a:lnTo>
                  <a:pt x="878633" y="356205"/>
                </a:lnTo>
                <a:lnTo>
                  <a:pt x="876320" y="358757"/>
                </a:lnTo>
                <a:lnTo>
                  <a:pt x="868725" y="371060"/>
                </a:lnTo>
                <a:lnTo>
                  <a:pt x="866714" y="372347"/>
                </a:lnTo>
                <a:lnTo>
                  <a:pt x="865555" y="372000"/>
                </a:lnTo>
                <a:lnTo>
                  <a:pt x="864793" y="370597"/>
                </a:lnTo>
                <a:lnTo>
                  <a:pt x="864386" y="357290"/>
                </a:lnTo>
                <a:lnTo>
                  <a:pt x="862245" y="355326"/>
                </a:lnTo>
                <a:lnTo>
                  <a:pt x="859708" y="354408"/>
                </a:lnTo>
                <a:lnTo>
                  <a:pt x="856933" y="354683"/>
                </a:lnTo>
                <a:lnTo>
                  <a:pt x="854492" y="356133"/>
                </a:lnTo>
                <a:close/>
                <a:moveTo>
                  <a:pt x="1142447" y="357984"/>
                </a:moveTo>
                <a:lnTo>
                  <a:pt x="1142042" y="360298"/>
                </a:lnTo>
                <a:lnTo>
                  <a:pt x="1145414" y="367781"/>
                </a:lnTo>
                <a:lnTo>
                  <a:pt x="1144690" y="369298"/>
                </a:lnTo>
                <a:lnTo>
                  <a:pt x="1140631" y="370318"/>
                </a:lnTo>
                <a:lnTo>
                  <a:pt x="1130126" y="369448"/>
                </a:lnTo>
                <a:lnTo>
                  <a:pt x="1124008" y="370239"/>
                </a:lnTo>
                <a:lnTo>
                  <a:pt x="1120346" y="372241"/>
                </a:lnTo>
                <a:lnTo>
                  <a:pt x="1119812" y="374914"/>
                </a:lnTo>
                <a:lnTo>
                  <a:pt x="1121060" y="377621"/>
                </a:lnTo>
                <a:lnTo>
                  <a:pt x="1123832" y="379344"/>
                </a:lnTo>
                <a:lnTo>
                  <a:pt x="1130255" y="381243"/>
                </a:lnTo>
                <a:lnTo>
                  <a:pt x="1137833" y="382092"/>
                </a:lnTo>
                <a:lnTo>
                  <a:pt x="1139858" y="382855"/>
                </a:lnTo>
                <a:lnTo>
                  <a:pt x="1142052" y="384778"/>
                </a:lnTo>
                <a:lnTo>
                  <a:pt x="1146284" y="393909"/>
                </a:lnTo>
                <a:lnTo>
                  <a:pt x="1152075" y="410208"/>
                </a:lnTo>
                <a:lnTo>
                  <a:pt x="1160238" y="422036"/>
                </a:lnTo>
                <a:lnTo>
                  <a:pt x="1165621" y="434683"/>
                </a:lnTo>
                <a:lnTo>
                  <a:pt x="1166798" y="441877"/>
                </a:lnTo>
                <a:lnTo>
                  <a:pt x="1167208" y="466044"/>
                </a:lnTo>
                <a:lnTo>
                  <a:pt x="1168888" y="474393"/>
                </a:lnTo>
                <a:lnTo>
                  <a:pt x="1166942" y="486688"/>
                </a:lnTo>
                <a:lnTo>
                  <a:pt x="1164515" y="513642"/>
                </a:lnTo>
                <a:lnTo>
                  <a:pt x="1163322" y="519147"/>
                </a:lnTo>
                <a:lnTo>
                  <a:pt x="1160625" y="525681"/>
                </a:lnTo>
                <a:lnTo>
                  <a:pt x="1158859" y="528391"/>
                </a:lnTo>
                <a:lnTo>
                  <a:pt x="1156434" y="530456"/>
                </a:lnTo>
                <a:lnTo>
                  <a:pt x="1153385" y="531855"/>
                </a:lnTo>
                <a:lnTo>
                  <a:pt x="1149744" y="532565"/>
                </a:lnTo>
                <a:lnTo>
                  <a:pt x="1144530" y="532655"/>
                </a:lnTo>
                <a:lnTo>
                  <a:pt x="1138780" y="525405"/>
                </a:lnTo>
                <a:lnTo>
                  <a:pt x="1138830" y="524033"/>
                </a:lnTo>
                <a:lnTo>
                  <a:pt x="1139829" y="522971"/>
                </a:lnTo>
                <a:lnTo>
                  <a:pt x="1146753" y="521681"/>
                </a:lnTo>
                <a:lnTo>
                  <a:pt x="1148848" y="520647"/>
                </a:lnTo>
                <a:lnTo>
                  <a:pt x="1149969" y="519232"/>
                </a:lnTo>
                <a:lnTo>
                  <a:pt x="1150142" y="492444"/>
                </a:lnTo>
                <a:lnTo>
                  <a:pt x="1147083" y="484469"/>
                </a:lnTo>
                <a:lnTo>
                  <a:pt x="1145392" y="473334"/>
                </a:lnTo>
                <a:lnTo>
                  <a:pt x="1143931" y="468826"/>
                </a:lnTo>
                <a:lnTo>
                  <a:pt x="1140131" y="462910"/>
                </a:lnTo>
                <a:lnTo>
                  <a:pt x="1132553" y="456289"/>
                </a:lnTo>
                <a:lnTo>
                  <a:pt x="1129031" y="454730"/>
                </a:lnTo>
                <a:lnTo>
                  <a:pt x="1126358" y="455552"/>
                </a:lnTo>
                <a:lnTo>
                  <a:pt x="1113890" y="474004"/>
                </a:lnTo>
                <a:lnTo>
                  <a:pt x="1111106" y="476514"/>
                </a:lnTo>
                <a:lnTo>
                  <a:pt x="1108309" y="476750"/>
                </a:lnTo>
                <a:lnTo>
                  <a:pt x="1103731" y="473445"/>
                </a:lnTo>
                <a:lnTo>
                  <a:pt x="1101434" y="472404"/>
                </a:lnTo>
                <a:lnTo>
                  <a:pt x="1099402" y="472503"/>
                </a:lnTo>
                <a:lnTo>
                  <a:pt x="1097376" y="474103"/>
                </a:lnTo>
                <a:lnTo>
                  <a:pt x="1102063" y="489124"/>
                </a:lnTo>
                <a:lnTo>
                  <a:pt x="1103812" y="490424"/>
                </a:lnTo>
                <a:lnTo>
                  <a:pt x="1108258" y="491263"/>
                </a:lnTo>
                <a:lnTo>
                  <a:pt x="1112285" y="490690"/>
                </a:lnTo>
                <a:lnTo>
                  <a:pt x="1115520" y="488786"/>
                </a:lnTo>
                <a:lnTo>
                  <a:pt x="1121227" y="483403"/>
                </a:lnTo>
                <a:lnTo>
                  <a:pt x="1130355" y="473517"/>
                </a:lnTo>
                <a:lnTo>
                  <a:pt x="1131613" y="473483"/>
                </a:lnTo>
                <a:lnTo>
                  <a:pt x="1132799" y="474874"/>
                </a:lnTo>
                <a:lnTo>
                  <a:pt x="1133350" y="477594"/>
                </a:lnTo>
                <a:lnTo>
                  <a:pt x="1133421" y="485385"/>
                </a:lnTo>
                <a:lnTo>
                  <a:pt x="1137761" y="493023"/>
                </a:lnTo>
                <a:lnTo>
                  <a:pt x="1138166" y="506561"/>
                </a:lnTo>
                <a:lnTo>
                  <a:pt x="1135355" y="509037"/>
                </a:lnTo>
                <a:lnTo>
                  <a:pt x="1129705" y="510021"/>
                </a:lnTo>
                <a:lnTo>
                  <a:pt x="1127265" y="511774"/>
                </a:lnTo>
                <a:lnTo>
                  <a:pt x="1123268" y="518776"/>
                </a:lnTo>
                <a:lnTo>
                  <a:pt x="1121961" y="522015"/>
                </a:lnTo>
                <a:lnTo>
                  <a:pt x="1121662" y="524345"/>
                </a:lnTo>
                <a:lnTo>
                  <a:pt x="1123238" y="527441"/>
                </a:lnTo>
                <a:lnTo>
                  <a:pt x="1131486" y="536987"/>
                </a:lnTo>
                <a:lnTo>
                  <a:pt x="1133813" y="542421"/>
                </a:lnTo>
                <a:lnTo>
                  <a:pt x="1133272" y="545636"/>
                </a:lnTo>
                <a:lnTo>
                  <a:pt x="1127546" y="552857"/>
                </a:lnTo>
                <a:lnTo>
                  <a:pt x="1127491" y="555378"/>
                </a:lnTo>
                <a:lnTo>
                  <a:pt x="1130450" y="558465"/>
                </a:lnTo>
                <a:lnTo>
                  <a:pt x="1133116" y="559562"/>
                </a:lnTo>
                <a:lnTo>
                  <a:pt x="1137740" y="560331"/>
                </a:lnTo>
                <a:lnTo>
                  <a:pt x="1141614" y="559856"/>
                </a:lnTo>
                <a:lnTo>
                  <a:pt x="1143115" y="558782"/>
                </a:lnTo>
                <a:lnTo>
                  <a:pt x="1146305" y="554444"/>
                </a:lnTo>
                <a:lnTo>
                  <a:pt x="1148852" y="548278"/>
                </a:lnTo>
                <a:lnTo>
                  <a:pt x="1151719" y="545513"/>
                </a:lnTo>
                <a:lnTo>
                  <a:pt x="1156304" y="543592"/>
                </a:lnTo>
                <a:lnTo>
                  <a:pt x="1164447" y="541612"/>
                </a:lnTo>
                <a:lnTo>
                  <a:pt x="1169211" y="535077"/>
                </a:lnTo>
                <a:lnTo>
                  <a:pt x="1174558" y="526348"/>
                </a:lnTo>
                <a:lnTo>
                  <a:pt x="1178181" y="501160"/>
                </a:lnTo>
                <a:lnTo>
                  <a:pt x="1179636" y="482548"/>
                </a:lnTo>
                <a:lnTo>
                  <a:pt x="1179418" y="434008"/>
                </a:lnTo>
                <a:lnTo>
                  <a:pt x="1173321" y="420362"/>
                </a:lnTo>
                <a:lnTo>
                  <a:pt x="1169920" y="414864"/>
                </a:lnTo>
                <a:lnTo>
                  <a:pt x="1166552" y="410685"/>
                </a:lnTo>
                <a:lnTo>
                  <a:pt x="1161823" y="402343"/>
                </a:lnTo>
                <a:lnTo>
                  <a:pt x="1161265" y="400053"/>
                </a:lnTo>
                <a:lnTo>
                  <a:pt x="1161834" y="396803"/>
                </a:lnTo>
                <a:lnTo>
                  <a:pt x="1163012" y="396282"/>
                </a:lnTo>
                <a:lnTo>
                  <a:pt x="1166063" y="398564"/>
                </a:lnTo>
                <a:lnTo>
                  <a:pt x="1176806" y="412717"/>
                </a:lnTo>
                <a:lnTo>
                  <a:pt x="1182155" y="420666"/>
                </a:lnTo>
                <a:lnTo>
                  <a:pt x="1185888" y="424834"/>
                </a:lnTo>
                <a:lnTo>
                  <a:pt x="1189142" y="427597"/>
                </a:lnTo>
                <a:lnTo>
                  <a:pt x="1191918" y="432072"/>
                </a:lnTo>
                <a:lnTo>
                  <a:pt x="1194540" y="438115"/>
                </a:lnTo>
                <a:lnTo>
                  <a:pt x="1197469" y="443246"/>
                </a:lnTo>
                <a:lnTo>
                  <a:pt x="1201129" y="447894"/>
                </a:lnTo>
                <a:lnTo>
                  <a:pt x="1205108" y="451598"/>
                </a:lnTo>
                <a:lnTo>
                  <a:pt x="1208995" y="453896"/>
                </a:lnTo>
                <a:lnTo>
                  <a:pt x="1210776" y="454374"/>
                </a:lnTo>
                <a:lnTo>
                  <a:pt x="1213876" y="453947"/>
                </a:lnTo>
                <a:lnTo>
                  <a:pt x="1215575" y="451488"/>
                </a:lnTo>
                <a:lnTo>
                  <a:pt x="1216331" y="446332"/>
                </a:lnTo>
                <a:lnTo>
                  <a:pt x="1219686" y="445037"/>
                </a:lnTo>
                <a:lnTo>
                  <a:pt x="1223778" y="444327"/>
                </a:lnTo>
                <a:lnTo>
                  <a:pt x="1224901" y="442535"/>
                </a:lnTo>
                <a:lnTo>
                  <a:pt x="1223853" y="439728"/>
                </a:lnTo>
                <a:lnTo>
                  <a:pt x="1220126" y="435976"/>
                </a:lnTo>
                <a:lnTo>
                  <a:pt x="1204896" y="428455"/>
                </a:lnTo>
                <a:lnTo>
                  <a:pt x="1201856" y="426078"/>
                </a:lnTo>
                <a:lnTo>
                  <a:pt x="1199574" y="422936"/>
                </a:lnTo>
                <a:lnTo>
                  <a:pt x="1197643" y="416420"/>
                </a:lnTo>
                <a:lnTo>
                  <a:pt x="1196904" y="411000"/>
                </a:lnTo>
                <a:lnTo>
                  <a:pt x="1197848" y="408818"/>
                </a:lnTo>
                <a:lnTo>
                  <a:pt x="1203110" y="404913"/>
                </a:lnTo>
                <a:lnTo>
                  <a:pt x="1203197" y="401550"/>
                </a:lnTo>
                <a:lnTo>
                  <a:pt x="1202046" y="399331"/>
                </a:lnTo>
                <a:lnTo>
                  <a:pt x="1170305" y="377055"/>
                </a:lnTo>
                <a:lnTo>
                  <a:pt x="1167475" y="374130"/>
                </a:lnTo>
                <a:lnTo>
                  <a:pt x="1161928" y="366828"/>
                </a:lnTo>
                <a:lnTo>
                  <a:pt x="1153151" y="358447"/>
                </a:lnTo>
                <a:lnTo>
                  <a:pt x="1150860" y="357366"/>
                </a:lnTo>
                <a:lnTo>
                  <a:pt x="1147040" y="356653"/>
                </a:lnTo>
                <a:lnTo>
                  <a:pt x="1143766" y="357066"/>
                </a:lnTo>
                <a:lnTo>
                  <a:pt x="1142447" y="357984"/>
                </a:lnTo>
                <a:close/>
                <a:moveTo>
                  <a:pt x="777889" y="417519"/>
                </a:moveTo>
                <a:lnTo>
                  <a:pt x="771353" y="418515"/>
                </a:lnTo>
                <a:lnTo>
                  <a:pt x="765204" y="420160"/>
                </a:lnTo>
                <a:lnTo>
                  <a:pt x="759486" y="422420"/>
                </a:lnTo>
                <a:lnTo>
                  <a:pt x="754238" y="425262"/>
                </a:lnTo>
                <a:lnTo>
                  <a:pt x="749503" y="428649"/>
                </a:lnTo>
                <a:lnTo>
                  <a:pt x="745322" y="432549"/>
                </a:lnTo>
                <a:lnTo>
                  <a:pt x="741735" y="436926"/>
                </a:lnTo>
                <a:lnTo>
                  <a:pt x="738785" y="441747"/>
                </a:lnTo>
                <a:lnTo>
                  <a:pt x="736513" y="446976"/>
                </a:lnTo>
                <a:lnTo>
                  <a:pt x="734959" y="452580"/>
                </a:lnTo>
                <a:lnTo>
                  <a:pt x="733918" y="457730"/>
                </a:lnTo>
                <a:lnTo>
                  <a:pt x="733918" y="541623"/>
                </a:lnTo>
                <a:lnTo>
                  <a:pt x="735981" y="551589"/>
                </a:lnTo>
                <a:lnTo>
                  <a:pt x="739285" y="559577"/>
                </a:lnTo>
                <a:lnTo>
                  <a:pt x="741517" y="563263"/>
                </a:lnTo>
                <a:lnTo>
                  <a:pt x="747011" y="569866"/>
                </a:lnTo>
                <a:lnTo>
                  <a:pt x="753707" y="575233"/>
                </a:lnTo>
                <a:lnTo>
                  <a:pt x="761400" y="579114"/>
                </a:lnTo>
                <a:lnTo>
                  <a:pt x="770729" y="582021"/>
                </a:lnTo>
                <a:lnTo>
                  <a:pt x="789323" y="582761"/>
                </a:lnTo>
                <a:lnTo>
                  <a:pt x="845228" y="582658"/>
                </a:lnTo>
                <a:lnTo>
                  <a:pt x="853012" y="581669"/>
                </a:lnTo>
                <a:lnTo>
                  <a:pt x="864106" y="577497"/>
                </a:lnTo>
                <a:lnTo>
                  <a:pt x="871640" y="572431"/>
                </a:lnTo>
                <a:lnTo>
                  <a:pt x="877923" y="566477"/>
                </a:lnTo>
                <a:lnTo>
                  <a:pt x="883294" y="558059"/>
                </a:lnTo>
                <a:lnTo>
                  <a:pt x="887302" y="545953"/>
                </a:lnTo>
                <a:lnTo>
                  <a:pt x="888085" y="535092"/>
                </a:lnTo>
                <a:lnTo>
                  <a:pt x="888261" y="522261"/>
                </a:lnTo>
                <a:lnTo>
                  <a:pt x="887818" y="453680"/>
                </a:lnTo>
                <a:lnTo>
                  <a:pt x="882579" y="441038"/>
                </a:lnTo>
                <a:lnTo>
                  <a:pt x="879450" y="436257"/>
                </a:lnTo>
                <a:lnTo>
                  <a:pt x="875493" y="431461"/>
                </a:lnTo>
                <a:lnTo>
                  <a:pt x="868494" y="425640"/>
                </a:lnTo>
                <a:lnTo>
                  <a:pt x="860818" y="421606"/>
                </a:lnTo>
                <a:lnTo>
                  <a:pt x="846739" y="417288"/>
                </a:lnTo>
                <a:lnTo>
                  <a:pt x="777889" y="417519"/>
                </a:lnTo>
                <a:close/>
                <a:moveTo>
                  <a:pt x="841879" y="453680"/>
                </a:moveTo>
                <a:lnTo>
                  <a:pt x="845195" y="455588"/>
                </a:lnTo>
                <a:lnTo>
                  <a:pt x="849309" y="459753"/>
                </a:lnTo>
                <a:lnTo>
                  <a:pt x="851021" y="462937"/>
                </a:lnTo>
                <a:lnTo>
                  <a:pt x="851269" y="465769"/>
                </a:lnTo>
                <a:lnTo>
                  <a:pt x="851667" y="489743"/>
                </a:lnTo>
                <a:lnTo>
                  <a:pt x="851413" y="528835"/>
                </a:lnTo>
                <a:lnTo>
                  <a:pt x="850963" y="537457"/>
                </a:lnTo>
                <a:lnTo>
                  <a:pt x="848873" y="541131"/>
                </a:lnTo>
                <a:lnTo>
                  <a:pt x="844772" y="545730"/>
                </a:lnTo>
                <a:lnTo>
                  <a:pt x="834474" y="548913"/>
                </a:lnTo>
                <a:lnTo>
                  <a:pt x="784832" y="548565"/>
                </a:lnTo>
                <a:lnTo>
                  <a:pt x="776154" y="544986"/>
                </a:lnTo>
                <a:lnTo>
                  <a:pt x="772896" y="541438"/>
                </a:lnTo>
                <a:lnTo>
                  <a:pt x="769326" y="534680"/>
                </a:lnTo>
                <a:lnTo>
                  <a:pt x="769442" y="466235"/>
                </a:lnTo>
                <a:lnTo>
                  <a:pt x="773409" y="458446"/>
                </a:lnTo>
                <a:lnTo>
                  <a:pt x="777667" y="454589"/>
                </a:lnTo>
                <a:lnTo>
                  <a:pt x="779856" y="453622"/>
                </a:lnTo>
                <a:lnTo>
                  <a:pt x="782313" y="453297"/>
                </a:lnTo>
                <a:lnTo>
                  <a:pt x="819489" y="452809"/>
                </a:lnTo>
                <a:lnTo>
                  <a:pt x="841879" y="453680"/>
                </a:lnTo>
                <a:close/>
                <a:moveTo>
                  <a:pt x="35119" y="420990"/>
                </a:moveTo>
                <a:lnTo>
                  <a:pt x="2199" y="421280"/>
                </a:lnTo>
                <a:lnTo>
                  <a:pt x="0" y="423999"/>
                </a:lnTo>
                <a:lnTo>
                  <a:pt x="0" y="452118"/>
                </a:lnTo>
                <a:lnTo>
                  <a:pt x="2199" y="454837"/>
                </a:lnTo>
                <a:lnTo>
                  <a:pt x="83951" y="455126"/>
                </a:lnTo>
                <a:lnTo>
                  <a:pt x="89519" y="457495"/>
                </a:lnTo>
                <a:lnTo>
                  <a:pt x="91860" y="459041"/>
                </a:lnTo>
                <a:lnTo>
                  <a:pt x="96043" y="464557"/>
                </a:lnTo>
                <a:lnTo>
                  <a:pt x="95898" y="477177"/>
                </a:lnTo>
                <a:lnTo>
                  <a:pt x="95174" y="480278"/>
                </a:lnTo>
                <a:lnTo>
                  <a:pt x="92398" y="481265"/>
                </a:lnTo>
                <a:lnTo>
                  <a:pt x="87919" y="481581"/>
                </a:lnTo>
                <a:lnTo>
                  <a:pt x="42409" y="482203"/>
                </a:lnTo>
                <a:lnTo>
                  <a:pt x="41308" y="483837"/>
                </a:lnTo>
                <a:lnTo>
                  <a:pt x="40722" y="487773"/>
                </a:lnTo>
                <a:lnTo>
                  <a:pt x="40650" y="508237"/>
                </a:lnTo>
                <a:lnTo>
                  <a:pt x="41498" y="514710"/>
                </a:lnTo>
                <a:lnTo>
                  <a:pt x="42300" y="516079"/>
                </a:lnTo>
                <a:lnTo>
                  <a:pt x="43287" y="516555"/>
                </a:lnTo>
                <a:lnTo>
                  <a:pt x="93613" y="517033"/>
                </a:lnTo>
                <a:lnTo>
                  <a:pt x="96332" y="519232"/>
                </a:lnTo>
                <a:lnTo>
                  <a:pt x="95461" y="536411"/>
                </a:lnTo>
                <a:lnTo>
                  <a:pt x="94226" y="538707"/>
                </a:lnTo>
                <a:lnTo>
                  <a:pt x="91301" y="541524"/>
                </a:lnTo>
                <a:lnTo>
                  <a:pt x="84761" y="545094"/>
                </a:lnTo>
                <a:lnTo>
                  <a:pt x="2430" y="545673"/>
                </a:lnTo>
                <a:lnTo>
                  <a:pt x="0" y="547871"/>
                </a:lnTo>
                <a:lnTo>
                  <a:pt x="0" y="577089"/>
                </a:lnTo>
                <a:lnTo>
                  <a:pt x="2199" y="579808"/>
                </a:lnTo>
                <a:lnTo>
                  <a:pt x="81955" y="579852"/>
                </a:lnTo>
                <a:lnTo>
                  <a:pt x="93154" y="579132"/>
                </a:lnTo>
                <a:lnTo>
                  <a:pt x="101656" y="577975"/>
                </a:lnTo>
                <a:lnTo>
                  <a:pt x="107326" y="576330"/>
                </a:lnTo>
                <a:lnTo>
                  <a:pt x="115079" y="573047"/>
                </a:lnTo>
                <a:lnTo>
                  <a:pt x="122098" y="567090"/>
                </a:lnTo>
                <a:lnTo>
                  <a:pt x="126649" y="560447"/>
                </a:lnTo>
                <a:lnTo>
                  <a:pt x="129046" y="554816"/>
                </a:lnTo>
                <a:lnTo>
                  <a:pt x="131820" y="545722"/>
                </a:lnTo>
                <a:lnTo>
                  <a:pt x="132526" y="540530"/>
                </a:lnTo>
                <a:lnTo>
                  <a:pt x="133389" y="513115"/>
                </a:lnTo>
                <a:lnTo>
                  <a:pt x="132768" y="464759"/>
                </a:lnTo>
                <a:lnTo>
                  <a:pt x="131739" y="453874"/>
                </a:lnTo>
                <a:lnTo>
                  <a:pt x="127531" y="440730"/>
                </a:lnTo>
                <a:lnTo>
                  <a:pt x="124468" y="435608"/>
                </a:lnTo>
                <a:lnTo>
                  <a:pt x="122534" y="433328"/>
                </a:lnTo>
                <a:lnTo>
                  <a:pt x="117845" y="429319"/>
                </a:lnTo>
                <a:lnTo>
                  <a:pt x="112041" y="426023"/>
                </a:lnTo>
                <a:lnTo>
                  <a:pt x="102709" y="422696"/>
                </a:lnTo>
                <a:lnTo>
                  <a:pt x="95172" y="421503"/>
                </a:lnTo>
                <a:lnTo>
                  <a:pt x="83278" y="420915"/>
                </a:lnTo>
                <a:lnTo>
                  <a:pt x="35119" y="420990"/>
                </a:lnTo>
                <a:close/>
                <a:moveTo>
                  <a:pt x="264002" y="420875"/>
                </a:moveTo>
                <a:lnTo>
                  <a:pt x="260381" y="421478"/>
                </a:lnTo>
                <a:lnTo>
                  <a:pt x="259663" y="421974"/>
                </a:lnTo>
                <a:lnTo>
                  <a:pt x="259355" y="423127"/>
                </a:lnTo>
                <a:lnTo>
                  <a:pt x="258332" y="477575"/>
                </a:lnTo>
                <a:lnTo>
                  <a:pt x="256134" y="480005"/>
                </a:lnTo>
                <a:lnTo>
                  <a:pt x="204490" y="479945"/>
                </a:lnTo>
                <a:lnTo>
                  <a:pt x="186300" y="479426"/>
                </a:lnTo>
                <a:lnTo>
                  <a:pt x="184882" y="477323"/>
                </a:lnTo>
                <a:lnTo>
                  <a:pt x="184200" y="470661"/>
                </a:lnTo>
                <a:lnTo>
                  <a:pt x="183986" y="422784"/>
                </a:lnTo>
                <a:lnTo>
                  <a:pt x="181793" y="421509"/>
                </a:lnTo>
                <a:lnTo>
                  <a:pt x="178757" y="421149"/>
                </a:lnTo>
                <a:lnTo>
                  <a:pt x="149850" y="420990"/>
                </a:lnTo>
                <a:lnTo>
                  <a:pt x="147536" y="423305"/>
                </a:lnTo>
                <a:lnTo>
                  <a:pt x="147536" y="577205"/>
                </a:lnTo>
                <a:lnTo>
                  <a:pt x="149172" y="578751"/>
                </a:lnTo>
                <a:lnTo>
                  <a:pt x="151903" y="579661"/>
                </a:lnTo>
                <a:lnTo>
                  <a:pt x="155300" y="579958"/>
                </a:lnTo>
                <a:lnTo>
                  <a:pt x="181614" y="579808"/>
                </a:lnTo>
                <a:lnTo>
                  <a:pt x="184101" y="577320"/>
                </a:lnTo>
                <a:lnTo>
                  <a:pt x="184075" y="528929"/>
                </a:lnTo>
                <a:lnTo>
                  <a:pt x="184847" y="517515"/>
                </a:lnTo>
                <a:lnTo>
                  <a:pt x="185714" y="515726"/>
                </a:lnTo>
                <a:lnTo>
                  <a:pt x="186862" y="515197"/>
                </a:lnTo>
                <a:lnTo>
                  <a:pt x="199897" y="514823"/>
                </a:lnTo>
                <a:lnTo>
                  <a:pt x="256249" y="514719"/>
                </a:lnTo>
                <a:lnTo>
                  <a:pt x="258621" y="517785"/>
                </a:lnTo>
                <a:lnTo>
                  <a:pt x="258621" y="577263"/>
                </a:lnTo>
                <a:lnTo>
                  <a:pt x="261514" y="580155"/>
                </a:lnTo>
                <a:lnTo>
                  <a:pt x="292121" y="579808"/>
                </a:lnTo>
                <a:lnTo>
                  <a:pt x="294724" y="577205"/>
                </a:lnTo>
                <a:lnTo>
                  <a:pt x="294493" y="423883"/>
                </a:lnTo>
                <a:lnTo>
                  <a:pt x="292940" y="421921"/>
                </a:lnTo>
                <a:lnTo>
                  <a:pt x="289943" y="421404"/>
                </a:lnTo>
                <a:lnTo>
                  <a:pt x="264002" y="420875"/>
                </a:lnTo>
                <a:close/>
                <a:moveTo>
                  <a:pt x="345696" y="421627"/>
                </a:moveTo>
                <a:lnTo>
                  <a:pt x="339529" y="423115"/>
                </a:lnTo>
                <a:lnTo>
                  <a:pt x="331159" y="426249"/>
                </a:lnTo>
                <a:lnTo>
                  <a:pt x="326777" y="428685"/>
                </a:lnTo>
                <a:lnTo>
                  <a:pt x="322815" y="432177"/>
                </a:lnTo>
                <a:lnTo>
                  <a:pt x="319433" y="436273"/>
                </a:lnTo>
                <a:lnTo>
                  <a:pt x="315563" y="443359"/>
                </a:lnTo>
                <a:lnTo>
                  <a:pt x="313863" y="448581"/>
                </a:lnTo>
                <a:lnTo>
                  <a:pt x="311850" y="458540"/>
                </a:lnTo>
                <a:lnTo>
                  <a:pt x="311360" y="480297"/>
                </a:lnTo>
                <a:lnTo>
                  <a:pt x="311561" y="541623"/>
                </a:lnTo>
                <a:lnTo>
                  <a:pt x="314179" y="552859"/>
                </a:lnTo>
                <a:lnTo>
                  <a:pt x="318175" y="562262"/>
                </a:lnTo>
                <a:lnTo>
                  <a:pt x="321928" y="567231"/>
                </a:lnTo>
                <a:lnTo>
                  <a:pt x="329413" y="573042"/>
                </a:lnTo>
                <a:lnTo>
                  <a:pt x="338392" y="577053"/>
                </a:lnTo>
                <a:lnTo>
                  <a:pt x="345195" y="578584"/>
                </a:lnTo>
                <a:lnTo>
                  <a:pt x="355575" y="579408"/>
                </a:lnTo>
                <a:lnTo>
                  <a:pt x="372251" y="579744"/>
                </a:lnTo>
                <a:lnTo>
                  <a:pt x="440987" y="579808"/>
                </a:lnTo>
                <a:lnTo>
                  <a:pt x="443186" y="577089"/>
                </a:lnTo>
                <a:lnTo>
                  <a:pt x="443092" y="551993"/>
                </a:lnTo>
                <a:lnTo>
                  <a:pt x="442781" y="548399"/>
                </a:lnTo>
                <a:lnTo>
                  <a:pt x="441593" y="546168"/>
                </a:lnTo>
                <a:lnTo>
                  <a:pt x="439394" y="545621"/>
                </a:lnTo>
                <a:lnTo>
                  <a:pt x="431703" y="545472"/>
                </a:lnTo>
                <a:lnTo>
                  <a:pt x="359582" y="545094"/>
                </a:lnTo>
                <a:lnTo>
                  <a:pt x="353891" y="542281"/>
                </a:lnTo>
                <a:lnTo>
                  <a:pt x="349892" y="538676"/>
                </a:lnTo>
                <a:lnTo>
                  <a:pt x="347768" y="533390"/>
                </a:lnTo>
                <a:lnTo>
                  <a:pt x="347143" y="525654"/>
                </a:lnTo>
                <a:lnTo>
                  <a:pt x="347455" y="519809"/>
                </a:lnTo>
                <a:lnTo>
                  <a:pt x="349573" y="517323"/>
                </a:lnTo>
                <a:lnTo>
                  <a:pt x="440929" y="516281"/>
                </a:lnTo>
                <a:lnTo>
                  <a:pt x="442284" y="514787"/>
                </a:lnTo>
                <a:lnTo>
                  <a:pt x="442795" y="512564"/>
                </a:lnTo>
                <a:lnTo>
                  <a:pt x="443186" y="498866"/>
                </a:lnTo>
                <a:lnTo>
                  <a:pt x="443186" y="484749"/>
                </a:lnTo>
                <a:lnTo>
                  <a:pt x="440987" y="482030"/>
                </a:lnTo>
                <a:lnTo>
                  <a:pt x="349475" y="481019"/>
                </a:lnTo>
                <a:lnTo>
                  <a:pt x="348305" y="480686"/>
                </a:lnTo>
                <a:lnTo>
                  <a:pt x="347700" y="479913"/>
                </a:lnTo>
                <a:lnTo>
                  <a:pt x="347159" y="475346"/>
                </a:lnTo>
                <a:lnTo>
                  <a:pt x="347750" y="466734"/>
                </a:lnTo>
                <a:lnTo>
                  <a:pt x="350648" y="460605"/>
                </a:lnTo>
                <a:lnTo>
                  <a:pt x="352379" y="458590"/>
                </a:lnTo>
                <a:lnTo>
                  <a:pt x="353893" y="457668"/>
                </a:lnTo>
                <a:lnTo>
                  <a:pt x="360971" y="455126"/>
                </a:lnTo>
                <a:lnTo>
                  <a:pt x="440119" y="455126"/>
                </a:lnTo>
                <a:lnTo>
                  <a:pt x="443186" y="452754"/>
                </a:lnTo>
                <a:lnTo>
                  <a:pt x="443186" y="422784"/>
                </a:lnTo>
                <a:lnTo>
                  <a:pt x="440462" y="421509"/>
                </a:lnTo>
                <a:lnTo>
                  <a:pt x="428533" y="421095"/>
                </a:lnTo>
                <a:lnTo>
                  <a:pt x="345696" y="421627"/>
                </a:lnTo>
                <a:close/>
                <a:moveTo>
                  <a:pt x="462684" y="422032"/>
                </a:moveTo>
                <a:lnTo>
                  <a:pt x="461700" y="423131"/>
                </a:lnTo>
                <a:lnTo>
                  <a:pt x="461700" y="577263"/>
                </a:lnTo>
                <a:lnTo>
                  <a:pt x="464535" y="580098"/>
                </a:lnTo>
                <a:lnTo>
                  <a:pt x="486160" y="580050"/>
                </a:lnTo>
                <a:lnTo>
                  <a:pt x="494318" y="579435"/>
                </a:lnTo>
                <a:lnTo>
                  <a:pt x="496229" y="578713"/>
                </a:lnTo>
                <a:lnTo>
                  <a:pt x="497456" y="577610"/>
                </a:lnTo>
                <a:lnTo>
                  <a:pt x="497897" y="575428"/>
                </a:lnTo>
                <a:lnTo>
                  <a:pt x="498329" y="529173"/>
                </a:lnTo>
                <a:lnTo>
                  <a:pt x="498821" y="524595"/>
                </a:lnTo>
                <a:lnTo>
                  <a:pt x="499774" y="522537"/>
                </a:lnTo>
                <a:lnTo>
                  <a:pt x="501332" y="521662"/>
                </a:lnTo>
                <a:lnTo>
                  <a:pt x="504910" y="521422"/>
                </a:lnTo>
                <a:lnTo>
                  <a:pt x="550157" y="521085"/>
                </a:lnTo>
                <a:lnTo>
                  <a:pt x="564357" y="520347"/>
                </a:lnTo>
                <a:lnTo>
                  <a:pt x="577068" y="517321"/>
                </a:lnTo>
                <a:lnTo>
                  <a:pt x="581982" y="515178"/>
                </a:lnTo>
                <a:lnTo>
                  <a:pt x="586346" y="512531"/>
                </a:lnTo>
                <a:lnTo>
                  <a:pt x="591807" y="507662"/>
                </a:lnTo>
                <a:lnTo>
                  <a:pt x="595273" y="502921"/>
                </a:lnTo>
                <a:lnTo>
                  <a:pt x="597174" y="498567"/>
                </a:lnTo>
                <a:lnTo>
                  <a:pt x="600094" y="488394"/>
                </a:lnTo>
                <a:lnTo>
                  <a:pt x="600427" y="460230"/>
                </a:lnTo>
                <a:lnTo>
                  <a:pt x="599884" y="453370"/>
                </a:lnTo>
                <a:lnTo>
                  <a:pt x="596485" y="441441"/>
                </a:lnTo>
                <a:lnTo>
                  <a:pt x="594081" y="436978"/>
                </a:lnTo>
                <a:lnTo>
                  <a:pt x="590881" y="432873"/>
                </a:lnTo>
                <a:lnTo>
                  <a:pt x="587110" y="429371"/>
                </a:lnTo>
                <a:lnTo>
                  <a:pt x="582999" y="426721"/>
                </a:lnTo>
                <a:lnTo>
                  <a:pt x="572087" y="422412"/>
                </a:lnTo>
                <a:lnTo>
                  <a:pt x="563239" y="421338"/>
                </a:lnTo>
                <a:lnTo>
                  <a:pt x="541457" y="421013"/>
                </a:lnTo>
                <a:lnTo>
                  <a:pt x="463609" y="420990"/>
                </a:lnTo>
                <a:lnTo>
                  <a:pt x="462684" y="422032"/>
                </a:lnTo>
                <a:close/>
                <a:moveTo>
                  <a:pt x="552246" y="455763"/>
                </a:moveTo>
                <a:lnTo>
                  <a:pt x="557999" y="457997"/>
                </a:lnTo>
                <a:lnTo>
                  <a:pt x="560643" y="459935"/>
                </a:lnTo>
                <a:lnTo>
                  <a:pt x="562461" y="462353"/>
                </a:lnTo>
                <a:lnTo>
                  <a:pt x="563876" y="467103"/>
                </a:lnTo>
                <a:lnTo>
                  <a:pt x="563985" y="472324"/>
                </a:lnTo>
                <a:lnTo>
                  <a:pt x="563031" y="478050"/>
                </a:lnTo>
                <a:lnTo>
                  <a:pt x="560965" y="481105"/>
                </a:lnTo>
                <a:lnTo>
                  <a:pt x="556657" y="484459"/>
                </a:lnTo>
                <a:lnTo>
                  <a:pt x="554342" y="485270"/>
                </a:lnTo>
                <a:lnTo>
                  <a:pt x="546576" y="485624"/>
                </a:lnTo>
                <a:lnTo>
                  <a:pt x="500522" y="485790"/>
                </a:lnTo>
                <a:lnTo>
                  <a:pt x="498150" y="482724"/>
                </a:lnTo>
                <a:lnTo>
                  <a:pt x="498507" y="460872"/>
                </a:lnTo>
                <a:lnTo>
                  <a:pt x="499491" y="457144"/>
                </a:lnTo>
                <a:lnTo>
                  <a:pt x="501390" y="455415"/>
                </a:lnTo>
                <a:lnTo>
                  <a:pt x="526298" y="454960"/>
                </a:lnTo>
                <a:lnTo>
                  <a:pt x="552246" y="455763"/>
                </a:lnTo>
                <a:close/>
                <a:moveTo>
                  <a:pt x="647711" y="421858"/>
                </a:moveTo>
                <a:lnTo>
                  <a:pt x="642286" y="423252"/>
                </a:lnTo>
                <a:lnTo>
                  <a:pt x="634503" y="426107"/>
                </a:lnTo>
                <a:lnTo>
                  <a:pt x="630535" y="428490"/>
                </a:lnTo>
                <a:lnTo>
                  <a:pt x="626586" y="431817"/>
                </a:lnTo>
                <a:lnTo>
                  <a:pt x="623046" y="435706"/>
                </a:lnTo>
                <a:lnTo>
                  <a:pt x="620307" y="439776"/>
                </a:lnTo>
                <a:lnTo>
                  <a:pt x="615894" y="451039"/>
                </a:lnTo>
                <a:lnTo>
                  <a:pt x="614862" y="462930"/>
                </a:lnTo>
                <a:lnTo>
                  <a:pt x="614558" y="478552"/>
                </a:lnTo>
                <a:lnTo>
                  <a:pt x="614443" y="577263"/>
                </a:lnTo>
                <a:lnTo>
                  <a:pt x="617278" y="580098"/>
                </a:lnTo>
                <a:lnTo>
                  <a:pt x="643750" y="579820"/>
                </a:lnTo>
                <a:lnTo>
                  <a:pt x="647929" y="578992"/>
                </a:lnTo>
                <a:lnTo>
                  <a:pt x="649678" y="577320"/>
                </a:lnTo>
                <a:lnTo>
                  <a:pt x="650170" y="563709"/>
                </a:lnTo>
                <a:lnTo>
                  <a:pt x="650647" y="473105"/>
                </a:lnTo>
                <a:lnTo>
                  <a:pt x="651227" y="466347"/>
                </a:lnTo>
                <a:lnTo>
                  <a:pt x="653363" y="460780"/>
                </a:lnTo>
                <a:lnTo>
                  <a:pt x="657262" y="457859"/>
                </a:lnTo>
                <a:lnTo>
                  <a:pt x="664228" y="455500"/>
                </a:lnTo>
                <a:lnTo>
                  <a:pt x="676042" y="454981"/>
                </a:lnTo>
                <a:lnTo>
                  <a:pt x="719280" y="454837"/>
                </a:lnTo>
                <a:lnTo>
                  <a:pt x="721479" y="452118"/>
                </a:lnTo>
                <a:lnTo>
                  <a:pt x="721319" y="425966"/>
                </a:lnTo>
                <a:lnTo>
                  <a:pt x="720960" y="423154"/>
                </a:lnTo>
                <a:lnTo>
                  <a:pt x="719685" y="420990"/>
                </a:lnTo>
                <a:lnTo>
                  <a:pt x="662237" y="421192"/>
                </a:lnTo>
                <a:lnTo>
                  <a:pt x="647711" y="421858"/>
                </a:lnTo>
                <a:close/>
                <a:moveTo>
                  <a:pt x="1007004" y="435513"/>
                </a:moveTo>
                <a:lnTo>
                  <a:pt x="1002138" y="438417"/>
                </a:lnTo>
                <a:lnTo>
                  <a:pt x="997273" y="440290"/>
                </a:lnTo>
                <a:lnTo>
                  <a:pt x="993740" y="442528"/>
                </a:lnTo>
                <a:lnTo>
                  <a:pt x="983506" y="451705"/>
                </a:lnTo>
                <a:lnTo>
                  <a:pt x="978363" y="455212"/>
                </a:lnTo>
                <a:lnTo>
                  <a:pt x="976500" y="457697"/>
                </a:lnTo>
                <a:lnTo>
                  <a:pt x="976050" y="459755"/>
                </a:lnTo>
                <a:lnTo>
                  <a:pt x="976503" y="460774"/>
                </a:lnTo>
                <a:lnTo>
                  <a:pt x="984249" y="469152"/>
                </a:lnTo>
                <a:lnTo>
                  <a:pt x="985686" y="472157"/>
                </a:lnTo>
                <a:lnTo>
                  <a:pt x="984396" y="481147"/>
                </a:lnTo>
                <a:lnTo>
                  <a:pt x="983742" y="494190"/>
                </a:lnTo>
                <a:lnTo>
                  <a:pt x="983121" y="496497"/>
                </a:lnTo>
                <a:lnTo>
                  <a:pt x="981365" y="499232"/>
                </a:lnTo>
                <a:lnTo>
                  <a:pt x="977959" y="502685"/>
                </a:lnTo>
                <a:lnTo>
                  <a:pt x="969339" y="500775"/>
                </a:lnTo>
                <a:lnTo>
                  <a:pt x="962404" y="503214"/>
                </a:lnTo>
                <a:lnTo>
                  <a:pt x="959582" y="503559"/>
                </a:lnTo>
                <a:lnTo>
                  <a:pt x="950373" y="501042"/>
                </a:lnTo>
                <a:lnTo>
                  <a:pt x="946848" y="500834"/>
                </a:lnTo>
                <a:lnTo>
                  <a:pt x="945335" y="501238"/>
                </a:lnTo>
                <a:lnTo>
                  <a:pt x="942399" y="503225"/>
                </a:lnTo>
                <a:lnTo>
                  <a:pt x="935398" y="511579"/>
                </a:lnTo>
                <a:lnTo>
                  <a:pt x="930160" y="516559"/>
                </a:lnTo>
                <a:lnTo>
                  <a:pt x="924765" y="519877"/>
                </a:lnTo>
                <a:lnTo>
                  <a:pt x="921406" y="520944"/>
                </a:lnTo>
                <a:lnTo>
                  <a:pt x="918411" y="521258"/>
                </a:lnTo>
                <a:lnTo>
                  <a:pt x="915026" y="523522"/>
                </a:lnTo>
                <a:lnTo>
                  <a:pt x="913818" y="526032"/>
                </a:lnTo>
                <a:lnTo>
                  <a:pt x="913657" y="528926"/>
                </a:lnTo>
                <a:lnTo>
                  <a:pt x="914721" y="531845"/>
                </a:lnTo>
                <a:lnTo>
                  <a:pt x="916516" y="533822"/>
                </a:lnTo>
                <a:lnTo>
                  <a:pt x="918816" y="535180"/>
                </a:lnTo>
                <a:lnTo>
                  <a:pt x="921266" y="535827"/>
                </a:lnTo>
                <a:lnTo>
                  <a:pt x="924444" y="535264"/>
                </a:lnTo>
                <a:lnTo>
                  <a:pt x="926747" y="533397"/>
                </a:lnTo>
                <a:lnTo>
                  <a:pt x="940170" y="525350"/>
                </a:lnTo>
                <a:lnTo>
                  <a:pt x="948027" y="516198"/>
                </a:lnTo>
                <a:lnTo>
                  <a:pt x="950528" y="514271"/>
                </a:lnTo>
                <a:lnTo>
                  <a:pt x="952313" y="514209"/>
                </a:lnTo>
                <a:lnTo>
                  <a:pt x="958792" y="516673"/>
                </a:lnTo>
                <a:lnTo>
                  <a:pt x="962266" y="517257"/>
                </a:lnTo>
                <a:lnTo>
                  <a:pt x="965145" y="516702"/>
                </a:lnTo>
                <a:lnTo>
                  <a:pt x="968644" y="514140"/>
                </a:lnTo>
                <a:lnTo>
                  <a:pt x="978796" y="514639"/>
                </a:lnTo>
                <a:lnTo>
                  <a:pt x="981958" y="514355"/>
                </a:lnTo>
                <a:lnTo>
                  <a:pt x="985771" y="512735"/>
                </a:lnTo>
                <a:lnTo>
                  <a:pt x="997627" y="502887"/>
                </a:lnTo>
                <a:lnTo>
                  <a:pt x="998505" y="501051"/>
                </a:lnTo>
                <a:lnTo>
                  <a:pt x="998522" y="499609"/>
                </a:lnTo>
                <a:lnTo>
                  <a:pt x="996104" y="493065"/>
                </a:lnTo>
                <a:lnTo>
                  <a:pt x="995681" y="485896"/>
                </a:lnTo>
                <a:lnTo>
                  <a:pt x="996812" y="480506"/>
                </a:lnTo>
                <a:lnTo>
                  <a:pt x="999607" y="473343"/>
                </a:lnTo>
                <a:lnTo>
                  <a:pt x="999945" y="470451"/>
                </a:lnTo>
                <a:lnTo>
                  <a:pt x="998783" y="466638"/>
                </a:lnTo>
                <a:lnTo>
                  <a:pt x="995439" y="462153"/>
                </a:lnTo>
                <a:lnTo>
                  <a:pt x="994564" y="459870"/>
                </a:lnTo>
                <a:lnTo>
                  <a:pt x="995839" y="457247"/>
                </a:lnTo>
                <a:lnTo>
                  <a:pt x="999201" y="454063"/>
                </a:lnTo>
                <a:lnTo>
                  <a:pt x="1010155" y="447498"/>
                </a:lnTo>
                <a:lnTo>
                  <a:pt x="1011997" y="445572"/>
                </a:lnTo>
                <a:lnTo>
                  <a:pt x="1013148" y="440196"/>
                </a:lnTo>
                <a:lnTo>
                  <a:pt x="1012905" y="436612"/>
                </a:lnTo>
                <a:lnTo>
                  <a:pt x="1010410" y="435042"/>
                </a:lnTo>
                <a:lnTo>
                  <a:pt x="1007004" y="435513"/>
                </a:lnTo>
                <a:close/>
                <a:moveTo>
                  <a:pt x="767938" y="610125"/>
                </a:moveTo>
                <a:lnTo>
                  <a:pt x="744679" y="610473"/>
                </a:lnTo>
                <a:lnTo>
                  <a:pt x="742018" y="613134"/>
                </a:lnTo>
                <a:lnTo>
                  <a:pt x="741893" y="757131"/>
                </a:lnTo>
                <a:lnTo>
                  <a:pt x="742018" y="766224"/>
                </a:lnTo>
                <a:lnTo>
                  <a:pt x="742699" y="767671"/>
                </a:lnTo>
                <a:lnTo>
                  <a:pt x="745634" y="768914"/>
                </a:lnTo>
                <a:lnTo>
                  <a:pt x="749724" y="769271"/>
                </a:lnTo>
                <a:lnTo>
                  <a:pt x="774996" y="769233"/>
                </a:lnTo>
                <a:lnTo>
                  <a:pt x="777600" y="766803"/>
                </a:lnTo>
                <a:lnTo>
                  <a:pt x="777745" y="662920"/>
                </a:lnTo>
                <a:lnTo>
                  <a:pt x="777993" y="650808"/>
                </a:lnTo>
                <a:lnTo>
                  <a:pt x="778686" y="647454"/>
                </a:lnTo>
                <a:lnTo>
                  <a:pt x="780319" y="646113"/>
                </a:lnTo>
                <a:lnTo>
                  <a:pt x="787873" y="645749"/>
                </a:lnTo>
                <a:lnTo>
                  <a:pt x="841361" y="645520"/>
                </a:lnTo>
                <a:lnTo>
                  <a:pt x="849773" y="646137"/>
                </a:lnTo>
                <a:lnTo>
                  <a:pt x="850790" y="647952"/>
                </a:lnTo>
                <a:lnTo>
                  <a:pt x="851120" y="650241"/>
                </a:lnTo>
                <a:lnTo>
                  <a:pt x="851598" y="667348"/>
                </a:lnTo>
                <a:lnTo>
                  <a:pt x="852120" y="767323"/>
                </a:lnTo>
                <a:lnTo>
                  <a:pt x="853732" y="768514"/>
                </a:lnTo>
                <a:lnTo>
                  <a:pt x="857827" y="769098"/>
                </a:lnTo>
                <a:lnTo>
                  <a:pt x="886198" y="769290"/>
                </a:lnTo>
                <a:lnTo>
                  <a:pt x="888165" y="767092"/>
                </a:lnTo>
                <a:lnTo>
                  <a:pt x="888250" y="645139"/>
                </a:lnTo>
                <a:lnTo>
                  <a:pt x="888064" y="616993"/>
                </a:lnTo>
                <a:lnTo>
                  <a:pt x="887638" y="612106"/>
                </a:lnTo>
                <a:lnTo>
                  <a:pt x="884636" y="610624"/>
                </a:lnTo>
                <a:lnTo>
                  <a:pt x="879774" y="610203"/>
                </a:lnTo>
                <a:lnTo>
                  <a:pt x="767938" y="610125"/>
                </a:lnTo>
                <a:close/>
                <a:moveTo>
                  <a:pt x="186879" y="611630"/>
                </a:moveTo>
                <a:lnTo>
                  <a:pt x="175962" y="614018"/>
                </a:lnTo>
                <a:lnTo>
                  <a:pt x="171291" y="615671"/>
                </a:lnTo>
                <a:lnTo>
                  <a:pt x="163410" y="619976"/>
                </a:lnTo>
                <a:lnTo>
                  <a:pt x="160156" y="622656"/>
                </a:lnTo>
                <a:lnTo>
                  <a:pt x="157328" y="625710"/>
                </a:lnTo>
                <a:lnTo>
                  <a:pt x="152863" y="632997"/>
                </a:lnTo>
                <a:lnTo>
                  <a:pt x="149003" y="644939"/>
                </a:lnTo>
                <a:lnTo>
                  <a:pt x="148291" y="652333"/>
                </a:lnTo>
                <a:lnTo>
                  <a:pt x="147934" y="675941"/>
                </a:lnTo>
                <a:lnTo>
                  <a:pt x="147819" y="755530"/>
                </a:lnTo>
                <a:lnTo>
                  <a:pt x="148172" y="768249"/>
                </a:lnTo>
                <a:lnTo>
                  <a:pt x="148933" y="769394"/>
                </a:lnTo>
                <a:lnTo>
                  <a:pt x="150493" y="770106"/>
                </a:lnTo>
                <a:lnTo>
                  <a:pt x="158768" y="770552"/>
                </a:lnTo>
                <a:lnTo>
                  <a:pt x="181845" y="770158"/>
                </a:lnTo>
                <a:lnTo>
                  <a:pt x="183986" y="767265"/>
                </a:lnTo>
                <a:lnTo>
                  <a:pt x="184612" y="660876"/>
                </a:lnTo>
                <a:lnTo>
                  <a:pt x="184969" y="655485"/>
                </a:lnTo>
                <a:lnTo>
                  <a:pt x="187645" y="651182"/>
                </a:lnTo>
                <a:lnTo>
                  <a:pt x="190755" y="648138"/>
                </a:lnTo>
                <a:lnTo>
                  <a:pt x="196160" y="647024"/>
                </a:lnTo>
                <a:lnTo>
                  <a:pt x="210511" y="646220"/>
                </a:lnTo>
                <a:lnTo>
                  <a:pt x="252080" y="645759"/>
                </a:lnTo>
                <a:lnTo>
                  <a:pt x="253706" y="644921"/>
                </a:lnTo>
                <a:lnTo>
                  <a:pt x="254463" y="643304"/>
                </a:lnTo>
                <a:lnTo>
                  <a:pt x="255101" y="635369"/>
                </a:lnTo>
                <a:lnTo>
                  <a:pt x="255150" y="613770"/>
                </a:lnTo>
                <a:lnTo>
                  <a:pt x="252951" y="611051"/>
                </a:lnTo>
                <a:lnTo>
                  <a:pt x="201246" y="611042"/>
                </a:lnTo>
                <a:lnTo>
                  <a:pt x="186879" y="611630"/>
                </a:lnTo>
                <a:close/>
                <a:moveTo>
                  <a:pt x="274416" y="611456"/>
                </a:moveTo>
                <a:lnTo>
                  <a:pt x="272796" y="613018"/>
                </a:lnTo>
                <a:lnTo>
                  <a:pt x="272544" y="623525"/>
                </a:lnTo>
                <a:lnTo>
                  <a:pt x="273358" y="764952"/>
                </a:lnTo>
                <a:lnTo>
                  <a:pt x="274762" y="768669"/>
                </a:lnTo>
                <a:lnTo>
                  <a:pt x="275574" y="769522"/>
                </a:lnTo>
                <a:lnTo>
                  <a:pt x="277241" y="770017"/>
                </a:lnTo>
                <a:lnTo>
                  <a:pt x="306940" y="770471"/>
                </a:lnTo>
                <a:lnTo>
                  <a:pt x="308962" y="768540"/>
                </a:lnTo>
                <a:lnTo>
                  <a:pt x="309423" y="765507"/>
                </a:lnTo>
                <a:lnTo>
                  <a:pt x="309684" y="720512"/>
                </a:lnTo>
                <a:lnTo>
                  <a:pt x="310035" y="715847"/>
                </a:lnTo>
                <a:lnTo>
                  <a:pt x="310708" y="713665"/>
                </a:lnTo>
                <a:lnTo>
                  <a:pt x="311792" y="712822"/>
                </a:lnTo>
                <a:lnTo>
                  <a:pt x="313570" y="712684"/>
                </a:lnTo>
                <a:lnTo>
                  <a:pt x="362888" y="711966"/>
                </a:lnTo>
                <a:lnTo>
                  <a:pt x="374739" y="711277"/>
                </a:lnTo>
                <a:lnTo>
                  <a:pt x="380189" y="710384"/>
                </a:lnTo>
                <a:lnTo>
                  <a:pt x="388813" y="708006"/>
                </a:lnTo>
                <a:lnTo>
                  <a:pt x="394509" y="705525"/>
                </a:lnTo>
                <a:lnTo>
                  <a:pt x="399337" y="702350"/>
                </a:lnTo>
                <a:lnTo>
                  <a:pt x="403367" y="698425"/>
                </a:lnTo>
                <a:lnTo>
                  <a:pt x="406668" y="693694"/>
                </a:lnTo>
                <a:lnTo>
                  <a:pt x="409619" y="687293"/>
                </a:lnTo>
                <a:lnTo>
                  <a:pt x="410603" y="683413"/>
                </a:lnTo>
                <a:lnTo>
                  <a:pt x="411306" y="670451"/>
                </a:lnTo>
                <a:lnTo>
                  <a:pt x="411075" y="638823"/>
                </a:lnTo>
                <a:lnTo>
                  <a:pt x="406850" y="629616"/>
                </a:lnTo>
                <a:lnTo>
                  <a:pt x="404767" y="626473"/>
                </a:lnTo>
                <a:lnTo>
                  <a:pt x="399574" y="621028"/>
                </a:lnTo>
                <a:lnTo>
                  <a:pt x="393041" y="616724"/>
                </a:lnTo>
                <a:lnTo>
                  <a:pt x="389280" y="615007"/>
                </a:lnTo>
                <a:lnTo>
                  <a:pt x="380792" y="612457"/>
                </a:lnTo>
                <a:lnTo>
                  <a:pt x="371550" y="611359"/>
                </a:lnTo>
                <a:lnTo>
                  <a:pt x="351358" y="610973"/>
                </a:lnTo>
                <a:lnTo>
                  <a:pt x="295922" y="610874"/>
                </a:lnTo>
                <a:lnTo>
                  <a:pt x="274416" y="611456"/>
                </a:lnTo>
                <a:close/>
                <a:moveTo>
                  <a:pt x="363111" y="646344"/>
                </a:moveTo>
                <a:lnTo>
                  <a:pt x="367659" y="647658"/>
                </a:lnTo>
                <a:lnTo>
                  <a:pt x="370814" y="649231"/>
                </a:lnTo>
                <a:lnTo>
                  <a:pt x="372931" y="651260"/>
                </a:lnTo>
                <a:lnTo>
                  <a:pt x="374914" y="654560"/>
                </a:lnTo>
                <a:lnTo>
                  <a:pt x="374914" y="668445"/>
                </a:lnTo>
                <a:lnTo>
                  <a:pt x="371855" y="672286"/>
                </a:lnTo>
                <a:lnTo>
                  <a:pt x="366641" y="675851"/>
                </a:lnTo>
                <a:lnTo>
                  <a:pt x="311966" y="676198"/>
                </a:lnTo>
                <a:lnTo>
                  <a:pt x="309536" y="673074"/>
                </a:lnTo>
                <a:lnTo>
                  <a:pt x="309778" y="650998"/>
                </a:lnTo>
                <a:lnTo>
                  <a:pt x="310517" y="647606"/>
                </a:lnTo>
                <a:lnTo>
                  <a:pt x="312024" y="646228"/>
                </a:lnTo>
                <a:lnTo>
                  <a:pt x="346065" y="645502"/>
                </a:lnTo>
                <a:lnTo>
                  <a:pt x="357749" y="645701"/>
                </a:lnTo>
                <a:lnTo>
                  <a:pt x="363111" y="646344"/>
                </a:lnTo>
                <a:close/>
                <a:moveTo>
                  <a:pt x="578514" y="611861"/>
                </a:moveTo>
                <a:lnTo>
                  <a:pt x="577125" y="612960"/>
                </a:lnTo>
                <a:lnTo>
                  <a:pt x="576985" y="742967"/>
                </a:lnTo>
                <a:lnTo>
                  <a:pt x="577205" y="760286"/>
                </a:lnTo>
                <a:lnTo>
                  <a:pt x="578242" y="769289"/>
                </a:lnTo>
                <a:lnTo>
                  <a:pt x="579613" y="770100"/>
                </a:lnTo>
                <a:lnTo>
                  <a:pt x="581988" y="770271"/>
                </a:lnTo>
                <a:lnTo>
                  <a:pt x="605980" y="770524"/>
                </a:lnTo>
                <a:lnTo>
                  <a:pt x="609592" y="769872"/>
                </a:lnTo>
                <a:lnTo>
                  <a:pt x="612418" y="767670"/>
                </a:lnTo>
                <a:lnTo>
                  <a:pt x="612717" y="660637"/>
                </a:lnTo>
                <a:lnTo>
                  <a:pt x="612939" y="648485"/>
                </a:lnTo>
                <a:lnTo>
                  <a:pt x="613727" y="647016"/>
                </a:lnTo>
                <a:lnTo>
                  <a:pt x="618355" y="645852"/>
                </a:lnTo>
                <a:lnTo>
                  <a:pt x="626262" y="645557"/>
                </a:lnTo>
                <a:lnTo>
                  <a:pt x="682714" y="645476"/>
                </a:lnTo>
                <a:lnTo>
                  <a:pt x="686301" y="648716"/>
                </a:lnTo>
                <a:lnTo>
                  <a:pt x="686361" y="736196"/>
                </a:lnTo>
                <a:lnTo>
                  <a:pt x="686880" y="767150"/>
                </a:lnTo>
                <a:lnTo>
                  <a:pt x="691104" y="770448"/>
                </a:lnTo>
                <a:lnTo>
                  <a:pt x="711857" y="770391"/>
                </a:lnTo>
                <a:lnTo>
                  <a:pt x="720190" y="769898"/>
                </a:lnTo>
                <a:lnTo>
                  <a:pt x="722636" y="766745"/>
                </a:lnTo>
                <a:lnTo>
                  <a:pt x="722636" y="613597"/>
                </a:lnTo>
                <a:lnTo>
                  <a:pt x="719801" y="610762"/>
                </a:lnTo>
                <a:lnTo>
                  <a:pt x="579844" y="610762"/>
                </a:lnTo>
                <a:lnTo>
                  <a:pt x="578514" y="611861"/>
                </a:lnTo>
                <a:close/>
                <a:moveTo>
                  <a:pt x="426176" y="613250"/>
                </a:moveTo>
                <a:lnTo>
                  <a:pt x="424580" y="615934"/>
                </a:lnTo>
                <a:lnTo>
                  <a:pt x="424287" y="618878"/>
                </a:lnTo>
                <a:lnTo>
                  <a:pt x="424400" y="668080"/>
                </a:lnTo>
                <a:lnTo>
                  <a:pt x="424917" y="682396"/>
                </a:lnTo>
                <a:lnTo>
                  <a:pt x="426466" y="688917"/>
                </a:lnTo>
                <a:lnTo>
                  <a:pt x="429905" y="694741"/>
                </a:lnTo>
                <a:lnTo>
                  <a:pt x="433259" y="698863"/>
                </a:lnTo>
                <a:lnTo>
                  <a:pt x="437183" y="702408"/>
                </a:lnTo>
                <a:lnTo>
                  <a:pt x="444197" y="706690"/>
                </a:lnTo>
                <a:lnTo>
                  <a:pt x="456553" y="710922"/>
                </a:lnTo>
                <a:lnTo>
                  <a:pt x="469672" y="712016"/>
                </a:lnTo>
                <a:lnTo>
                  <a:pt x="521640" y="712880"/>
                </a:lnTo>
                <a:lnTo>
                  <a:pt x="523970" y="713732"/>
                </a:lnTo>
                <a:lnTo>
                  <a:pt x="524866" y="714934"/>
                </a:lnTo>
                <a:lnTo>
                  <a:pt x="525555" y="720009"/>
                </a:lnTo>
                <a:lnTo>
                  <a:pt x="525632" y="728501"/>
                </a:lnTo>
                <a:lnTo>
                  <a:pt x="520786" y="734039"/>
                </a:lnTo>
                <a:lnTo>
                  <a:pt x="516933" y="735703"/>
                </a:lnTo>
                <a:lnTo>
                  <a:pt x="503407" y="736750"/>
                </a:lnTo>
                <a:lnTo>
                  <a:pt x="444856" y="737049"/>
                </a:lnTo>
                <a:lnTo>
                  <a:pt x="434343" y="737368"/>
                </a:lnTo>
                <a:lnTo>
                  <a:pt x="432875" y="737828"/>
                </a:lnTo>
                <a:lnTo>
                  <a:pt x="431727" y="739017"/>
                </a:lnTo>
                <a:lnTo>
                  <a:pt x="431007" y="741251"/>
                </a:lnTo>
                <a:lnTo>
                  <a:pt x="430521" y="747663"/>
                </a:lnTo>
                <a:lnTo>
                  <a:pt x="430733" y="766494"/>
                </a:lnTo>
                <a:lnTo>
                  <a:pt x="431232" y="769303"/>
                </a:lnTo>
                <a:lnTo>
                  <a:pt x="432109" y="770801"/>
                </a:lnTo>
                <a:lnTo>
                  <a:pt x="434245" y="771677"/>
                </a:lnTo>
                <a:lnTo>
                  <a:pt x="445833" y="772039"/>
                </a:lnTo>
                <a:lnTo>
                  <a:pt x="525054" y="772183"/>
                </a:lnTo>
                <a:lnTo>
                  <a:pt x="541181" y="767215"/>
                </a:lnTo>
                <a:lnTo>
                  <a:pt x="547803" y="763417"/>
                </a:lnTo>
                <a:lnTo>
                  <a:pt x="551727" y="759968"/>
                </a:lnTo>
                <a:lnTo>
                  <a:pt x="556303" y="754241"/>
                </a:lnTo>
                <a:lnTo>
                  <a:pt x="559198" y="748013"/>
                </a:lnTo>
                <a:lnTo>
                  <a:pt x="560751" y="741288"/>
                </a:lnTo>
                <a:lnTo>
                  <a:pt x="560847" y="635416"/>
                </a:lnTo>
                <a:lnTo>
                  <a:pt x="560592" y="621212"/>
                </a:lnTo>
                <a:lnTo>
                  <a:pt x="559458" y="613576"/>
                </a:lnTo>
                <a:lnTo>
                  <a:pt x="556720" y="612321"/>
                </a:lnTo>
                <a:lnTo>
                  <a:pt x="542960" y="611904"/>
                </a:lnTo>
                <a:lnTo>
                  <a:pt x="529312" y="612321"/>
                </a:lnTo>
                <a:lnTo>
                  <a:pt x="528120" y="612555"/>
                </a:lnTo>
                <a:lnTo>
                  <a:pt x="526810" y="613626"/>
                </a:lnTo>
                <a:lnTo>
                  <a:pt x="525748" y="618218"/>
                </a:lnTo>
                <a:lnTo>
                  <a:pt x="525479" y="625348"/>
                </a:lnTo>
                <a:lnTo>
                  <a:pt x="525516" y="674405"/>
                </a:lnTo>
                <a:lnTo>
                  <a:pt x="523908" y="676100"/>
                </a:lnTo>
                <a:lnTo>
                  <a:pt x="520767" y="677173"/>
                </a:lnTo>
                <a:lnTo>
                  <a:pt x="516364" y="677541"/>
                </a:lnTo>
                <a:lnTo>
                  <a:pt x="476801" y="677934"/>
                </a:lnTo>
                <a:lnTo>
                  <a:pt x="468200" y="675824"/>
                </a:lnTo>
                <a:lnTo>
                  <a:pt x="464781" y="674383"/>
                </a:lnTo>
                <a:lnTo>
                  <a:pt x="462212" y="671289"/>
                </a:lnTo>
                <a:lnTo>
                  <a:pt x="460108" y="666046"/>
                </a:lnTo>
                <a:lnTo>
                  <a:pt x="459586" y="661193"/>
                </a:lnTo>
                <a:lnTo>
                  <a:pt x="461172" y="651797"/>
                </a:lnTo>
                <a:lnTo>
                  <a:pt x="461513" y="626799"/>
                </a:lnTo>
                <a:lnTo>
                  <a:pt x="461179" y="618428"/>
                </a:lnTo>
                <a:lnTo>
                  <a:pt x="460034" y="614806"/>
                </a:lnTo>
                <a:lnTo>
                  <a:pt x="456782" y="612208"/>
                </a:lnTo>
                <a:lnTo>
                  <a:pt x="427564" y="611861"/>
                </a:lnTo>
                <a:lnTo>
                  <a:pt x="426176" y="613250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hero: КОМПЛЕКСНОЕ"/>
          <p:cNvSpPr txBox="1"/>
          <p:nvPr/>
        </p:nvSpPr>
        <p:spPr>
          <a:xfrm>
            <a:off x="576000" y="7895540"/>
            <a:ext cx="6624000" cy="1270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 spc="-80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КОМПЛЕКСНОЕ</a:t>
            </a:r>
          </a:p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 i="0" spc="-80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СТРОИТЕЛЬСТВО</a:t>
            </a:r>
          </a:p>
        </p:txBody>
      </p:sp>
      <p:sp>
        <p:nvSpPr>
          <p:cNvPr id="6" name="marker"/>
          <p:cNvSpPr/>
          <p:nvPr/>
        </p:nvSpPr>
        <p:spPr>
          <a:xfrm>
            <a:off x="576000" y="7487280"/>
            <a:ext cx="1080000" cy="432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ag: #2025"/>
          <p:cNvSpPr txBox="1"/>
          <p:nvPr/>
        </p:nvSpPr>
        <p:spPr>
          <a:xfrm>
            <a:off x="576000" y="9315242"/>
            <a:ext cx="2160000" cy="1816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spc="22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#2025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image" descr="3fb66226a20d9fa7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936000"/>
            <a:ext cx="758592" cy="864000"/>
          </a:xfrm>
          <a:prstGeom prst="rect">
            <a:avLst/>
          </a:prstGeom>
        </p:spPr>
      </p:pic>
      <p:sp>
        <p:nvSpPr>
          <p:cNvPr id="4" name="logo"/>
          <p:cNvSpPr/>
          <p:nvPr/>
        </p:nvSpPr>
        <p:spPr>
          <a:xfrm>
            <a:off x="1649100" y="1110871"/>
            <a:ext cx="1646620" cy="520204"/>
          </a:xfrm>
          <a:custGeom>
            <a:avLst/>
            <a:gdLst/>
            <a:ahLst/>
            <a:cxnLst/>
            <a:rect l="0" t="0" r="r" b="b"/>
            <a:pathLst>
              <a:path w="1646620" h="520204">
                <a:moveTo>
                  <a:pt x="609393" y="0"/>
                </a:moveTo>
                <a:lnTo>
                  <a:pt x="584939" y="1448"/>
                </a:lnTo>
                <a:lnTo>
                  <a:pt x="580492" y="3909"/>
                </a:lnTo>
                <a:lnTo>
                  <a:pt x="573583" y="5926"/>
                </a:lnTo>
                <a:lnTo>
                  <a:pt x="563972" y="11543"/>
                </a:lnTo>
                <a:lnTo>
                  <a:pt x="548610" y="23915"/>
                </a:lnTo>
                <a:lnTo>
                  <a:pt x="540049" y="34072"/>
                </a:lnTo>
                <a:lnTo>
                  <a:pt x="531977" y="46766"/>
                </a:lnTo>
                <a:lnTo>
                  <a:pt x="530908" y="50760"/>
                </a:lnTo>
                <a:lnTo>
                  <a:pt x="524236" y="64450"/>
                </a:lnTo>
                <a:lnTo>
                  <a:pt x="522869" y="71455"/>
                </a:lnTo>
                <a:lnTo>
                  <a:pt x="520130" y="77715"/>
                </a:lnTo>
                <a:lnTo>
                  <a:pt x="518939" y="86822"/>
                </a:lnTo>
                <a:lnTo>
                  <a:pt x="516453" y="95396"/>
                </a:lnTo>
                <a:lnTo>
                  <a:pt x="515601" y="118049"/>
                </a:lnTo>
                <a:lnTo>
                  <a:pt x="515802" y="165840"/>
                </a:lnTo>
                <a:lnTo>
                  <a:pt x="516712" y="171895"/>
                </a:lnTo>
                <a:lnTo>
                  <a:pt x="518917" y="177843"/>
                </a:lnTo>
                <a:lnTo>
                  <a:pt x="520241" y="188557"/>
                </a:lnTo>
                <a:lnTo>
                  <a:pt x="528184" y="209631"/>
                </a:lnTo>
                <a:lnTo>
                  <a:pt x="541474" y="233373"/>
                </a:lnTo>
                <a:lnTo>
                  <a:pt x="556279" y="248489"/>
                </a:lnTo>
                <a:lnTo>
                  <a:pt x="579251" y="261448"/>
                </a:lnTo>
                <a:lnTo>
                  <a:pt x="588823" y="262265"/>
                </a:lnTo>
                <a:lnTo>
                  <a:pt x="594526" y="265383"/>
                </a:lnTo>
                <a:lnTo>
                  <a:pt x="630636" y="265438"/>
                </a:lnTo>
                <a:lnTo>
                  <a:pt x="639303" y="262527"/>
                </a:lnTo>
                <a:lnTo>
                  <a:pt x="649374" y="261443"/>
                </a:lnTo>
                <a:lnTo>
                  <a:pt x="654656" y="258599"/>
                </a:lnTo>
                <a:lnTo>
                  <a:pt x="661851" y="257315"/>
                </a:lnTo>
                <a:lnTo>
                  <a:pt x="673150" y="249330"/>
                </a:lnTo>
                <a:lnTo>
                  <a:pt x="681164" y="240296"/>
                </a:lnTo>
                <a:lnTo>
                  <a:pt x="688772" y="229689"/>
                </a:lnTo>
                <a:lnTo>
                  <a:pt x="697527" y="213299"/>
                </a:lnTo>
                <a:lnTo>
                  <a:pt x="700496" y="209303"/>
                </a:lnTo>
                <a:lnTo>
                  <a:pt x="707201" y="203251"/>
                </a:lnTo>
                <a:lnTo>
                  <a:pt x="712448" y="201967"/>
                </a:lnTo>
                <a:lnTo>
                  <a:pt x="721714" y="197890"/>
                </a:lnTo>
                <a:lnTo>
                  <a:pt x="723443" y="196173"/>
                </a:lnTo>
                <a:lnTo>
                  <a:pt x="723859" y="193286"/>
                </a:lnTo>
                <a:lnTo>
                  <a:pt x="721426" y="190776"/>
                </a:lnTo>
                <a:lnTo>
                  <a:pt x="711875" y="190307"/>
                </a:lnTo>
                <a:lnTo>
                  <a:pt x="633819" y="190579"/>
                </a:lnTo>
                <a:lnTo>
                  <a:pt x="631832" y="192062"/>
                </a:lnTo>
                <a:lnTo>
                  <a:pt x="630901" y="194359"/>
                </a:lnTo>
                <a:lnTo>
                  <a:pt x="632221" y="197972"/>
                </a:lnTo>
                <a:lnTo>
                  <a:pt x="643839" y="199653"/>
                </a:lnTo>
                <a:lnTo>
                  <a:pt x="652320" y="203349"/>
                </a:lnTo>
                <a:lnTo>
                  <a:pt x="655536" y="205839"/>
                </a:lnTo>
                <a:lnTo>
                  <a:pt x="657807" y="209818"/>
                </a:lnTo>
                <a:lnTo>
                  <a:pt x="659568" y="216420"/>
                </a:lnTo>
                <a:lnTo>
                  <a:pt x="659521" y="220385"/>
                </a:lnTo>
                <a:lnTo>
                  <a:pt x="657044" y="228381"/>
                </a:lnTo>
                <a:lnTo>
                  <a:pt x="652266" y="237488"/>
                </a:lnTo>
                <a:lnTo>
                  <a:pt x="645392" y="245663"/>
                </a:lnTo>
                <a:lnTo>
                  <a:pt x="636665" y="252184"/>
                </a:lnTo>
                <a:lnTo>
                  <a:pt x="629011" y="253742"/>
                </a:lnTo>
                <a:lnTo>
                  <a:pt x="623664" y="256423"/>
                </a:lnTo>
                <a:lnTo>
                  <a:pt x="606478" y="256912"/>
                </a:lnTo>
                <a:lnTo>
                  <a:pt x="600081" y="253883"/>
                </a:lnTo>
                <a:lnTo>
                  <a:pt x="593099" y="252487"/>
                </a:lnTo>
                <a:lnTo>
                  <a:pt x="585695" y="246637"/>
                </a:lnTo>
                <a:lnTo>
                  <a:pt x="577785" y="237370"/>
                </a:lnTo>
                <a:lnTo>
                  <a:pt x="572256" y="228467"/>
                </a:lnTo>
                <a:lnTo>
                  <a:pt x="571142" y="222373"/>
                </a:lnTo>
                <a:lnTo>
                  <a:pt x="568316" y="216464"/>
                </a:lnTo>
                <a:lnTo>
                  <a:pt x="567150" y="205985"/>
                </a:lnTo>
                <a:lnTo>
                  <a:pt x="564174" y="196226"/>
                </a:lnTo>
                <a:lnTo>
                  <a:pt x="560665" y="162743"/>
                </a:lnTo>
                <a:lnTo>
                  <a:pt x="559919" y="131864"/>
                </a:lnTo>
                <a:lnTo>
                  <a:pt x="560400" y="125717"/>
                </a:lnTo>
                <a:lnTo>
                  <a:pt x="561385" y="123480"/>
                </a:lnTo>
                <a:lnTo>
                  <a:pt x="572842" y="113122"/>
                </a:lnTo>
                <a:lnTo>
                  <a:pt x="581145" y="108647"/>
                </a:lnTo>
                <a:lnTo>
                  <a:pt x="586851" y="107365"/>
                </a:lnTo>
                <a:lnTo>
                  <a:pt x="590249" y="104905"/>
                </a:lnTo>
                <a:lnTo>
                  <a:pt x="600018" y="104111"/>
                </a:lnTo>
                <a:lnTo>
                  <a:pt x="607838" y="102247"/>
                </a:lnTo>
                <a:lnTo>
                  <a:pt x="631830" y="104566"/>
                </a:lnTo>
                <a:lnTo>
                  <a:pt x="640913" y="109441"/>
                </a:lnTo>
                <a:lnTo>
                  <a:pt x="648424" y="116198"/>
                </a:lnTo>
                <a:lnTo>
                  <a:pt x="653057" y="124319"/>
                </a:lnTo>
                <a:lnTo>
                  <a:pt x="654267" y="136801"/>
                </a:lnTo>
                <a:lnTo>
                  <a:pt x="652975" y="143008"/>
                </a:lnTo>
                <a:lnTo>
                  <a:pt x="650537" y="145606"/>
                </a:lnTo>
                <a:lnTo>
                  <a:pt x="627633" y="151667"/>
                </a:lnTo>
                <a:lnTo>
                  <a:pt x="626738" y="153359"/>
                </a:lnTo>
                <a:lnTo>
                  <a:pt x="626998" y="155160"/>
                </a:lnTo>
                <a:lnTo>
                  <a:pt x="629881" y="158398"/>
                </a:lnTo>
                <a:lnTo>
                  <a:pt x="644951" y="159278"/>
                </a:lnTo>
                <a:lnTo>
                  <a:pt x="711935" y="159215"/>
                </a:lnTo>
                <a:lnTo>
                  <a:pt x="716141" y="157878"/>
                </a:lnTo>
                <a:lnTo>
                  <a:pt x="718398" y="152849"/>
                </a:lnTo>
                <a:lnTo>
                  <a:pt x="717002" y="151330"/>
                </a:lnTo>
                <a:lnTo>
                  <a:pt x="709758" y="149428"/>
                </a:lnTo>
                <a:lnTo>
                  <a:pt x="703883" y="146428"/>
                </a:lnTo>
                <a:lnTo>
                  <a:pt x="698896" y="142017"/>
                </a:lnTo>
                <a:lnTo>
                  <a:pt x="695214" y="137683"/>
                </a:lnTo>
                <a:lnTo>
                  <a:pt x="690809" y="130480"/>
                </a:lnTo>
                <a:lnTo>
                  <a:pt x="688799" y="124575"/>
                </a:lnTo>
                <a:lnTo>
                  <a:pt x="685054" y="118078"/>
                </a:lnTo>
                <a:lnTo>
                  <a:pt x="674814" y="106658"/>
                </a:lnTo>
                <a:lnTo>
                  <a:pt x="664986" y="99873"/>
                </a:lnTo>
                <a:lnTo>
                  <a:pt x="659463" y="98921"/>
                </a:lnTo>
                <a:lnTo>
                  <a:pt x="655197" y="96033"/>
                </a:lnTo>
                <a:lnTo>
                  <a:pt x="642590" y="94963"/>
                </a:lnTo>
                <a:lnTo>
                  <a:pt x="635866" y="92946"/>
                </a:lnTo>
                <a:lnTo>
                  <a:pt x="628906" y="92015"/>
                </a:lnTo>
                <a:lnTo>
                  <a:pt x="599273" y="91990"/>
                </a:lnTo>
                <a:lnTo>
                  <a:pt x="592391" y="95006"/>
                </a:lnTo>
                <a:lnTo>
                  <a:pt x="582259" y="95930"/>
                </a:lnTo>
                <a:lnTo>
                  <a:pt x="578398" y="98586"/>
                </a:lnTo>
                <a:lnTo>
                  <a:pt x="572539" y="100737"/>
                </a:lnTo>
                <a:lnTo>
                  <a:pt x="564962" y="106448"/>
                </a:lnTo>
                <a:lnTo>
                  <a:pt x="562947" y="106329"/>
                </a:lnTo>
                <a:lnTo>
                  <a:pt x="561235" y="104570"/>
                </a:lnTo>
                <a:lnTo>
                  <a:pt x="560949" y="101702"/>
                </a:lnTo>
                <a:lnTo>
                  <a:pt x="564378" y="68304"/>
                </a:lnTo>
                <a:lnTo>
                  <a:pt x="567276" y="56786"/>
                </a:lnTo>
                <a:lnTo>
                  <a:pt x="568422" y="48440"/>
                </a:lnTo>
                <a:lnTo>
                  <a:pt x="571451" y="43041"/>
                </a:lnTo>
                <a:lnTo>
                  <a:pt x="572593" y="37641"/>
                </a:lnTo>
                <a:lnTo>
                  <a:pt x="576898" y="29370"/>
                </a:lnTo>
                <a:lnTo>
                  <a:pt x="582590" y="21521"/>
                </a:lnTo>
                <a:lnTo>
                  <a:pt x="589614" y="15144"/>
                </a:lnTo>
                <a:lnTo>
                  <a:pt x="597125" y="10649"/>
                </a:lnTo>
                <a:lnTo>
                  <a:pt x="603633" y="9874"/>
                </a:lnTo>
                <a:lnTo>
                  <a:pt x="631997" y="9800"/>
                </a:lnTo>
                <a:lnTo>
                  <a:pt x="635514" y="12953"/>
                </a:lnTo>
                <a:lnTo>
                  <a:pt x="643258" y="17495"/>
                </a:lnTo>
                <a:lnTo>
                  <a:pt x="652999" y="27647"/>
                </a:lnTo>
                <a:lnTo>
                  <a:pt x="656902" y="35192"/>
                </a:lnTo>
                <a:lnTo>
                  <a:pt x="658694" y="47903"/>
                </a:lnTo>
                <a:lnTo>
                  <a:pt x="656884" y="58941"/>
                </a:lnTo>
                <a:lnTo>
                  <a:pt x="649151" y="63463"/>
                </a:lnTo>
                <a:lnTo>
                  <a:pt x="634615" y="64653"/>
                </a:lnTo>
                <a:lnTo>
                  <a:pt x="631205" y="68796"/>
                </a:lnTo>
                <a:lnTo>
                  <a:pt x="631128" y="70961"/>
                </a:lnTo>
                <a:lnTo>
                  <a:pt x="631900" y="71995"/>
                </a:lnTo>
                <a:lnTo>
                  <a:pt x="652643" y="72826"/>
                </a:lnTo>
                <a:lnTo>
                  <a:pt x="712933" y="72650"/>
                </a:lnTo>
                <a:lnTo>
                  <a:pt x="722756" y="72243"/>
                </a:lnTo>
                <a:lnTo>
                  <a:pt x="724375" y="69867"/>
                </a:lnTo>
                <a:lnTo>
                  <a:pt x="722986" y="67044"/>
                </a:lnTo>
                <a:lnTo>
                  <a:pt x="720293" y="64459"/>
                </a:lnTo>
                <a:lnTo>
                  <a:pt x="711443" y="63576"/>
                </a:lnTo>
                <a:lnTo>
                  <a:pt x="701242" y="56817"/>
                </a:lnTo>
                <a:lnTo>
                  <a:pt x="694501" y="46721"/>
                </a:lnTo>
                <a:lnTo>
                  <a:pt x="687084" y="32397"/>
                </a:lnTo>
                <a:lnTo>
                  <a:pt x="677770" y="19700"/>
                </a:lnTo>
                <a:lnTo>
                  <a:pt x="673654" y="15753"/>
                </a:lnTo>
                <a:lnTo>
                  <a:pt x="664215" y="9233"/>
                </a:lnTo>
                <a:lnTo>
                  <a:pt x="660356" y="7885"/>
                </a:lnTo>
                <a:lnTo>
                  <a:pt x="656805" y="5478"/>
                </a:lnTo>
                <a:lnTo>
                  <a:pt x="647657" y="4407"/>
                </a:lnTo>
                <a:lnTo>
                  <a:pt x="641495" y="1360"/>
                </a:lnTo>
                <a:lnTo>
                  <a:pt x="609393" y="0"/>
                </a:lnTo>
                <a:close/>
                <a:moveTo>
                  <a:pt x="104136" y="443"/>
                </a:moveTo>
                <a:lnTo>
                  <a:pt x="80653" y="1507"/>
                </a:lnTo>
                <a:lnTo>
                  <a:pt x="74946" y="4272"/>
                </a:lnTo>
                <a:lnTo>
                  <a:pt x="67491" y="5507"/>
                </a:lnTo>
                <a:lnTo>
                  <a:pt x="59376" y="9900"/>
                </a:lnTo>
                <a:lnTo>
                  <a:pt x="51735" y="15859"/>
                </a:lnTo>
                <a:lnTo>
                  <a:pt x="41844" y="26374"/>
                </a:lnTo>
                <a:lnTo>
                  <a:pt x="36282" y="33989"/>
                </a:lnTo>
                <a:lnTo>
                  <a:pt x="33985" y="39204"/>
                </a:lnTo>
                <a:lnTo>
                  <a:pt x="31395" y="42172"/>
                </a:lnTo>
                <a:lnTo>
                  <a:pt x="29789" y="47569"/>
                </a:lnTo>
                <a:lnTo>
                  <a:pt x="22592" y="56811"/>
                </a:lnTo>
                <a:lnTo>
                  <a:pt x="13756" y="63289"/>
                </a:lnTo>
                <a:lnTo>
                  <a:pt x="2593" y="64856"/>
                </a:lnTo>
                <a:lnTo>
                  <a:pt x="737" y="66643"/>
                </a:lnTo>
                <a:lnTo>
                  <a:pt x="0" y="69783"/>
                </a:lnTo>
                <a:lnTo>
                  <a:pt x="1285" y="72116"/>
                </a:lnTo>
                <a:lnTo>
                  <a:pt x="6132" y="72723"/>
                </a:lnTo>
                <a:lnTo>
                  <a:pt x="73198" y="72910"/>
                </a:lnTo>
                <a:lnTo>
                  <a:pt x="92071" y="72144"/>
                </a:lnTo>
                <a:lnTo>
                  <a:pt x="93453" y="69572"/>
                </a:lnTo>
                <a:lnTo>
                  <a:pt x="91691" y="65403"/>
                </a:lnTo>
                <a:lnTo>
                  <a:pt x="89000" y="64416"/>
                </a:lnTo>
                <a:lnTo>
                  <a:pt x="73902" y="62885"/>
                </a:lnTo>
                <a:lnTo>
                  <a:pt x="67910" y="58382"/>
                </a:lnTo>
                <a:lnTo>
                  <a:pt x="64206" y="50251"/>
                </a:lnTo>
                <a:lnTo>
                  <a:pt x="64359" y="47594"/>
                </a:lnTo>
                <a:lnTo>
                  <a:pt x="66578" y="42154"/>
                </a:lnTo>
                <a:lnTo>
                  <a:pt x="69203" y="31615"/>
                </a:lnTo>
                <a:lnTo>
                  <a:pt x="73341" y="25798"/>
                </a:lnTo>
                <a:lnTo>
                  <a:pt x="79451" y="19285"/>
                </a:lnTo>
                <a:lnTo>
                  <a:pt x="85726" y="14257"/>
                </a:lnTo>
                <a:lnTo>
                  <a:pt x="89671" y="13198"/>
                </a:lnTo>
                <a:lnTo>
                  <a:pt x="94397" y="10313"/>
                </a:lnTo>
                <a:lnTo>
                  <a:pt x="125946" y="9960"/>
                </a:lnTo>
                <a:lnTo>
                  <a:pt x="128490" y="10533"/>
                </a:lnTo>
                <a:lnTo>
                  <a:pt x="136473" y="16362"/>
                </a:lnTo>
                <a:lnTo>
                  <a:pt x="143587" y="22845"/>
                </a:lnTo>
                <a:lnTo>
                  <a:pt x="148151" y="29111"/>
                </a:lnTo>
                <a:lnTo>
                  <a:pt x="150015" y="34564"/>
                </a:lnTo>
                <a:lnTo>
                  <a:pt x="152631" y="38848"/>
                </a:lnTo>
                <a:lnTo>
                  <a:pt x="153763" y="45041"/>
                </a:lnTo>
                <a:lnTo>
                  <a:pt x="156576" y="50667"/>
                </a:lnTo>
                <a:lnTo>
                  <a:pt x="157518" y="58922"/>
                </a:lnTo>
                <a:lnTo>
                  <a:pt x="160251" y="65154"/>
                </a:lnTo>
                <a:lnTo>
                  <a:pt x="161624" y="88580"/>
                </a:lnTo>
                <a:lnTo>
                  <a:pt x="163934" y="96162"/>
                </a:lnTo>
                <a:lnTo>
                  <a:pt x="164642" y="101997"/>
                </a:lnTo>
                <a:lnTo>
                  <a:pt x="164921" y="121109"/>
                </a:lnTo>
                <a:lnTo>
                  <a:pt x="164057" y="125442"/>
                </a:lnTo>
                <a:lnTo>
                  <a:pt x="162691" y="126373"/>
                </a:lnTo>
                <a:lnTo>
                  <a:pt x="155573" y="126850"/>
                </a:lnTo>
                <a:lnTo>
                  <a:pt x="51813" y="127391"/>
                </a:lnTo>
                <a:lnTo>
                  <a:pt x="47191" y="128328"/>
                </a:lnTo>
                <a:lnTo>
                  <a:pt x="46654" y="133769"/>
                </a:lnTo>
                <a:lnTo>
                  <a:pt x="48734" y="135102"/>
                </a:lnTo>
                <a:lnTo>
                  <a:pt x="56626" y="135712"/>
                </a:lnTo>
                <a:lnTo>
                  <a:pt x="156678" y="136112"/>
                </a:lnTo>
                <a:lnTo>
                  <a:pt x="161011" y="136693"/>
                </a:lnTo>
                <a:lnTo>
                  <a:pt x="163224" y="138297"/>
                </a:lnTo>
                <a:lnTo>
                  <a:pt x="164748" y="142294"/>
                </a:lnTo>
                <a:lnTo>
                  <a:pt x="164560" y="152513"/>
                </a:lnTo>
                <a:lnTo>
                  <a:pt x="163709" y="163823"/>
                </a:lnTo>
                <a:lnTo>
                  <a:pt x="161544" y="174119"/>
                </a:lnTo>
                <a:lnTo>
                  <a:pt x="160559" y="194673"/>
                </a:lnTo>
                <a:lnTo>
                  <a:pt x="157629" y="202423"/>
                </a:lnTo>
                <a:lnTo>
                  <a:pt x="156444" y="214658"/>
                </a:lnTo>
                <a:lnTo>
                  <a:pt x="153831" y="219271"/>
                </a:lnTo>
                <a:lnTo>
                  <a:pt x="152452" y="224688"/>
                </a:lnTo>
                <a:lnTo>
                  <a:pt x="149959" y="229280"/>
                </a:lnTo>
                <a:lnTo>
                  <a:pt x="147840" y="235706"/>
                </a:lnTo>
                <a:lnTo>
                  <a:pt x="139091" y="246892"/>
                </a:lnTo>
                <a:lnTo>
                  <a:pt x="131474" y="252511"/>
                </a:lnTo>
                <a:lnTo>
                  <a:pt x="119058" y="256580"/>
                </a:lnTo>
                <a:lnTo>
                  <a:pt x="100723" y="256657"/>
                </a:lnTo>
                <a:lnTo>
                  <a:pt x="96202" y="253669"/>
                </a:lnTo>
                <a:lnTo>
                  <a:pt x="88772" y="252628"/>
                </a:lnTo>
                <a:lnTo>
                  <a:pt x="81323" y="247747"/>
                </a:lnTo>
                <a:lnTo>
                  <a:pt x="77150" y="243783"/>
                </a:lnTo>
                <a:lnTo>
                  <a:pt x="68303" y="231642"/>
                </a:lnTo>
                <a:lnTo>
                  <a:pt x="64711" y="218358"/>
                </a:lnTo>
                <a:lnTo>
                  <a:pt x="65218" y="213161"/>
                </a:lnTo>
                <a:lnTo>
                  <a:pt x="69926" y="204370"/>
                </a:lnTo>
                <a:lnTo>
                  <a:pt x="79432" y="199688"/>
                </a:lnTo>
                <a:lnTo>
                  <a:pt x="90969" y="198570"/>
                </a:lnTo>
                <a:lnTo>
                  <a:pt x="93670" y="197428"/>
                </a:lnTo>
                <a:lnTo>
                  <a:pt x="93806" y="194269"/>
                </a:lnTo>
                <a:lnTo>
                  <a:pt x="90692" y="190284"/>
                </a:lnTo>
                <a:lnTo>
                  <a:pt x="3036" y="190284"/>
                </a:lnTo>
                <a:lnTo>
                  <a:pt x="490" y="192234"/>
                </a:lnTo>
                <a:lnTo>
                  <a:pt x="14" y="195402"/>
                </a:lnTo>
                <a:lnTo>
                  <a:pt x="1461" y="197936"/>
                </a:lnTo>
                <a:lnTo>
                  <a:pt x="17150" y="203456"/>
                </a:lnTo>
                <a:lnTo>
                  <a:pt x="20751" y="206138"/>
                </a:lnTo>
                <a:lnTo>
                  <a:pt x="29070" y="216675"/>
                </a:lnTo>
                <a:lnTo>
                  <a:pt x="36430" y="231866"/>
                </a:lnTo>
                <a:lnTo>
                  <a:pt x="40065" y="237153"/>
                </a:lnTo>
                <a:lnTo>
                  <a:pt x="52833" y="250468"/>
                </a:lnTo>
                <a:lnTo>
                  <a:pt x="61651" y="257024"/>
                </a:lnTo>
                <a:lnTo>
                  <a:pt x="71062" y="261111"/>
                </a:lnTo>
                <a:lnTo>
                  <a:pt x="82653" y="262514"/>
                </a:lnTo>
                <a:lnTo>
                  <a:pt x="90830" y="265267"/>
                </a:lnTo>
                <a:lnTo>
                  <a:pt x="129435" y="265352"/>
                </a:lnTo>
                <a:lnTo>
                  <a:pt x="136195" y="262459"/>
                </a:lnTo>
                <a:lnTo>
                  <a:pt x="143982" y="261665"/>
                </a:lnTo>
                <a:lnTo>
                  <a:pt x="149011" y="258556"/>
                </a:lnTo>
                <a:lnTo>
                  <a:pt x="153844" y="257581"/>
                </a:lnTo>
                <a:lnTo>
                  <a:pt x="169535" y="247201"/>
                </a:lnTo>
                <a:lnTo>
                  <a:pt x="177181" y="240223"/>
                </a:lnTo>
                <a:lnTo>
                  <a:pt x="182574" y="233670"/>
                </a:lnTo>
                <a:lnTo>
                  <a:pt x="192407" y="218327"/>
                </a:lnTo>
                <a:lnTo>
                  <a:pt x="196915" y="209286"/>
                </a:lnTo>
                <a:lnTo>
                  <a:pt x="204715" y="186361"/>
                </a:lnTo>
                <a:lnTo>
                  <a:pt x="205939" y="175547"/>
                </a:lnTo>
                <a:lnTo>
                  <a:pt x="208820" y="165277"/>
                </a:lnTo>
                <a:lnTo>
                  <a:pt x="209379" y="124454"/>
                </a:lnTo>
                <a:lnTo>
                  <a:pt x="208739" y="99768"/>
                </a:lnTo>
                <a:lnTo>
                  <a:pt x="205906" y="90641"/>
                </a:lnTo>
                <a:lnTo>
                  <a:pt x="204843" y="78971"/>
                </a:lnTo>
                <a:lnTo>
                  <a:pt x="201974" y="71951"/>
                </a:lnTo>
                <a:lnTo>
                  <a:pt x="200610" y="64032"/>
                </a:lnTo>
                <a:lnTo>
                  <a:pt x="187827" y="38982"/>
                </a:lnTo>
                <a:lnTo>
                  <a:pt x="181239" y="30452"/>
                </a:lnTo>
                <a:lnTo>
                  <a:pt x="171947" y="20683"/>
                </a:lnTo>
                <a:lnTo>
                  <a:pt x="160390" y="10719"/>
                </a:lnTo>
                <a:lnTo>
                  <a:pt x="151008" y="5672"/>
                </a:lnTo>
                <a:lnTo>
                  <a:pt x="142585" y="4309"/>
                </a:lnTo>
                <a:lnTo>
                  <a:pt x="137603" y="1521"/>
                </a:lnTo>
                <a:lnTo>
                  <a:pt x="104136" y="443"/>
                </a:lnTo>
                <a:close/>
                <a:moveTo>
                  <a:pt x="858771" y="936"/>
                </a:moveTo>
                <a:lnTo>
                  <a:pt x="847971" y="1507"/>
                </a:lnTo>
                <a:lnTo>
                  <a:pt x="843543" y="4176"/>
                </a:lnTo>
                <a:lnTo>
                  <a:pt x="836407" y="5671"/>
                </a:lnTo>
                <a:lnTo>
                  <a:pt x="823629" y="14551"/>
                </a:lnTo>
                <a:lnTo>
                  <a:pt x="815921" y="22510"/>
                </a:lnTo>
                <a:lnTo>
                  <a:pt x="809110" y="31640"/>
                </a:lnTo>
                <a:lnTo>
                  <a:pt x="804724" y="39571"/>
                </a:lnTo>
                <a:lnTo>
                  <a:pt x="802478" y="47460"/>
                </a:lnTo>
                <a:lnTo>
                  <a:pt x="800052" y="52452"/>
                </a:lnTo>
                <a:lnTo>
                  <a:pt x="796385" y="69786"/>
                </a:lnTo>
                <a:lnTo>
                  <a:pt x="795793" y="78669"/>
                </a:lnTo>
                <a:lnTo>
                  <a:pt x="794445" y="239969"/>
                </a:lnTo>
                <a:lnTo>
                  <a:pt x="791402" y="247498"/>
                </a:lnTo>
                <a:lnTo>
                  <a:pt x="787211" y="251275"/>
                </a:lnTo>
                <a:lnTo>
                  <a:pt x="783573" y="252717"/>
                </a:lnTo>
                <a:lnTo>
                  <a:pt x="774539" y="253203"/>
                </a:lnTo>
                <a:lnTo>
                  <a:pt x="771991" y="254068"/>
                </a:lnTo>
                <a:lnTo>
                  <a:pt x="770220" y="257917"/>
                </a:lnTo>
                <a:lnTo>
                  <a:pt x="771566" y="260996"/>
                </a:lnTo>
                <a:lnTo>
                  <a:pt x="782261" y="261647"/>
                </a:lnTo>
                <a:lnTo>
                  <a:pt x="845514" y="261837"/>
                </a:lnTo>
                <a:lnTo>
                  <a:pt x="860304" y="261505"/>
                </a:lnTo>
                <a:lnTo>
                  <a:pt x="862133" y="260578"/>
                </a:lnTo>
                <a:lnTo>
                  <a:pt x="863230" y="257511"/>
                </a:lnTo>
                <a:lnTo>
                  <a:pt x="862559" y="254220"/>
                </a:lnTo>
                <a:lnTo>
                  <a:pt x="848742" y="252299"/>
                </a:lnTo>
                <a:lnTo>
                  <a:pt x="841754" y="247476"/>
                </a:lnTo>
                <a:lnTo>
                  <a:pt x="840171" y="244368"/>
                </a:lnTo>
                <a:lnTo>
                  <a:pt x="839337" y="221124"/>
                </a:lnTo>
                <a:lnTo>
                  <a:pt x="839368" y="145077"/>
                </a:lnTo>
                <a:lnTo>
                  <a:pt x="841551" y="143820"/>
                </a:lnTo>
                <a:lnTo>
                  <a:pt x="849498" y="143659"/>
                </a:lnTo>
                <a:lnTo>
                  <a:pt x="862976" y="144110"/>
                </a:lnTo>
                <a:lnTo>
                  <a:pt x="874190" y="145531"/>
                </a:lnTo>
                <a:lnTo>
                  <a:pt x="882834" y="143950"/>
                </a:lnTo>
                <a:lnTo>
                  <a:pt x="896056" y="143525"/>
                </a:lnTo>
                <a:lnTo>
                  <a:pt x="902045" y="140454"/>
                </a:lnTo>
                <a:lnTo>
                  <a:pt x="910347" y="138961"/>
                </a:lnTo>
                <a:lnTo>
                  <a:pt x="916665" y="135271"/>
                </a:lnTo>
                <a:lnTo>
                  <a:pt x="923459" y="129833"/>
                </a:lnTo>
                <a:lnTo>
                  <a:pt x="932071" y="119926"/>
                </a:lnTo>
                <a:lnTo>
                  <a:pt x="937391" y="111372"/>
                </a:lnTo>
                <a:lnTo>
                  <a:pt x="940893" y="101443"/>
                </a:lnTo>
                <a:lnTo>
                  <a:pt x="943518" y="88759"/>
                </a:lnTo>
                <a:lnTo>
                  <a:pt x="944519" y="79412"/>
                </a:lnTo>
                <a:lnTo>
                  <a:pt x="944976" y="68005"/>
                </a:lnTo>
                <a:lnTo>
                  <a:pt x="944244" y="57136"/>
                </a:lnTo>
                <a:lnTo>
                  <a:pt x="941357" y="39295"/>
                </a:lnTo>
                <a:lnTo>
                  <a:pt x="937344" y="29932"/>
                </a:lnTo>
                <a:lnTo>
                  <a:pt x="930507" y="19937"/>
                </a:lnTo>
                <a:lnTo>
                  <a:pt x="925138" y="14470"/>
                </a:lnTo>
                <a:lnTo>
                  <a:pt x="912576" y="5505"/>
                </a:lnTo>
                <a:lnTo>
                  <a:pt x="904471" y="4641"/>
                </a:lnTo>
                <a:lnTo>
                  <a:pt x="898848" y="1284"/>
                </a:lnTo>
                <a:lnTo>
                  <a:pt x="858771" y="936"/>
                </a:lnTo>
                <a:close/>
                <a:moveTo>
                  <a:pt x="880094" y="10194"/>
                </a:moveTo>
                <a:lnTo>
                  <a:pt x="886069" y="14649"/>
                </a:lnTo>
                <a:lnTo>
                  <a:pt x="892176" y="21374"/>
                </a:lnTo>
                <a:lnTo>
                  <a:pt x="896287" y="28861"/>
                </a:lnTo>
                <a:lnTo>
                  <a:pt x="897337" y="33123"/>
                </a:lnTo>
                <a:lnTo>
                  <a:pt x="900661" y="55101"/>
                </a:lnTo>
                <a:lnTo>
                  <a:pt x="901399" y="71984"/>
                </a:lnTo>
                <a:lnTo>
                  <a:pt x="900837" y="88537"/>
                </a:lnTo>
                <a:lnTo>
                  <a:pt x="898432" y="99252"/>
                </a:lnTo>
                <a:lnTo>
                  <a:pt x="897367" y="109457"/>
                </a:lnTo>
                <a:lnTo>
                  <a:pt x="894425" y="115905"/>
                </a:lnTo>
                <a:lnTo>
                  <a:pt x="892738" y="122842"/>
                </a:lnTo>
                <a:lnTo>
                  <a:pt x="880981" y="134390"/>
                </a:lnTo>
                <a:lnTo>
                  <a:pt x="858721" y="134691"/>
                </a:lnTo>
                <a:lnTo>
                  <a:pt x="852273" y="130253"/>
                </a:lnTo>
                <a:lnTo>
                  <a:pt x="844933" y="120158"/>
                </a:lnTo>
                <a:lnTo>
                  <a:pt x="841384" y="107298"/>
                </a:lnTo>
                <a:lnTo>
                  <a:pt x="839347" y="84442"/>
                </a:lnTo>
                <a:lnTo>
                  <a:pt x="840225" y="41760"/>
                </a:lnTo>
                <a:lnTo>
                  <a:pt x="842890" y="35021"/>
                </a:lnTo>
                <a:lnTo>
                  <a:pt x="844546" y="27240"/>
                </a:lnTo>
                <a:lnTo>
                  <a:pt x="849331" y="19777"/>
                </a:lnTo>
                <a:lnTo>
                  <a:pt x="853719" y="15337"/>
                </a:lnTo>
                <a:lnTo>
                  <a:pt x="860790" y="10145"/>
                </a:lnTo>
                <a:lnTo>
                  <a:pt x="880094" y="10194"/>
                </a:lnTo>
                <a:close/>
                <a:moveTo>
                  <a:pt x="456486" y="2955"/>
                </a:moveTo>
                <a:lnTo>
                  <a:pt x="447612" y="3932"/>
                </a:lnTo>
                <a:lnTo>
                  <a:pt x="431258" y="3154"/>
                </a:lnTo>
                <a:lnTo>
                  <a:pt x="387457" y="3983"/>
                </a:lnTo>
                <a:lnTo>
                  <a:pt x="380714" y="3462"/>
                </a:lnTo>
                <a:lnTo>
                  <a:pt x="376999" y="6183"/>
                </a:lnTo>
                <a:lnTo>
                  <a:pt x="377478" y="9591"/>
                </a:lnTo>
                <a:lnTo>
                  <a:pt x="380638" y="12297"/>
                </a:lnTo>
                <a:lnTo>
                  <a:pt x="393428" y="14246"/>
                </a:lnTo>
                <a:lnTo>
                  <a:pt x="395410" y="15211"/>
                </a:lnTo>
                <a:lnTo>
                  <a:pt x="397517" y="18798"/>
                </a:lnTo>
                <a:lnTo>
                  <a:pt x="401085" y="28759"/>
                </a:lnTo>
                <a:lnTo>
                  <a:pt x="401215" y="126246"/>
                </a:lnTo>
                <a:lnTo>
                  <a:pt x="400458" y="146049"/>
                </a:lnTo>
                <a:lnTo>
                  <a:pt x="401100" y="153391"/>
                </a:lnTo>
                <a:lnTo>
                  <a:pt x="400086" y="157384"/>
                </a:lnTo>
                <a:lnTo>
                  <a:pt x="397529" y="158817"/>
                </a:lnTo>
                <a:lnTo>
                  <a:pt x="393729" y="156154"/>
                </a:lnTo>
                <a:lnTo>
                  <a:pt x="380048" y="139344"/>
                </a:lnTo>
                <a:lnTo>
                  <a:pt x="366283" y="124258"/>
                </a:lnTo>
                <a:lnTo>
                  <a:pt x="343076" y="95067"/>
                </a:lnTo>
                <a:lnTo>
                  <a:pt x="332404" y="83029"/>
                </a:lnTo>
                <a:lnTo>
                  <a:pt x="328080" y="76288"/>
                </a:lnTo>
                <a:lnTo>
                  <a:pt x="327710" y="26789"/>
                </a:lnTo>
                <a:lnTo>
                  <a:pt x="333428" y="15430"/>
                </a:lnTo>
                <a:lnTo>
                  <a:pt x="336477" y="14170"/>
                </a:lnTo>
                <a:lnTo>
                  <a:pt x="345150" y="13213"/>
                </a:lnTo>
                <a:lnTo>
                  <a:pt x="348783" y="12052"/>
                </a:lnTo>
                <a:lnTo>
                  <a:pt x="351980" y="7981"/>
                </a:lnTo>
                <a:lnTo>
                  <a:pt x="351262" y="4814"/>
                </a:lnTo>
                <a:lnTo>
                  <a:pt x="347963" y="3269"/>
                </a:lnTo>
                <a:lnTo>
                  <a:pt x="341135" y="4260"/>
                </a:lnTo>
                <a:lnTo>
                  <a:pt x="323115" y="3210"/>
                </a:lnTo>
                <a:lnTo>
                  <a:pt x="269354" y="3299"/>
                </a:lnTo>
                <a:lnTo>
                  <a:pt x="262774" y="4094"/>
                </a:lnTo>
                <a:lnTo>
                  <a:pt x="260367" y="5707"/>
                </a:lnTo>
                <a:lnTo>
                  <a:pt x="259969" y="8733"/>
                </a:lnTo>
                <a:lnTo>
                  <a:pt x="261924" y="11406"/>
                </a:lnTo>
                <a:lnTo>
                  <a:pt x="266766" y="12977"/>
                </a:lnTo>
                <a:lnTo>
                  <a:pt x="278295" y="14425"/>
                </a:lnTo>
                <a:lnTo>
                  <a:pt x="281731" y="17064"/>
                </a:lnTo>
                <a:lnTo>
                  <a:pt x="283537" y="25361"/>
                </a:lnTo>
                <a:lnTo>
                  <a:pt x="283842" y="49820"/>
                </a:lnTo>
                <a:lnTo>
                  <a:pt x="283778" y="192201"/>
                </a:lnTo>
                <a:lnTo>
                  <a:pt x="283024" y="244630"/>
                </a:lnTo>
                <a:lnTo>
                  <a:pt x="281697" y="248213"/>
                </a:lnTo>
                <a:lnTo>
                  <a:pt x="274477" y="252388"/>
                </a:lnTo>
                <a:lnTo>
                  <a:pt x="262361" y="254009"/>
                </a:lnTo>
                <a:lnTo>
                  <a:pt x="260324" y="257657"/>
                </a:lnTo>
                <a:lnTo>
                  <a:pt x="261728" y="260900"/>
                </a:lnTo>
                <a:lnTo>
                  <a:pt x="272010" y="261620"/>
                </a:lnTo>
                <a:lnTo>
                  <a:pt x="345801" y="261517"/>
                </a:lnTo>
                <a:lnTo>
                  <a:pt x="351450" y="260983"/>
                </a:lnTo>
                <a:lnTo>
                  <a:pt x="353263" y="259012"/>
                </a:lnTo>
                <a:lnTo>
                  <a:pt x="353208" y="256320"/>
                </a:lnTo>
                <a:lnTo>
                  <a:pt x="351272" y="253933"/>
                </a:lnTo>
                <a:lnTo>
                  <a:pt x="339011" y="252455"/>
                </a:lnTo>
                <a:lnTo>
                  <a:pt x="332689" y="248482"/>
                </a:lnTo>
                <a:lnTo>
                  <a:pt x="331441" y="246717"/>
                </a:lnTo>
                <a:lnTo>
                  <a:pt x="328524" y="237708"/>
                </a:lnTo>
                <a:lnTo>
                  <a:pt x="327708" y="210358"/>
                </a:lnTo>
                <a:lnTo>
                  <a:pt x="327925" y="106592"/>
                </a:lnTo>
                <a:lnTo>
                  <a:pt x="328764" y="102659"/>
                </a:lnTo>
                <a:lnTo>
                  <a:pt x="330634" y="101298"/>
                </a:lnTo>
                <a:lnTo>
                  <a:pt x="335276" y="104088"/>
                </a:lnTo>
                <a:lnTo>
                  <a:pt x="353010" y="124954"/>
                </a:lnTo>
                <a:lnTo>
                  <a:pt x="361389" y="136343"/>
                </a:lnTo>
                <a:lnTo>
                  <a:pt x="391128" y="171193"/>
                </a:lnTo>
                <a:lnTo>
                  <a:pt x="401085" y="185802"/>
                </a:lnTo>
                <a:lnTo>
                  <a:pt x="400704" y="235005"/>
                </a:lnTo>
                <a:lnTo>
                  <a:pt x="398180" y="246276"/>
                </a:lnTo>
                <a:lnTo>
                  <a:pt x="395753" y="249224"/>
                </a:lnTo>
                <a:lnTo>
                  <a:pt x="391563" y="252277"/>
                </a:lnTo>
                <a:lnTo>
                  <a:pt x="378082" y="253995"/>
                </a:lnTo>
                <a:lnTo>
                  <a:pt x="376741" y="256382"/>
                </a:lnTo>
                <a:lnTo>
                  <a:pt x="377678" y="260439"/>
                </a:lnTo>
                <a:lnTo>
                  <a:pt x="379901" y="261513"/>
                </a:lnTo>
                <a:lnTo>
                  <a:pt x="384459" y="261782"/>
                </a:lnTo>
                <a:lnTo>
                  <a:pt x="451859" y="261902"/>
                </a:lnTo>
                <a:lnTo>
                  <a:pt x="466098" y="261513"/>
                </a:lnTo>
                <a:lnTo>
                  <a:pt x="468587" y="260058"/>
                </a:lnTo>
                <a:lnTo>
                  <a:pt x="469216" y="256845"/>
                </a:lnTo>
                <a:lnTo>
                  <a:pt x="467671" y="254034"/>
                </a:lnTo>
                <a:lnTo>
                  <a:pt x="452577" y="252024"/>
                </a:lnTo>
                <a:lnTo>
                  <a:pt x="446456" y="247957"/>
                </a:lnTo>
                <a:lnTo>
                  <a:pt x="445588" y="243495"/>
                </a:lnTo>
                <a:lnTo>
                  <a:pt x="445067" y="158833"/>
                </a:lnTo>
                <a:lnTo>
                  <a:pt x="445652" y="23687"/>
                </a:lnTo>
                <a:lnTo>
                  <a:pt x="447142" y="18381"/>
                </a:lnTo>
                <a:lnTo>
                  <a:pt x="450235" y="14517"/>
                </a:lnTo>
                <a:lnTo>
                  <a:pt x="466089" y="12736"/>
                </a:lnTo>
                <a:lnTo>
                  <a:pt x="468412" y="10878"/>
                </a:lnTo>
                <a:lnTo>
                  <a:pt x="469206" y="7652"/>
                </a:lnTo>
                <a:lnTo>
                  <a:pt x="468511" y="5503"/>
                </a:lnTo>
                <a:lnTo>
                  <a:pt x="465179" y="3460"/>
                </a:lnTo>
                <a:lnTo>
                  <a:pt x="456486" y="2955"/>
                </a:lnTo>
                <a:close/>
                <a:moveTo>
                  <a:pt x="1043884" y="2905"/>
                </a:moveTo>
                <a:lnTo>
                  <a:pt x="985511" y="3489"/>
                </a:lnTo>
                <a:lnTo>
                  <a:pt x="983140" y="4129"/>
                </a:lnTo>
                <a:lnTo>
                  <a:pt x="981125" y="6737"/>
                </a:lnTo>
                <a:lnTo>
                  <a:pt x="981206" y="10626"/>
                </a:lnTo>
                <a:lnTo>
                  <a:pt x="982974" y="12730"/>
                </a:lnTo>
                <a:lnTo>
                  <a:pt x="987202" y="13611"/>
                </a:lnTo>
                <a:lnTo>
                  <a:pt x="998332" y="13739"/>
                </a:lnTo>
                <a:lnTo>
                  <a:pt x="1003741" y="19677"/>
                </a:lnTo>
                <a:lnTo>
                  <a:pt x="1004537" y="21422"/>
                </a:lnTo>
                <a:lnTo>
                  <a:pt x="1004920" y="44824"/>
                </a:lnTo>
                <a:lnTo>
                  <a:pt x="1004586" y="241351"/>
                </a:lnTo>
                <a:lnTo>
                  <a:pt x="1003189" y="248003"/>
                </a:lnTo>
                <a:lnTo>
                  <a:pt x="999786" y="250317"/>
                </a:lnTo>
                <a:lnTo>
                  <a:pt x="994701" y="252763"/>
                </a:lnTo>
                <a:lnTo>
                  <a:pt x="981708" y="253813"/>
                </a:lnTo>
                <a:lnTo>
                  <a:pt x="980533" y="255906"/>
                </a:lnTo>
                <a:lnTo>
                  <a:pt x="980452" y="258269"/>
                </a:lnTo>
                <a:lnTo>
                  <a:pt x="981174" y="260355"/>
                </a:lnTo>
                <a:lnTo>
                  <a:pt x="982493" y="261381"/>
                </a:lnTo>
                <a:lnTo>
                  <a:pt x="1062545" y="261795"/>
                </a:lnTo>
                <a:lnTo>
                  <a:pt x="1071876" y="261238"/>
                </a:lnTo>
                <a:lnTo>
                  <a:pt x="1074022" y="259966"/>
                </a:lnTo>
                <a:lnTo>
                  <a:pt x="1074377" y="256480"/>
                </a:lnTo>
                <a:lnTo>
                  <a:pt x="1072571" y="253959"/>
                </a:lnTo>
                <a:lnTo>
                  <a:pt x="1059680" y="252394"/>
                </a:lnTo>
                <a:lnTo>
                  <a:pt x="1052810" y="247852"/>
                </a:lnTo>
                <a:lnTo>
                  <a:pt x="1050055" y="237502"/>
                </a:lnTo>
                <a:lnTo>
                  <a:pt x="1049646" y="23835"/>
                </a:lnTo>
                <a:lnTo>
                  <a:pt x="1054086" y="16028"/>
                </a:lnTo>
                <a:lnTo>
                  <a:pt x="1058238" y="14106"/>
                </a:lnTo>
                <a:lnTo>
                  <a:pt x="1082511" y="13826"/>
                </a:lnTo>
                <a:lnTo>
                  <a:pt x="1087017" y="14097"/>
                </a:lnTo>
                <a:lnTo>
                  <a:pt x="1089115" y="15063"/>
                </a:lnTo>
                <a:lnTo>
                  <a:pt x="1098990" y="23170"/>
                </a:lnTo>
                <a:lnTo>
                  <a:pt x="1106595" y="31750"/>
                </a:lnTo>
                <a:lnTo>
                  <a:pt x="1113923" y="47587"/>
                </a:lnTo>
                <a:lnTo>
                  <a:pt x="1119001" y="66336"/>
                </a:lnTo>
                <a:lnTo>
                  <a:pt x="1120513" y="68072"/>
                </a:lnTo>
                <a:lnTo>
                  <a:pt x="1124263" y="68306"/>
                </a:lnTo>
                <a:lnTo>
                  <a:pt x="1125970" y="67244"/>
                </a:lnTo>
                <a:lnTo>
                  <a:pt x="1126698" y="65400"/>
                </a:lnTo>
                <a:lnTo>
                  <a:pt x="1131867" y="41403"/>
                </a:lnTo>
                <a:lnTo>
                  <a:pt x="1139958" y="21042"/>
                </a:lnTo>
                <a:lnTo>
                  <a:pt x="1144869" y="11699"/>
                </a:lnTo>
                <a:lnTo>
                  <a:pt x="1145222" y="7532"/>
                </a:lnTo>
                <a:lnTo>
                  <a:pt x="1144224" y="6072"/>
                </a:lnTo>
                <a:lnTo>
                  <a:pt x="1142319" y="4980"/>
                </a:lnTo>
                <a:lnTo>
                  <a:pt x="1135416" y="3758"/>
                </a:lnTo>
                <a:lnTo>
                  <a:pt x="1106832" y="3921"/>
                </a:lnTo>
                <a:lnTo>
                  <a:pt x="1096564" y="3053"/>
                </a:lnTo>
                <a:lnTo>
                  <a:pt x="1079264" y="4203"/>
                </a:lnTo>
                <a:lnTo>
                  <a:pt x="1072502" y="3238"/>
                </a:lnTo>
                <a:lnTo>
                  <a:pt x="1060067" y="3853"/>
                </a:lnTo>
                <a:lnTo>
                  <a:pt x="1046605" y="2493"/>
                </a:lnTo>
                <a:lnTo>
                  <a:pt x="1043884" y="2905"/>
                </a:lnTo>
                <a:close/>
                <a:moveTo>
                  <a:pt x="1349648" y="3201"/>
                </a:moveTo>
                <a:lnTo>
                  <a:pt x="1311953" y="4059"/>
                </a:lnTo>
                <a:lnTo>
                  <a:pt x="1308676" y="4926"/>
                </a:lnTo>
                <a:lnTo>
                  <a:pt x="1306849" y="6751"/>
                </a:lnTo>
                <a:lnTo>
                  <a:pt x="1307091" y="10042"/>
                </a:lnTo>
                <a:lnTo>
                  <a:pt x="1309518" y="12959"/>
                </a:lnTo>
                <a:lnTo>
                  <a:pt x="1324140" y="14310"/>
                </a:lnTo>
                <a:lnTo>
                  <a:pt x="1326565" y="16270"/>
                </a:lnTo>
                <a:lnTo>
                  <a:pt x="1329316" y="24545"/>
                </a:lnTo>
                <a:lnTo>
                  <a:pt x="1330190" y="30612"/>
                </a:lnTo>
                <a:lnTo>
                  <a:pt x="1330442" y="77463"/>
                </a:lnTo>
                <a:lnTo>
                  <a:pt x="1323983" y="88270"/>
                </a:lnTo>
                <a:lnTo>
                  <a:pt x="1297353" y="118489"/>
                </a:lnTo>
                <a:lnTo>
                  <a:pt x="1282539" y="137998"/>
                </a:lnTo>
                <a:lnTo>
                  <a:pt x="1270894" y="151793"/>
                </a:lnTo>
                <a:lnTo>
                  <a:pt x="1265987" y="156181"/>
                </a:lnTo>
                <a:lnTo>
                  <a:pt x="1262756" y="160553"/>
                </a:lnTo>
                <a:lnTo>
                  <a:pt x="1260818" y="161390"/>
                </a:lnTo>
                <a:lnTo>
                  <a:pt x="1259141" y="160403"/>
                </a:lnTo>
                <a:lnTo>
                  <a:pt x="1258428" y="157890"/>
                </a:lnTo>
                <a:lnTo>
                  <a:pt x="1257845" y="139729"/>
                </a:lnTo>
                <a:lnTo>
                  <a:pt x="1257662" y="79535"/>
                </a:lnTo>
                <a:lnTo>
                  <a:pt x="1258551" y="28442"/>
                </a:lnTo>
                <a:lnTo>
                  <a:pt x="1260912" y="19474"/>
                </a:lnTo>
                <a:lnTo>
                  <a:pt x="1263081" y="15586"/>
                </a:lnTo>
                <a:lnTo>
                  <a:pt x="1265213" y="14410"/>
                </a:lnTo>
                <a:lnTo>
                  <a:pt x="1278223" y="12087"/>
                </a:lnTo>
                <a:lnTo>
                  <a:pt x="1281296" y="9504"/>
                </a:lnTo>
                <a:lnTo>
                  <a:pt x="1282154" y="6810"/>
                </a:lnTo>
                <a:lnTo>
                  <a:pt x="1278961" y="3956"/>
                </a:lnTo>
                <a:lnTo>
                  <a:pt x="1275401" y="3468"/>
                </a:lnTo>
                <a:lnTo>
                  <a:pt x="1194929" y="3913"/>
                </a:lnTo>
                <a:lnTo>
                  <a:pt x="1192338" y="4401"/>
                </a:lnTo>
                <a:lnTo>
                  <a:pt x="1189855" y="6004"/>
                </a:lnTo>
                <a:lnTo>
                  <a:pt x="1189531" y="8277"/>
                </a:lnTo>
                <a:lnTo>
                  <a:pt x="1192308" y="11175"/>
                </a:lnTo>
                <a:lnTo>
                  <a:pt x="1197061" y="12936"/>
                </a:lnTo>
                <a:lnTo>
                  <a:pt x="1207663" y="14248"/>
                </a:lnTo>
                <a:lnTo>
                  <a:pt x="1211869" y="18560"/>
                </a:lnTo>
                <a:lnTo>
                  <a:pt x="1213337" y="27282"/>
                </a:lnTo>
                <a:lnTo>
                  <a:pt x="1213784" y="54068"/>
                </a:lnTo>
                <a:lnTo>
                  <a:pt x="1213876" y="167594"/>
                </a:lnTo>
                <a:lnTo>
                  <a:pt x="1213042" y="243518"/>
                </a:lnTo>
                <a:lnTo>
                  <a:pt x="1211249" y="248567"/>
                </a:lnTo>
                <a:lnTo>
                  <a:pt x="1204595" y="252497"/>
                </a:lnTo>
                <a:lnTo>
                  <a:pt x="1192808" y="253278"/>
                </a:lnTo>
                <a:lnTo>
                  <a:pt x="1190322" y="254188"/>
                </a:lnTo>
                <a:lnTo>
                  <a:pt x="1189586" y="258673"/>
                </a:lnTo>
                <a:lnTo>
                  <a:pt x="1191298" y="261074"/>
                </a:lnTo>
                <a:lnTo>
                  <a:pt x="1201522" y="261860"/>
                </a:lnTo>
                <a:lnTo>
                  <a:pt x="1264212" y="261858"/>
                </a:lnTo>
                <a:lnTo>
                  <a:pt x="1279395" y="261505"/>
                </a:lnTo>
                <a:lnTo>
                  <a:pt x="1281307" y="260416"/>
                </a:lnTo>
                <a:lnTo>
                  <a:pt x="1282418" y="256544"/>
                </a:lnTo>
                <a:lnTo>
                  <a:pt x="1280810" y="253904"/>
                </a:lnTo>
                <a:lnTo>
                  <a:pt x="1267335" y="252349"/>
                </a:lnTo>
                <a:lnTo>
                  <a:pt x="1261571" y="248098"/>
                </a:lnTo>
                <a:lnTo>
                  <a:pt x="1260408" y="246012"/>
                </a:lnTo>
                <a:lnTo>
                  <a:pt x="1257992" y="234164"/>
                </a:lnTo>
                <a:lnTo>
                  <a:pt x="1258017" y="187134"/>
                </a:lnTo>
                <a:lnTo>
                  <a:pt x="1262571" y="179648"/>
                </a:lnTo>
                <a:lnTo>
                  <a:pt x="1296229" y="138385"/>
                </a:lnTo>
                <a:lnTo>
                  <a:pt x="1319215" y="110611"/>
                </a:lnTo>
                <a:lnTo>
                  <a:pt x="1324015" y="105429"/>
                </a:lnTo>
                <a:lnTo>
                  <a:pt x="1326587" y="103949"/>
                </a:lnTo>
                <a:lnTo>
                  <a:pt x="1329507" y="105976"/>
                </a:lnTo>
                <a:lnTo>
                  <a:pt x="1330158" y="112404"/>
                </a:lnTo>
                <a:lnTo>
                  <a:pt x="1330705" y="213027"/>
                </a:lnTo>
                <a:lnTo>
                  <a:pt x="1329952" y="238234"/>
                </a:lnTo>
                <a:lnTo>
                  <a:pt x="1327843" y="246214"/>
                </a:lnTo>
                <a:lnTo>
                  <a:pt x="1326150" y="249024"/>
                </a:lnTo>
                <a:lnTo>
                  <a:pt x="1320323" y="252579"/>
                </a:lnTo>
                <a:lnTo>
                  <a:pt x="1308449" y="253636"/>
                </a:lnTo>
                <a:lnTo>
                  <a:pt x="1306283" y="256535"/>
                </a:lnTo>
                <a:lnTo>
                  <a:pt x="1306219" y="259553"/>
                </a:lnTo>
                <a:lnTo>
                  <a:pt x="1308267" y="261406"/>
                </a:lnTo>
                <a:lnTo>
                  <a:pt x="1317949" y="261869"/>
                </a:lnTo>
                <a:lnTo>
                  <a:pt x="1387786" y="261794"/>
                </a:lnTo>
                <a:lnTo>
                  <a:pt x="1394774" y="261457"/>
                </a:lnTo>
                <a:lnTo>
                  <a:pt x="1397979" y="260320"/>
                </a:lnTo>
                <a:lnTo>
                  <a:pt x="1398506" y="256943"/>
                </a:lnTo>
                <a:lnTo>
                  <a:pt x="1397082" y="253959"/>
                </a:lnTo>
                <a:lnTo>
                  <a:pt x="1383600" y="252409"/>
                </a:lnTo>
                <a:lnTo>
                  <a:pt x="1376616" y="248380"/>
                </a:lnTo>
                <a:lnTo>
                  <a:pt x="1375558" y="246017"/>
                </a:lnTo>
                <a:lnTo>
                  <a:pt x="1374579" y="134877"/>
                </a:lnTo>
                <a:lnTo>
                  <a:pt x="1374793" y="35130"/>
                </a:lnTo>
                <a:lnTo>
                  <a:pt x="1375543" y="21268"/>
                </a:lnTo>
                <a:lnTo>
                  <a:pt x="1376501" y="17420"/>
                </a:lnTo>
                <a:lnTo>
                  <a:pt x="1378247" y="15220"/>
                </a:lnTo>
                <a:lnTo>
                  <a:pt x="1381191" y="14149"/>
                </a:lnTo>
                <a:lnTo>
                  <a:pt x="1392719" y="12623"/>
                </a:lnTo>
                <a:lnTo>
                  <a:pt x="1397019" y="9277"/>
                </a:lnTo>
                <a:lnTo>
                  <a:pt x="1397732" y="6899"/>
                </a:lnTo>
                <a:lnTo>
                  <a:pt x="1395199" y="4495"/>
                </a:lnTo>
                <a:lnTo>
                  <a:pt x="1392165" y="3841"/>
                </a:lnTo>
                <a:lnTo>
                  <a:pt x="1349648" y="3201"/>
                </a:lnTo>
                <a:close/>
                <a:moveTo>
                  <a:pt x="1479065" y="3496"/>
                </a:moveTo>
                <a:lnTo>
                  <a:pt x="1452527" y="4132"/>
                </a:lnTo>
                <a:lnTo>
                  <a:pt x="1450147" y="5302"/>
                </a:lnTo>
                <a:lnTo>
                  <a:pt x="1449302" y="7221"/>
                </a:lnTo>
                <a:lnTo>
                  <a:pt x="1450010" y="10292"/>
                </a:lnTo>
                <a:lnTo>
                  <a:pt x="1452247" y="12183"/>
                </a:lnTo>
                <a:lnTo>
                  <a:pt x="1466950" y="14478"/>
                </a:lnTo>
                <a:lnTo>
                  <a:pt x="1472466" y="23490"/>
                </a:lnTo>
                <a:lnTo>
                  <a:pt x="1472970" y="82107"/>
                </a:lnTo>
                <a:lnTo>
                  <a:pt x="1473389" y="89657"/>
                </a:lnTo>
                <a:lnTo>
                  <a:pt x="1474458" y="93053"/>
                </a:lnTo>
                <a:lnTo>
                  <a:pt x="1481077" y="96195"/>
                </a:lnTo>
                <a:lnTo>
                  <a:pt x="1517293" y="97035"/>
                </a:lnTo>
                <a:lnTo>
                  <a:pt x="1522751" y="99968"/>
                </a:lnTo>
                <a:lnTo>
                  <a:pt x="1532016" y="100925"/>
                </a:lnTo>
                <a:lnTo>
                  <a:pt x="1536850" y="103675"/>
                </a:lnTo>
                <a:lnTo>
                  <a:pt x="1545058" y="105155"/>
                </a:lnTo>
                <a:lnTo>
                  <a:pt x="1564891" y="115992"/>
                </a:lnTo>
                <a:lnTo>
                  <a:pt x="1571714" y="122029"/>
                </a:lnTo>
                <a:lnTo>
                  <a:pt x="1574813" y="125984"/>
                </a:lnTo>
                <a:lnTo>
                  <a:pt x="1564771" y="127768"/>
                </a:lnTo>
                <a:lnTo>
                  <a:pt x="1556540" y="130469"/>
                </a:lnTo>
                <a:lnTo>
                  <a:pt x="1543631" y="131134"/>
                </a:lnTo>
                <a:lnTo>
                  <a:pt x="1537463" y="134323"/>
                </a:lnTo>
                <a:lnTo>
                  <a:pt x="1529016" y="135447"/>
                </a:lnTo>
                <a:lnTo>
                  <a:pt x="1518092" y="140375"/>
                </a:lnTo>
                <a:lnTo>
                  <a:pt x="1497655" y="155880"/>
                </a:lnTo>
                <a:lnTo>
                  <a:pt x="1490465" y="164122"/>
                </a:lnTo>
                <a:lnTo>
                  <a:pt x="1485774" y="170936"/>
                </a:lnTo>
                <a:lnTo>
                  <a:pt x="1475486" y="188711"/>
                </a:lnTo>
                <a:lnTo>
                  <a:pt x="1470182" y="199930"/>
                </a:lnTo>
                <a:lnTo>
                  <a:pt x="1468262" y="208455"/>
                </a:lnTo>
                <a:lnTo>
                  <a:pt x="1465744" y="214814"/>
                </a:lnTo>
                <a:lnTo>
                  <a:pt x="1460780" y="240222"/>
                </a:lnTo>
                <a:lnTo>
                  <a:pt x="1458829" y="245521"/>
                </a:lnTo>
                <a:lnTo>
                  <a:pt x="1451765" y="252337"/>
                </a:lnTo>
                <a:lnTo>
                  <a:pt x="1439403" y="253960"/>
                </a:lnTo>
                <a:lnTo>
                  <a:pt x="1438022" y="256193"/>
                </a:lnTo>
                <a:lnTo>
                  <a:pt x="1438537" y="259655"/>
                </a:lnTo>
                <a:lnTo>
                  <a:pt x="1440559" y="261415"/>
                </a:lnTo>
                <a:lnTo>
                  <a:pt x="1444185" y="261766"/>
                </a:lnTo>
                <a:lnTo>
                  <a:pt x="1519237" y="261655"/>
                </a:lnTo>
                <a:lnTo>
                  <a:pt x="1529541" y="260655"/>
                </a:lnTo>
                <a:lnTo>
                  <a:pt x="1530920" y="257602"/>
                </a:lnTo>
                <a:lnTo>
                  <a:pt x="1529231" y="254149"/>
                </a:lnTo>
                <a:lnTo>
                  <a:pt x="1527097" y="253166"/>
                </a:lnTo>
                <a:lnTo>
                  <a:pt x="1518012" y="252813"/>
                </a:lnTo>
                <a:lnTo>
                  <a:pt x="1512160" y="249994"/>
                </a:lnTo>
                <a:lnTo>
                  <a:pt x="1509730" y="247435"/>
                </a:lnTo>
                <a:lnTo>
                  <a:pt x="1507557" y="240738"/>
                </a:lnTo>
                <a:lnTo>
                  <a:pt x="1506544" y="230388"/>
                </a:lnTo>
                <a:lnTo>
                  <a:pt x="1506759" y="220392"/>
                </a:lnTo>
                <a:lnTo>
                  <a:pt x="1509685" y="201162"/>
                </a:lnTo>
                <a:lnTo>
                  <a:pt x="1512656" y="194747"/>
                </a:lnTo>
                <a:lnTo>
                  <a:pt x="1513875" y="188419"/>
                </a:lnTo>
                <a:lnTo>
                  <a:pt x="1522320" y="172083"/>
                </a:lnTo>
                <a:lnTo>
                  <a:pt x="1531469" y="159862"/>
                </a:lnTo>
                <a:lnTo>
                  <a:pt x="1537529" y="153786"/>
                </a:lnTo>
                <a:lnTo>
                  <a:pt x="1549577" y="144547"/>
                </a:lnTo>
                <a:lnTo>
                  <a:pt x="1556819" y="140631"/>
                </a:lnTo>
                <a:lnTo>
                  <a:pt x="1567220" y="139346"/>
                </a:lnTo>
                <a:lnTo>
                  <a:pt x="1574536" y="136833"/>
                </a:lnTo>
                <a:lnTo>
                  <a:pt x="1577757" y="138359"/>
                </a:lnTo>
                <a:lnTo>
                  <a:pt x="1578710" y="141040"/>
                </a:lnTo>
                <a:lnTo>
                  <a:pt x="1578998" y="224434"/>
                </a:lnTo>
                <a:lnTo>
                  <a:pt x="1578377" y="242612"/>
                </a:lnTo>
                <a:lnTo>
                  <a:pt x="1575789" y="247685"/>
                </a:lnTo>
                <a:lnTo>
                  <a:pt x="1569356" y="252253"/>
                </a:lnTo>
                <a:lnTo>
                  <a:pt x="1556331" y="253662"/>
                </a:lnTo>
                <a:lnTo>
                  <a:pt x="1554895" y="256471"/>
                </a:lnTo>
                <a:lnTo>
                  <a:pt x="1555341" y="260007"/>
                </a:lnTo>
                <a:lnTo>
                  <a:pt x="1556281" y="261197"/>
                </a:lnTo>
                <a:lnTo>
                  <a:pt x="1558999" y="261443"/>
                </a:lnTo>
                <a:lnTo>
                  <a:pt x="1575459" y="261809"/>
                </a:lnTo>
                <a:lnTo>
                  <a:pt x="1624650" y="261948"/>
                </a:lnTo>
                <a:lnTo>
                  <a:pt x="1644982" y="261215"/>
                </a:lnTo>
                <a:lnTo>
                  <a:pt x="1646620" y="258559"/>
                </a:lnTo>
                <a:lnTo>
                  <a:pt x="1645433" y="254657"/>
                </a:lnTo>
                <a:lnTo>
                  <a:pt x="1642217" y="253325"/>
                </a:lnTo>
                <a:lnTo>
                  <a:pt x="1633968" y="252883"/>
                </a:lnTo>
                <a:lnTo>
                  <a:pt x="1631254" y="251987"/>
                </a:lnTo>
                <a:lnTo>
                  <a:pt x="1625860" y="247248"/>
                </a:lnTo>
                <a:lnTo>
                  <a:pt x="1624092" y="243912"/>
                </a:lnTo>
                <a:lnTo>
                  <a:pt x="1623573" y="70762"/>
                </a:lnTo>
                <a:lnTo>
                  <a:pt x="1624151" y="21382"/>
                </a:lnTo>
                <a:lnTo>
                  <a:pt x="1628405" y="14362"/>
                </a:lnTo>
                <a:lnTo>
                  <a:pt x="1639249" y="13579"/>
                </a:lnTo>
                <a:lnTo>
                  <a:pt x="1642662" y="12468"/>
                </a:lnTo>
                <a:lnTo>
                  <a:pt x="1645888" y="8885"/>
                </a:lnTo>
                <a:lnTo>
                  <a:pt x="1645765" y="6199"/>
                </a:lnTo>
                <a:lnTo>
                  <a:pt x="1643492" y="4607"/>
                </a:lnTo>
                <a:lnTo>
                  <a:pt x="1640585" y="3880"/>
                </a:lnTo>
                <a:lnTo>
                  <a:pt x="1626362" y="3408"/>
                </a:lnTo>
                <a:lnTo>
                  <a:pt x="1564061" y="4489"/>
                </a:lnTo>
                <a:lnTo>
                  <a:pt x="1550489" y="3706"/>
                </a:lnTo>
                <a:lnTo>
                  <a:pt x="1544136" y="4334"/>
                </a:lnTo>
                <a:lnTo>
                  <a:pt x="1479065" y="3496"/>
                </a:lnTo>
                <a:close/>
                <a:moveTo>
                  <a:pt x="1555346" y="12459"/>
                </a:moveTo>
                <a:lnTo>
                  <a:pt x="1573326" y="14183"/>
                </a:lnTo>
                <a:lnTo>
                  <a:pt x="1574909" y="15466"/>
                </a:lnTo>
                <a:lnTo>
                  <a:pt x="1578097" y="21619"/>
                </a:lnTo>
                <a:lnTo>
                  <a:pt x="1579101" y="40970"/>
                </a:lnTo>
                <a:lnTo>
                  <a:pt x="1579213" y="88268"/>
                </a:lnTo>
                <a:lnTo>
                  <a:pt x="1578701" y="104132"/>
                </a:lnTo>
                <a:lnTo>
                  <a:pt x="1578294" y="106813"/>
                </a:lnTo>
                <a:lnTo>
                  <a:pt x="1576552" y="107692"/>
                </a:lnTo>
                <a:lnTo>
                  <a:pt x="1573719" y="106990"/>
                </a:lnTo>
                <a:lnTo>
                  <a:pt x="1562499" y="99765"/>
                </a:lnTo>
                <a:lnTo>
                  <a:pt x="1558528" y="99069"/>
                </a:lnTo>
                <a:lnTo>
                  <a:pt x="1554558" y="95825"/>
                </a:lnTo>
                <a:lnTo>
                  <a:pt x="1549905" y="95008"/>
                </a:lnTo>
                <a:lnTo>
                  <a:pt x="1546261" y="92112"/>
                </a:lnTo>
                <a:lnTo>
                  <a:pt x="1535506" y="91030"/>
                </a:lnTo>
                <a:lnTo>
                  <a:pt x="1530538" y="88216"/>
                </a:lnTo>
                <a:lnTo>
                  <a:pt x="1519680" y="87398"/>
                </a:lnTo>
                <a:lnTo>
                  <a:pt x="1517530" y="85658"/>
                </a:lnTo>
                <a:lnTo>
                  <a:pt x="1517771" y="19298"/>
                </a:lnTo>
                <a:lnTo>
                  <a:pt x="1521188" y="14988"/>
                </a:lnTo>
                <a:lnTo>
                  <a:pt x="1523613" y="13967"/>
                </a:lnTo>
                <a:lnTo>
                  <a:pt x="1549030" y="11893"/>
                </a:lnTo>
                <a:lnTo>
                  <a:pt x="1555346" y="12459"/>
                </a:lnTo>
                <a:close/>
                <a:moveTo>
                  <a:pt x="47455" y="339694"/>
                </a:moveTo>
                <a:lnTo>
                  <a:pt x="43757" y="340460"/>
                </a:lnTo>
                <a:lnTo>
                  <a:pt x="32603" y="345346"/>
                </a:lnTo>
                <a:lnTo>
                  <a:pt x="19699" y="361568"/>
                </a:lnTo>
                <a:lnTo>
                  <a:pt x="18348" y="368595"/>
                </a:lnTo>
                <a:lnTo>
                  <a:pt x="15249" y="372787"/>
                </a:lnTo>
                <a:lnTo>
                  <a:pt x="15161" y="459194"/>
                </a:lnTo>
                <a:lnTo>
                  <a:pt x="14493" y="475543"/>
                </a:lnTo>
                <a:lnTo>
                  <a:pt x="13427" y="479673"/>
                </a:lnTo>
                <a:lnTo>
                  <a:pt x="11654" y="481914"/>
                </a:lnTo>
                <a:lnTo>
                  <a:pt x="3171" y="487331"/>
                </a:lnTo>
                <a:lnTo>
                  <a:pt x="3179" y="488785"/>
                </a:lnTo>
                <a:lnTo>
                  <a:pt x="4119" y="489695"/>
                </a:lnTo>
                <a:lnTo>
                  <a:pt x="34222" y="490546"/>
                </a:lnTo>
                <a:lnTo>
                  <a:pt x="49293" y="490014"/>
                </a:lnTo>
                <a:lnTo>
                  <a:pt x="51601" y="489228"/>
                </a:lnTo>
                <a:lnTo>
                  <a:pt x="52168" y="488259"/>
                </a:lnTo>
                <a:lnTo>
                  <a:pt x="51511" y="486820"/>
                </a:lnTo>
                <a:lnTo>
                  <a:pt x="44239" y="483609"/>
                </a:lnTo>
                <a:lnTo>
                  <a:pt x="40413" y="480191"/>
                </a:lnTo>
                <a:lnTo>
                  <a:pt x="39834" y="451979"/>
                </a:lnTo>
                <a:lnTo>
                  <a:pt x="40511" y="424248"/>
                </a:lnTo>
                <a:lnTo>
                  <a:pt x="44766" y="423436"/>
                </a:lnTo>
                <a:lnTo>
                  <a:pt x="70153" y="422864"/>
                </a:lnTo>
                <a:lnTo>
                  <a:pt x="82635" y="418753"/>
                </a:lnTo>
                <a:lnTo>
                  <a:pt x="87148" y="415621"/>
                </a:lnTo>
                <a:lnTo>
                  <a:pt x="91725" y="410963"/>
                </a:lnTo>
                <a:lnTo>
                  <a:pt x="98380" y="400112"/>
                </a:lnTo>
                <a:lnTo>
                  <a:pt x="100032" y="376341"/>
                </a:lnTo>
                <a:lnTo>
                  <a:pt x="98772" y="362276"/>
                </a:lnTo>
                <a:lnTo>
                  <a:pt x="98191" y="359740"/>
                </a:lnTo>
                <a:lnTo>
                  <a:pt x="93352" y="350891"/>
                </a:lnTo>
                <a:lnTo>
                  <a:pt x="85532" y="344291"/>
                </a:lnTo>
                <a:lnTo>
                  <a:pt x="75623" y="340168"/>
                </a:lnTo>
                <a:lnTo>
                  <a:pt x="47455" y="339694"/>
                </a:lnTo>
                <a:close/>
                <a:moveTo>
                  <a:pt x="67104" y="347672"/>
                </a:moveTo>
                <a:lnTo>
                  <a:pt x="69885" y="351241"/>
                </a:lnTo>
                <a:lnTo>
                  <a:pt x="73892" y="359109"/>
                </a:lnTo>
                <a:lnTo>
                  <a:pt x="73850" y="400196"/>
                </a:lnTo>
                <a:lnTo>
                  <a:pt x="70007" y="409123"/>
                </a:lnTo>
                <a:lnTo>
                  <a:pt x="64486" y="415750"/>
                </a:lnTo>
                <a:lnTo>
                  <a:pt x="60960" y="417832"/>
                </a:lnTo>
                <a:lnTo>
                  <a:pt x="56083" y="417831"/>
                </a:lnTo>
                <a:lnTo>
                  <a:pt x="52435" y="416637"/>
                </a:lnTo>
                <a:lnTo>
                  <a:pt x="45835" y="412402"/>
                </a:lnTo>
                <a:lnTo>
                  <a:pt x="41456" y="401860"/>
                </a:lnTo>
                <a:lnTo>
                  <a:pt x="40000" y="390551"/>
                </a:lnTo>
                <a:lnTo>
                  <a:pt x="40448" y="363546"/>
                </a:lnTo>
                <a:lnTo>
                  <a:pt x="44796" y="352781"/>
                </a:lnTo>
                <a:lnTo>
                  <a:pt x="50840" y="345867"/>
                </a:lnTo>
                <a:lnTo>
                  <a:pt x="54084" y="345016"/>
                </a:lnTo>
                <a:lnTo>
                  <a:pt x="63030" y="345256"/>
                </a:lnTo>
                <a:lnTo>
                  <a:pt x="64920" y="345767"/>
                </a:lnTo>
                <a:lnTo>
                  <a:pt x="67104" y="347672"/>
                </a:lnTo>
                <a:close/>
                <a:moveTo>
                  <a:pt x="289200" y="339694"/>
                </a:moveTo>
                <a:lnTo>
                  <a:pt x="275406" y="344620"/>
                </a:lnTo>
                <a:lnTo>
                  <a:pt x="269505" y="348641"/>
                </a:lnTo>
                <a:lnTo>
                  <a:pt x="257721" y="364518"/>
                </a:lnTo>
                <a:lnTo>
                  <a:pt x="252212" y="376079"/>
                </a:lnTo>
                <a:lnTo>
                  <a:pt x="250967" y="383054"/>
                </a:lnTo>
                <a:lnTo>
                  <a:pt x="247933" y="387757"/>
                </a:lnTo>
                <a:lnTo>
                  <a:pt x="247933" y="443897"/>
                </a:lnTo>
                <a:lnTo>
                  <a:pt x="250955" y="448423"/>
                </a:lnTo>
                <a:lnTo>
                  <a:pt x="252349" y="456539"/>
                </a:lnTo>
                <a:lnTo>
                  <a:pt x="259517" y="471308"/>
                </a:lnTo>
                <a:lnTo>
                  <a:pt x="267884" y="480671"/>
                </a:lnTo>
                <a:lnTo>
                  <a:pt x="273999" y="485178"/>
                </a:lnTo>
                <a:lnTo>
                  <a:pt x="283622" y="489739"/>
                </a:lnTo>
                <a:lnTo>
                  <a:pt x="286935" y="490368"/>
                </a:lnTo>
                <a:lnTo>
                  <a:pt x="309038" y="491136"/>
                </a:lnTo>
                <a:lnTo>
                  <a:pt x="323961" y="490224"/>
                </a:lnTo>
                <a:lnTo>
                  <a:pt x="333727" y="485042"/>
                </a:lnTo>
                <a:lnTo>
                  <a:pt x="346140" y="472756"/>
                </a:lnTo>
                <a:lnTo>
                  <a:pt x="350467" y="463454"/>
                </a:lnTo>
                <a:lnTo>
                  <a:pt x="351914" y="456485"/>
                </a:lnTo>
                <a:lnTo>
                  <a:pt x="354385" y="450625"/>
                </a:lnTo>
                <a:lnTo>
                  <a:pt x="355823" y="440505"/>
                </a:lnTo>
                <a:lnTo>
                  <a:pt x="364173" y="434835"/>
                </a:lnTo>
                <a:lnTo>
                  <a:pt x="365921" y="432530"/>
                </a:lnTo>
                <a:lnTo>
                  <a:pt x="364792" y="431142"/>
                </a:lnTo>
                <a:lnTo>
                  <a:pt x="363180" y="430835"/>
                </a:lnTo>
                <a:lnTo>
                  <a:pt x="354569" y="430417"/>
                </a:lnTo>
                <a:lnTo>
                  <a:pt x="329259" y="430373"/>
                </a:lnTo>
                <a:lnTo>
                  <a:pt x="317625" y="431412"/>
                </a:lnTo>
                <a:lnTo>
                  <a:pt x="316754" y="432214"/>
                </a:lnTo>
                <a:lnTo>
                  <a:pt x="316889" y="433490"/>
                </a:lnTo>
                <a:lnTo>
                  <a:pt x="322357" y="436460"/>
                </a:lnTo>
                <a:lnTo>
                  <a:pt x="326067" y="439925"/>
                </a:lnTo>
                <a:lnTo>
                  <a:pt x="327838" y="448252"/>
                </a:lnTo>
                <a:lnTo>
                  <a:pt x="327960" y="453425"/>
                </a:lnTo>
                <a:lnTo>
                  <a:pt x="326125" y="467794"/>
                </a:lnTo>
                <a:lnTo>
                  <a:pt x="322834" y="475811"/>
                </a:lnTo>
                <a:lnTo>
                  <a:pt x="317253" y="482764"/>
                </a:lnTo>
                <a:lnTo>
                  <a:pt x="315448" y="484278"/>
                </a:lnTo>
                <a:lnTo>
                  <a:pt x="312828" y="484922"/>
                </a:lnTo>
                <a:lnTo>
                  <a:pt x="294635" y="485269"/>
                </a:lnTo>
                <a:lnTo>
                  <a:pt x="290650" y="484279"/>
                </a:lnTo>
                <a:lnTo>
                  <a:pt x="286550" y="481556"/>
                </a:lnTo>
                <a:lnTo>
                  <a:pt x="280891" y="472755"/>
                </a:lnTo>
                <a:lnTo>
                  <a:pt x="276753" y="460037"/>
                </a:lnTo>
                <a:lnTo>
                  <a:pt x="273687" y="424695"/>
                </a:lnTo>
                <a:lnTo>
                  <a:pt x="273620" y="397379"/>
                </a:lnTo>
                <a:lnTo>
                  <a:pt x="275448" y="387428"/>
                </a:lnTo>
                <a:lnTo>
                  <a:pt x="276710" y="371666"/>
                </a:lnTo>
                <a:lnTo>
                  <a:pt x="281570" y="358567"/>
                </a:lnTo>
                <a:lnTo>
                  <a:pt x="285610" y="351581"/>
                </a:lnTo>
                <a:lnTo>
                  <a:pt x="293534" y="345012"/>
                </a:lnTo>
                <a:lnTo>
                  <a:pt x="311638" y="345754"/>
                </a:lnTo>
                <a:lnTo>
                  <a:pt x="319689" y="351488"/>
                </a:lnTo>
                <a:lnTo>
                  <a:pt x="324879" y="358687"/>
                </a:lnTo>
                <a:lnTo>
                  <a:pt x="326528" y="364366"/>
                </a:lnTo>
                <a:lnTo>
                  <a:pt x="328183" y="379329"/>
                </a:lnTo>
                <a:lnTo>
                  <a:pt x="328250" y="384425"/>
                </a:lnTo>
                <a:lnTo>
                  <a:pt x="325902" y="392329"/>
                </a:lnTo>
                <a:lnTo>
                  <a:pt x="324245" y="393923"/>
                </a:lnTo>
                <a:lnTo>
                  <a:pt x="317322" y="395978"/>
                </a:lnTo>
                <a:lnTo>
                  <a:pt x="316908" y="398593"/>
                </a:lnTo>
                <a:lnTo>
                  <a:pt x="325642" y="399813"/>
                </a:lnTo>
                <a:lnTo>
                  <a:pt x="361382" y="399778"/>
                </a:lnTo>
                <a:lnTo>
                  <a:pt x="366149" y="399052"/>
                </a:lnTo>
                <a:lnTo>
                  <a:pt x="366748" y="396445"/>
                </a:lnTo>
                <a:lnTo>
                  <a:pt x="365541" y="395318"/>
                </a:lnTo>
                <a:lnTo>
                  <a:pt x="359761" y="393989"/>
                </a:lnTo>
                <a:lnTo>
                  <a:pt x="356931" y="391611"/>
                </a:lnTo>
                <a:lnTo>
                  <a:pt x="355364" y="387717"/>
                </a:lnTo>
                <a:lnTo>
                  <a:pt x="354743" y="380944"/>
                </a:lnTo>
                <a:lnTo>
                  <a:pt x="351891" y="375474"/>
                </a:lnTo>
                <a:lnTo>
                  <a:pt x="350206" y="367456"/>
                </a:lnTo>
                <a:lnTo>
                  <a:pt x="344749" y="356727"/>
                </a:lnTo>
                <a:lnTo>
                  <a:pt x="336386" y="347519"/>
                </a:lnTo>
                <a:lnTo>
                  <a:pt x="331855" y="344730"/>
                </a:lnTo>
                <a:lnTo>
                  <a:pt x="321062" y="340285"/>
                </a:lnTo>
                <a:lnTo>
                  <a:pt x="289200" y="339694"/>
                </a:lnTo>
                <a:close/>
                <a:moveTo>
                  <a:pt x="432307" y="339743"/>
                </a:moveTo>
                <a:lnTo>
                  <a:pt x="424834" y="343043"/>
                </a:lnTo>
                <a:lnTo>
                  <a:pt x="419962" y="343986"/>
                </a:lnTo>
                <a:lnTo>
                  <a:pt x="417145" y="345931"/>
                </a:lnTo>
                <a:lnTo>
                  <a:pt x="406866" y="356684"/>
                </a:lnTo>
                <a:lnTo>
                  <a:pt x="397922" y="371186"/>
                </a:lnTo>
                <a:lnTo>
                  <a:pt x="394117" y="384661"/>
                </a:lnTo>
                <a:lnTo>
                  <a:pt x="391355" y="406873"/>
                </a:lnTo>
                <a:lnTo>
                  <a:pt x="391513" y="425995"/>
                </a:lnTo>
                <a:lnTo>
                  <a:pt x="393994" y="448569"/>
                </a:lnTo>
                <a:lnTo>
                  <a:pt x="398014" y="460117"/>
                </a:lnTo>
                <a:lnTo>
                  <a:pt x="400802" y="464291"/>
                </a:lnTo>
                <a:lnTo>
                  <a:pt x="402055" y="468667"/>
                </a:lnTo>
                <a:lnTo>
                  <a:pt x="412881" y="481210"/>
                </a:lnTo>
                <a:lnTo>
                  <a:pt x="417973" y="485760"/>
                </a:lnTo>
                <a:lnTo>
                  <a:pt x="425546" y="489763"/>
                </a:lnTo>
                <a:lnTo>
                  <a:pt x="429305" y="490350"/>
                </a:lnTo>
                <a:lnTo>
                  <a:pt x="456627" y="490669"/>
                </a:lnTo>
                <a:lnTo>
                  <a:pt x="468873" y="489791"/>
                </a:lnTo>
                <a:lnTo>
                  <a:pt x="481258" y="482224"/>
                </a:lnTo>
                <a:lnTo>
                  <a:pt x="485623" y="477813"/>
                </a:lnTo>
                <a:lnTo>
                  <a:pt x="491814" y="469219"/>
                </a:lnTo>
                <a:lnTo>
                  <a:pt x="496326" y="458437"/>
                </a:lnTo>
                <a:lnTo>
                  <a:pt x="497538" y="449973"/>
                </a:lnTo>
                <a:lnTo>
                  <a:pt x="500400" y="441065"/>
                </a:lnTo>
                <a:lnTo>
                  <a:pt x="502772" y="438108"/>
                </a:lnTo>
                <a:lnTo>
                  <a:pt x="507746" y="434648"/>
                </a:lnTo>
                <a:lnTo>
                  <a:pt x="508496" y="432249"/>
                </a:lnTo>
                <a:lnTo>
                  <a:pt x="507256" y="430830"/>
                </a:lnTo>
                <a:lnTo>
                  <a:pt x="502084" y="430414"/>
                </a:lnTo>
                <a:lnTo>
                  <a:pt x="467620" y="430641"/>
                </a:lnTo>
                <a:lnTo>
                  <a:pt x="462134" y="431426"/>
                </a:lnTo>
                <a:lnTo>
                  <a:pt x="461247" y="432485"/>
                </a:lnTo>
                <a:lnTo>
                  <a:pt x="461565" y="433611"/>
                </a:lnTo>
                <a:lnTo>
                  <a:pt x="470627" y="439544"/>
                </a:lnTo>
                <a:lnTo>
                  <a:pt x="472113" y="442548"/>
                </a:lnTo>
                <a:lnTo>
                  <a:pt x="471820" y="464832"/>
                </a:lnTo>
                <a:lnTo>
                  <a:pt x="467491" y="476064"/>
                </a:lnTo>
                <a:lnTo>
                  <a:pt x="462770" y="481659"/>
                </a:lnTo>
                <a:lnTo>
                  <a:pt x="456497" y="484873"/>
                </a:lnTo>
                <a:lnTo>
                  <a:pt x="442829" y="485721"/>
                </a:lnTo>
                <a:lnTo>
                  <a:pt x="436331" y="485062"/>
                </a:lnTo>
                <a:lnTo>
                  <a:pt x="433639" y="483580"/>
                </a:lnTo>
                <a:lnTo>
                  <a:pt x="427236" y="477251"/>
                </a:lnTo>
                <a:lnTo>
                  <a:pt x="422914" y="468373"/>
                </a:lnTo>
                <a:lnTo>
                  <a:pt x="421387" y="458381"/>
                </a:lnTo>
                <a:lnTo>
                  <a:pt x="418321" y="450791"/>
                </a:lnTo>
                <a:lnTo>
                  <a:pt x="418321" y="377908"/>
                </a:lnTo>
                <a:lnTo>
                  <a:pt x="421584" y="370872"/>
                </a:lnTo>
                <a:lnTo>
                  <a:pt x="422781" y="363717"/>
                </a:lnTo>
                <a:lnTo>
                  <a:pt x="429032" y="352578"/>
                </a:lnTo>
                <a:lnTo>
                  <a:pt x="435361" y="346126"/>
                </a:lnTo>
                <a:lnTo>
                  <a:pt x="450563" y="345028"/>
                </a:lnTo>
                <a:lnTo>
                  <a:pt x="457829" y="345836"/>
                </a:lnTo>
                <a:lnTo>
                  <a:pt x="462874" y="349668"/>
                </a:lnTo>
                <a:lnTo>
                  <a:pt x="466446" y="354147"/>
                </a:lnTo>
                <a:lnTo>
                  <a:pt x="471466" y="365571"/>
                </a:lnTo>
                <a:lnTo>
                  <a:pt x="471962" y="368278"/>
                </a:lnTo>
                <a:lnTo>
                  <a:pt x="472365" y="384473"/>
                </a:lnTo>
                <a:lnTo>
                  <a:pt x="471457" y="391069"/>
                </a:lnTo>
                <a:lnTo>
                  <a:pt x="468581" y="393862"/>
                </a:lnTo>
                <a:lnTo>
                  <a:pt x="461757" y="396038"/>
                </a:lnTo>
                <a:lnTo>
                  <a:pt x="460918" y="397360"/>
                </a:lnTo>
                <a:lnTo>
                  <a:pt x="461404" y="398392"/>
                </a:lnTo>
                <a:lnTo>
                  <a:pt x="464760" y="399822"/>
                </a:lnTo>
                <a:lnTo>
                  <a:pt x="500215" y="399775"/>
                </a:lnTo>
                <a:lnTo>
                  <a:pt x="507209" y="399576"/>
                </a:lnTo>
                <a:lnTo>
                  <a:pt x="508662" y="397660"/>
                </a:lnTo>
                <a:lnTo>
                  <a:pt x="506919" y="395262"/>
                </a:lnTo>
                <a:lnTo>
                  <a:pt x="502326" y="393289"/>
                </a:lnTo>
                <a:lnTo>
                  <a:pt x="500872" y="391075"/>
                </a:lnTo>
                <a:lnTo>
                  <a:pt x="497803" y="383066"/>
                </a:lnTo>
                <a:lnTo>
                  <a:pt x="496326" y="373224"/>
                </a:lnTo>
                <a:lnTo>
                  <a:pt x="493765" y="367979"/>
                </a:lnTo>
                <a:lnTo>
                  <a:pt x="491791" y="360763"/>
                </a:lnTo>
                <a:lnTo>
                  <a:pt x="484200" y="351278"/>
                </a:lnTo>
                <a:lnTo>
                  <a:pt x="477945" y="345610"/>
                </a:lnTo>
                <a:lnTo>
                  <a:pt x="462873" y="339899"/>
                </a:lnTo>
                <a:lnTo>
                  <a:pt x="432307" y="339743"/>
                </a:lnTo>
                <a:close/>
                <a:moveTo>
                  <a:pt x="721820" y="339694"/>
                </a:moveTo>
                <a:lnTo>
                  <a:pt x="709508" y="344600"/>
                </a:lnTo>
                <a:lnTo>
                  <a:pt x="700295" y="351474"/>
                </a:lnTo>
                <a:lnTo>
                  <a:pt x="693362" y="361177"/>
                </a:lnTo>
                <a:lnTo>
                  <a:pt x="685708" y="375647"/>
                </a:lnTo>
                <a:lnTo>
                  <a:pt x="681285" y="393636"/>
                </a:lnTo>
                <a:lnTo>
                  <a:pt x="681047" y="429023"/>
                </a:lnTo>
                <a:lnTo>
                  <a:pt x="681864" y="442745"/>
                </a:lnTo>
                <a:lnTo>
                  <a:pt x="684461" y="448058"/>
                </a:lnTo>
                <a:lnTo>
                  <a:pt x="685726" y="456099"/>
                </a:lnTo>
                <a:lnTo>
                  <a:pt x="690906" y="467740"/>
                </a:lnTo>
                <a:lnTo>
                  <a:pt x="697793" y="477208"/>
                </a:lnTo>
                <a:lnTo>
                  <a:pt x="708339" y="485321"/>
                </a:lnTo>
                <a:lnTo>
                  <a:pt x="714719" y="489424"/>
                </a:lnTo>
                <a:lnTo>
                  <a:pt x="717329" y="490179"/>
                </a:lnTo>
                <a:lnTo>
                  <a:pt x="752352" y="489972"/>
                </a:lnTo>
                <a:lnTo>
                  <a:pt x="763237" y="484315"/>
                </a:lnTo>
                <a:lnTo>
                  <a:pt x="774820" y="473606"/>
                </a:lnTo>
                <a:lnTo>
                  <a:pt x="779739" y="466328"/>
                </a:lnTo>
                <a:lnTo>
                  <a:pt x="787184" y="446663"/>
                </a:lnTo>
                <a:lnTo>
                  <a:pt x="789788" y="414675"/>
                </a:lnTo>
                <a:lnTo>
                  <a:pt x="787956" y="387954"/>
                </a:lnTo>
                <a:lnTo>
                  <a:pt x="783366" y="374294"/>
                </a:lnTo>
                <a:lnTo>
                  <a:pt x="779654" y="366330"/>
                </a:lnTo>
                <a:lnTo>
                  <a:pt x="772629" y="354928"/>
                </a:lnTo>
                <a:lnTo>
                  <a:pt x="766017" y="348173"/>
                </a:lnTo>
                <a:lnTo>
                  <a:pt x="760943" y="344696"/>
                </a:lnTo>
                <a:lnTo>
                  <a:pt x="754784" y="343178"/>
                </a:lnTo>
                <a:lnTo>
                  <a:pt x="748905" y="339872"/>
                </a:lnTo>
                <a:lnTo>
                  <a:pt x="721820" y="339694"/>
                </a:lnTo>
                <a:close/>
                <a:moveTo>
                  <a:pt x="747674" y="347475"/>
                </a:moveTo>
                <a:lnTo>
                  <a:pt x="751545" y="350918"/>
                </a:lnTo>
                <a:lnTo>
                  <a:pt x="753688" y="354061"/>
                </a:lnTo>
                <a:lnTo>
                  <a:pt x="759644" y="370275"/>
                </a:lnTo>
                <a:lnTo>
                  <a:pt x="760576" y="381620"/>
                </a:lnTo>
                <a:lnTo>
                  <a:pt x="762635" y="391930"/>
                </a:lnTo>
                <a:lnTo>
                  <a:pt x="763611" y="406138"/>
                </a:lnTo>
                <a:lnTo>
                  <a:pt x="763577" y="427380"/>
                </a:lnTo>
                <a:lnTo>
                  <a:pt x="761788" y="446940"/>
                </a:lnTo>
                <a:lnTo>
                  <a:pt x="758869" y="464328"/>
                </a:lnTo>
                <a:lnTo>
                  <a:pt x="755167" y="474650"/>
                </a:lnTo>
                <a:lnTo>
                  <a:pt x="752168" y="479238"/>
                </a:lnTo>
                <a:lnTo>
                  <a:pt x="749046" y="482304"/>
                </a:lnTo>
                <a:lnTo>
                  <a:pt x="744762" y="484888"/>
                </a:lnTo>
                <a:lnTo>
                  <a:pt x="737104" y="485719"/>
                </a:lnTo>
                <a:lnTo>
                  <a:pt x="727625" y="485294"/>
                </a:lnTo>
                <a:lnTo>
                  <a:pt x="722187" y="483568"/>
                </a:lnTo>
                <a:lnTo>
                  <a:pt x="714969" y="475371"/>
                </a:lnTo>
                <a:lnTo>
                  <a:pt x="710061" y="460725"/>
                </a:lnTo>
                <a:lnTo>
                  <a:pt x="706758" y="435146"/>
                </a:lnTo>
                <a:lnTo>
                  <a:pt x="706410" y="404147"/>
                </a:lnTo>
                <a:lnTo>
                  <a:pt x="706914" y="394023"/>
                </a:lnTo>
                <a:lnTo>
                  <a:pt x="710028" y="372134"/>
                </a:lnTo>
                <a:lnTo>
                  <a:pt x="714971" y="356543"/>
                </a:lnTo>
                <a:lnTo>
                  <a:pt x="718037" y="351616"/>
                </a:lnTo>
                <a:lnTo>
                  <a:pt x="723453" y="346935"/>
                </a:lnTo>
                <a:lnTo>
                  <a:pt x="727005" y="345272"/>
                </a:lnTo>
                <a:lnTo>
                  <a:pt x="739969" y="345056"/>
                </a:lnTo>
                <a:lnTo>
                  <a:pt x="744403" y="345580"/>
                </a:lnTo>
                <a:lnTo>
                  <a:pt x="747674" y="347475"/>
                </a:lnTo>
                <a:close/>
                <a:moveTo>
                  <a:pt x="971740" y="339743"/>
                </a:moveTo>
                <a:lnTo>
                  <a:pt x="958883" y="344968"/>
                </a:lnTo>
                <a:lnTo>
                  <a:pt x="950494" y="350878"/>
                </a:lnTo>
                <a:lnTo>
                  <a:pt x="942616" y="361374"/>
                </a:lnTo>
                <a:lnTo>
                  <a:pt x="934198" y="379594"/>
                </a:lnTo>
                <a:lnTo>
                  <a:pt x="930850" y="399817"/>
                </a:lnTo>
                <a:lnTo>
                  <a:pt x="929850" y="413892"/>
                </a:lnTo>
                <a:lnTo>
                  <a:pt x="930690" y="432939"/>
                </a:lnTo>
                <a:lnTo>
                  <a:pt x="933623" y="448252"/>
                </a:lnTo>
                <a:lnTo>
                  <a:pt x="936363" y="454435"/>
                </a:lnTo>
                <a:lnTo>
                  <a:pt x="937761" y="460530"/>
                </a:lnTo>
                <a:lnTo>
                  <a:pt x="942092" y="469306"/>
                </a:lnTo>
                <a:lnTo>
                  <a:pt x="951447" y="480572"/>
                </a:lnTo>
                <a:lnTo>
                  <a:pt x="964944" y="489318"/>
                </a:lnTo>
                <a:lnTo>
                  <a:pt x="968141" y="490248"/>
                </a:lnTo>
                <a:lnTo>
                  <a:pt x="975349" y="490629"/>
                </a:lnTo>
                <a:lnTo>
                  <a:pt x="1002754" y="490209"/>
                </a:lnTo>
                <a:lnTo>
                  <a:pt x="1012847" y="484900"/>
                </a:lnTo>
                <a:lnTo>
                  <a:pt x="1023165" y="475835"/>
                </a:lnTo>
                <a:lnTo>
                  <a:pt x="1027654" y="469720"/>
                </a:lnTo>
                <a:lnTo>
                  <a:pt x="1031927" y="461931"/>
                </a:lnTo>
                <a:lnTo>
                  <a:pt x="1035766" y="451215"/>
                </a:lnTo>
                <a:lnTo>
                  <a:pt x="1039431" y="432207"/>
                </a:lnTo>
                <a:lnTo>
                  <a:pt x="1040178" y="415636"/>
                </a:lnTo>
                <a:lnTo>
                  <a:pt x="1039304" y="399345"/>
                </a:lnTo>
                <a:lnTo>
                  <a:pt x="1036007" y="380977"/>
                </a:lnTo>
                <a:lnTo>
                  <a:pt x="1032298" y="370097"/>
                </a:lnTo>
                <a:lnTo>
                  <a:pt x="1027085" y="360516"/>
                </a:lnTo>
                <a:lnTo>
                  <a:pt x="1017432" y="349651"/>
                </a:lnTo>
                <a:lnTo>
                  <a:pt x="1011090" y="345229"/>
                </a:lnTo>
                <a:lnTo>
                  <a:pt x="998357" y="339768"/>
                </a:lnTo>
                <a:lnTo>
                  <a:pt x="971740" y="339743"/>
                </a:lnTo>
                <a:close/>
                <a:moveTo>
                  <a:pt x="991339" y="345160"/>
                </a:moveTo>
                <a:lnTo>
                  <a:pt x="997249" y="347573"/>
                </a:lnTo>
                <a:lnTo>
                  <a:pt x="1001192" y="350439"/>
                </a:lnTo>
                <a:lnTo>
                  <a:pt x="1003404" y="353172"/>
                </a:lnTo>
                <a:lnTo>
                  <a:pt x="1007201" y="360751"/>
                </a:lnTo>
                <a:lnTo>
                  <a:pt x="1011481" y="378105"/>
                </a:lnTo>
                <a:lnTo>
                  <a:pt x="1012308" y="415018"/>
                </a:lnTo>
                <a:lnTo>
                  <a:pt x="1011573" y="453284"/>
                </a:lnTo>
                <a:lnTo>
                  <a:pt x="1006876" y="470951"/>
                </a:lnTo>
                <a:lnTo>
                  <a:pt x="1004663" y="475720"/>
                </a:lnTo>
                <a:lnTo>
                  <a:pt x="999997" y="481717"/>
                </a:lnTo>
                <a:lnTo>
                  <a:pt x="996414" y="484332"/>
                </a:lnTo>
                <a:lnTo>
                  <a:pt x="993577" y="485226"/>
                </a:lnTo>
                <a:lnTo>
                  <a:pt x="975758" y="485226"/>
                </a:lnTo>
                <a:lnTo>
                  <a:pt x="973337" y="484090"/>
                </a:lnTo>
                <a:lnTo>
                  <a:pt x="968988" y="480088"/>
                </a:lnTo>
                <a:lnTo>
                  <a:pt x="963018" y="471972"/>
                </a:lnTo>
                <a:lnTo>
                  <a:pt x="959336" y="457665"/>
                </a:lnTo>
                <a:lnTo>
                  <a:pt x="957275" y="426898"/>
                </a:lnTo>
                <a:lnTo>
                  <a:pt x="958296" y="379041"/>
                </a:lnTo>
                <a:lnTo>
                  <a:pt x="965605" y="355693"/>
                </a:lnTo>
                <a:lnTo>
                  <a:pt x="969081" y="351168"/>
                </a:lnTo>
                <a:lnTo>
                  <a:pt x="973506" y="346930"/>
                </a:lnTo>
                <a:lnTo>
                  <a:pt x="977090" y="345133"/>
                </a:lnTo>
                <a:lnTo>
                  <a:pt x="991339" y="345160"/>
                </a:lnTo>
                <a:close/>
                <a:moveTo>
                  <a:pt x="111917" y="340482"/>
                </a:moveTo>
                <a:lnTo>
                  <a:pt x="110333" y="342021"/>
                </a:lnTo>
                <a:lnTo>
                  <a:pt x="111316" y="344887"/>
                </a:lnTo>
                <a:lnTo>
                  <a:pt x="122357" y="350393"/>
                </a:lnTo>
                <a:lnTo>
                  <a:pt x="128264" y="359397"/>
                </a:lnTo>
                <a:lnTo>
                  <a:pt x="130224" y="365726"/>
                </a:lnTo>
                <a:lnTo>
                  <a:pt x="132939" y="369654"/>
                </a:lnTo>
                <a:lnTo>
                  <a:pt x="138196" y="381645"/>
                </a:lnTo>
                <a:lnTo>
                  <a:pt x="140935" y="385504"/>
                </a:lnTo>
                <a:lnTo>
                  <a:pt x="141846" y="389967"/>
                </a:lnTo>
                <a:lnTo>
                  <a:pt x="144484" y="393240"/>
                </a:lnTo>
                <a:lnTo>
                  <a:pt x="145983" y="398924"/>
                </a:lnTo>
                <a:lnTo>
                  <a:pt x="164433" y="436419"/>
                </a:lnTo>
                <a:lnTo>
                  <a:pt x="165299" y="441170"/>
                </a:lnTo>
                <a:lnTo>
                  <a:pt x="168563" y="446494"/>
                </a:lnTo>
                <a:lnTo>
                  <a:pt x="168752" y="457255"/>
                </a:lnTo>
                <a:lnTo>
                  <a:pt x="164328" y="464617"/>
                </a:lnTo>
                <a:lnTo>
                  <a:pt x="160215" y="465706"/>
                </a:lnTo>
                <a:lnTo>
                  <a:pt x="143242" y="466763"/>
                </a:lnTo>
                <a:lnTo>
                  <a:pt x="140628" y="467500"/>
                </a:lnTo>
                <a:lnTo>
                  <a:pt x="138068" y="469478"/>
                </a:lnTo>
                <a:lnTo>
                  <a:pt x="134126" y="476847"/>
                </a:lnTo>
                <a:lnTo>
                  <a:pt x="133489" y="484681"/>
                </a:lnTo>
                <a:lnTo>
                  <a:pt x="134041" y="489535"/>
                </a:lnTo>
                <a:lnTo>
                  <a:pt x="136341" y="491600"/>
                </a:lnTo>
                <a:lnTo>
                  <a:pt x="142286" y="492385"/>
                </a:lnTo>
                <a:lnTo>
                  <a:pt x="159620" y="490172"/>
                </a:lnTo>
                <a:lnTo>
                  <a:pt x="165237" y="485103"/>
                </a:lnTo>
                <a:lnTo>
                  <a:pt x="166843" y="478612"/>
                </a:lnTo>
                <a:lnTo>
                  <a:pt x="169522" y="473149"/>
                </a:lnTo>
                <a:lnTo>
                  <a:pt x="170623" y="461286"/>
                </a:lnTo>
                <a:lnTo>
                  <a:pt x="173297" y="456496"/>
                </a:lnTo>
                <a:lnTo>
                  <a:pt x="176967" y="444211"/>
                </a:lnTo>
                <a:lnTo>
                  <a:pt x="178361" y="434657"/>
                </a:lnTo>
                <a:lnTo>
                  <a:pt x="181205" y="428791"/>
                </a:lnTo>
                <a:lnTo>
                  <a:pt x="182264" y="419262"/>
                </a:lnTo>
                <a:lnTo>
                  <a:pt x="185170" y="410878"/>
                </a:lnTo>
                <a:lnTo>
                  <a:pt x="186733" y="399976"/>
                </a:lnTo>
                <a:lnTo>
                  <a:pt x="189295" y="393625"/>
                </a:lnTo>
                <a:lnTo>
                  <a:pt x="190449" y="387380"/>
                </a:lnTo>
                <a:lnTo>
                  <a:pt x="192864" y="382223"/>
                </a:lnTo>
                <a:lnTo>
                  <a:pt x="194988" y="372694"/>
                </a:lnTo>
                <a:lnTo>
                  <a:pt x="196895" y="369667"/>
                </a:lnTo>
                <a:lnTo>
                  <a:pt x="199006" y="368545"/>
                </a:lnTo>
                <a:lnTo>
                  <a:pt x="205984" y="367491"/>
                </a:lnTo>
                <a:lnTo>
                  <a:pt x="214731" y="367470"/>
                </a:lnTo>
                <a:lnTo>
                  <a:pt x="219124" y="365449"/>
                </a:lnTo>
                <a:lnTo>
                  <a:pt x="223045" y="355834"/>
                </a:lnTo>
                <a:lnTo>
                  <a:pt x="224344" y="345406"/>
                </a:lnTo>
                <a:lnTo>
                  <a:pt x="220004" y="341584"/>
                </a:lnTo>
                <a:lnTo>
                  <a:pt x="214927" y="339890"/>
                </a:lnTo>
                <a:lnTo>
                  <a:pt x="204842" y="341474"/>
                </a:lnTo>
                <a:lnTo>
                  <a:pt x="197087" y="345118"/>
                </a:lnTo>
                <a:lnTo>
                  <a:pt x="192987" y="353747"/>
                </a:lnTo>
                <a:lnTo>
                  <a:pt x="191959" y="364323"/>
                </a:lnTo>
                <a:lnTo>
                  <a:pt x="189072" y="370928"/>
                </a:lnTo>
                <a:lnTo>
                  <a:pt x="188143" y="381103"/>
                </a:lnTo>
                <a:lnTo>
                  <a:pt x="185114" y="385492"/>
                </a:lnTo>
                <a:lnTo>
                  <a:pt x="184388" y="394165"/>
                </a:lnTo>
                <a:lnTo>
                  <a:pt x="181279" y="398973"/>
                </a:lnTo>
                <a:lnTo>
                  <a:pt x="180116" y="406329"/>
                </a:lnTo>
                <a:lnTo>
                  <a:pt x="178448" y="407702"/>
                </a:lnTo>
                <a:lnTo>
                  <a:pt x="176536" y="406812"/>
                </a:lnTo>
                <a:lnTo>
                  <a:pt x="174852" y="404628"/>
                </a:lnTo>
                <a:lnTo>
                  <a:pt x="173740" y="400672"/>
                </a:lnTo>
                <a:lnTo>
                  <a:pt x="170796" y="396219"/>
                </a:lnTo>
                <a:lnTo>
                  <a:pt x="150480" y="352227"/>
                </a:lnTo>
                <a:lnTo>
                  <a:pt x="151024" y="349180"/>
                </a:lnTo>
                <a:lnTo>
                  <a:pt x="157414" y="344994"/>
                </a:lnTo>
                <a:lnTo>
                  <a:pt x="159040" y="342962"/>
                </a:lnTo>
                <a:lnTo>
                  <a:pt x="158974" y="341510"/>
                </a:lnTo>
                <a:lnTo>
                  <a:pt x="156563" y="340519"/>
                </a:lnTo>
                <a:lnTo>
                  <a:pt x="149445" y="340069"/>
                </a:lnTo>
                <a:lnTo>
                  <a:pt x="111917" y="340482"/>
                </a:lnTo>
                <a:close/>
                <a:moveTo>
                  <a:pt x="540548" y="340580"/>
                </a:moveTo>
                <a:lnTo>
                  <a:pt x="539722" y="342210"/>
                </a:lnTo>
                <a:lnTo>
                  <a:pt x="540263" y="343231"/>
                </a:lnTo>
                <a:lnTo>
                  <a:pt x="549442" y="349598"/>
                </a:lnTo>
                <a:lnTo>
                  <a:pt x="550545" y="351513"/>
                </a:lnTo>
                <a:lnTo>
                  <a:pt x="550974" y="393416"/>
                </a:lnTo>
                <a:lnTo>
                  <a:pt x="550791" y="480191"/>
                </a:lnTo>
                <a:lnTo>
                  <a:pt x="546756" y="483422"/>
                </a:lnTo>
                <a:lnTo>
                  <a:pt x="540551" y="486401"/>
                </a:lnTo>
                <a:lnTo>
                  <a:pt x="539846" y="488152"/>
                </a:lnTo>
                <a:lnTo>
                  <a:pt x="540407" y="489723"/>
                </a:lnTo>
                <a:lnTo>
                  <a:pt x="546347" y="490472"/>
                </a:lnTo>
                <a:lnTo>
                  <a:pt x="576496" y="490258"/>
                </a:lnTo>
                <a:lnTo>
                  <a:pt x="586839" y="489695"/>
                </a:lnTo>
                <a:lnTo>
                  <a:pt x="588346" y="488592"/>
                </a:lnTo>
                <a:lnTo>
                  <a:pt x="587070" y="486334"/>
                </a:lnTo>
                <a:lnTo>
                  <a:pt x="577799" y="480402"/>
                </a:lnTo>
                <a:lnTo>
                  <a:pt x="576615" y="475884"/>
                </a:lnTo>
                <a:lnTo>
                  <a:pt x="575909" y="446033"/>
                </a:lnTo>
                <a:lnTo>
                  <a:pt x="576476" y="424522"/>
                </a:lnTo>
                <a:lnTo>
                  <a:pt x="577836" y="420628"/>
                </a:lnTo>
                <a:lnTo>
                  <a:pt x="582661" y="419205"/>
                </a:lnTo>
                <a:lnTo>
                  <a:pt x="591712" y="420667"/>
                </a:lnTo>
                <a:lnTo>
                  <a:pt x="598921" y="425757"/>
                </a:lnTo>
                <a:lnTo>
                  <a:pt x="606130" y="433847"/>
                </a:lnTo>
                <a:lnTo>
                  <a:pt x="613515" y="447982"/>
                </a:lnTo>
                <a:lnTo>
                  <a:pt x="617543" y="460825"/>
                </a:lnTo>
                <a:lnTo>
                  <a:pt x="617611" y="478578"/>
                </a:lnTo>
                <a:lnTo>
                  <a:pt x="616379" y="481353"/>
                </a:lnTo>
                <a:lnTo>
                  <a:pt x="613474" y="484075"/>
                </a:lnTo>
                <a:lnTo>
                  <a:pt x="605742" y="486744"/>
                </a:lnTo>
                <a:lnTo>
                  <a:pt x="605762" y="489212"/>
                </a:lnTo>
                <a:lnTo>
                  <a:pt x="609110" y="490077"/>
                </a:lnTo>
                <a:lnTo>
                  <a:pt x="618760" y="490383"/>
                </a:lnTo>
                <a:lnTo>
                  <a:pt x="646446" y="490428"/>
                </a:lnTo>
                <a:lnTo>
                  <a:pt x="654245" y="489634"/>
                </a:lnTo>
                <a:lnTo>
                  <a:pt x="654915" y="488629"/>
                </a:lnTo>
                <a:lnTo>
                  <a:pt x="654526" y="486556"/>
                </a:lnTo>
                <a:lnTo>
                  <a:pt x="648669" y="483733"/>
                </a:lnTo>
                <a:lnTo>
                  <a:pt x="645283" y="479467"/>
                </a:lnTo>
                <a:lnTo>
                  <a:pt x="642100" y="465089"/>
                </a:lnTo>
                <a:lnTo>
                  <a:pt x="639426" y="458190"/>
                </a:lnTo>
                <a:lnTo>
                  <a:pt x="637846" y="451223"/>
                </a:lnTo>
                <a:lnTo>
                  <a:pt x="629803" y="436258"/>
                </a:lnTo>
                <a:lnTo>
                  <a:pt x="617323" y="424057"/>
                </a:lnTo>
                <a:lnTo>
                  <a:pt x="607275" y="417551"/>
                </a:lnTo>
                <a:lnTo>
                  <a:pt x="606201" y="415232"/>
                </a:lnTo>
                <a:lnTo>
                  <a:pt x="607899" y="412471"/>
                </a:lnTo>
                <a:lnTo>
                  <a:pt x="613448" y="411141"/>
                </a:lnTo>
                <a:lnTo>
                  <a:pt x="621808" y="404366"/>
                </a:lnTo>
                <a:lnTo>
                  <a:pt x="627470" y="398490"/>
                </a:lnTo>
                <a:lnTo>
                  <a:pt x="633888" y="390058"/>
                </a:lnTo>
                <a:lnTo>
                  <a:pt x="635346" y="385471"/>
                </a:lnTo>
                <a:lnTo>
                  <a:pt x="638086" y="380568"/>
                </a:lnTo>
                <a:lnTo>
                  <a:pt x="641803" y="368789"/>
                </a:lnTo>
                <a:lnTo>
                  <a:pt x="644406" y="352018"/>
                </a:lnTo>
                <a:lnTo>
                  <a:pt x="646211" y="349467"/>
                </a:lnTo>
                <a:lnTo>
                  <a:pt x="652726" y="345028"/>
                </a:lnTo>
                <a:lnTo>
                  <a:pt x="653873" y="343197"/>
                </a:lnTo>
                <a:lnTo>
                  <a:pt x="653404" y="341291"/>
                </a:lnTo>
                <a:lnTo>
                  <a:pt x="650808" y="339989"/>
                </a:lnTo>
                <a:lnTo>
                  <a:pt x="640276" y="339777"/>
                </a:lnTo>
                <a:lnTo>
                  <a:pt x="611478" y="340284"/>
                </a:lnTo>
                <a:lnTo>
                  <a:pt x="605611" y="341210"/>
                </a:lnTo>
                <a:lnTo>
                  <a:pt x="605742" y="342957"/>
                </a:lnTo>
                <a:lnTo>
                  <a:pt x="616189" y="349736"/>
                </a:lnTo>
                <a:lnTo>
                  <a:pt x="617574" y="352141"/>
                </a:lnTo>
                <a:lnTo>
                  <a:pt x="617795" y="369894"/>
                </a:lnTo>
                <a:lnTo>
                  <a:pt x="613417" y="383773"/>
                </a:lnTo>
                <a:lnTo>
                  <a:pt x="609393" y="392404"/>
                </a:lnTo>
                <a:lnTo>
                  <a:pt x="600562" y="404947"/>
                </a:lnTo>
                <a:lnTo>
                  <a:pt x="592576" y="410166"/>
                </a:lnTo>
                <a:lnTo>
                  <a:pt x="582699" y="410907"/>
                </a:lnTo>
                <a:lnTo>
                  <a:pt x="578390" y="410318"/>
                </a:lnTo>
                <a:lnTo>
                  <a:pt x="576596" y="408293"/>
                </a:lnTo>
                <a:lnTo>
                  <a:pt x="576596" y="356782"/>
                </a:lnTo>
                <a:lnTo>
                  <a:pt x="578744" y="350832"/>
                </a:lnTo>
                <a:lnTo>
                  <a:pt x="586506" y="345006"/>
                </a:lnTo>
                <a:lnTo>
                  <a:pt x="588136" y="343133"/>
                </a:lnTo>
                <a:lnTo>
                  <a:pt x="588383" y="341567"/>
                </a:lnTo>
                <a:lnTo>
                  <a:pt x="586261" y="340484"/>
                </a:lnTo>
                <a:lnTo>
                  <a:pt x="578937" y="339985"/>
                </a:lnTo>
                <a:lnTo>
                  <a:pt x="546437" y="339751"/>
                </a:lnTo>
                <a:lnTo>
                  <a:pt x="540548" y="340580"/>
                </a:lnTo>
                <a:close/>
                <a:moveTo>
                  <a:pt x="818095" y="340236"/>
                </a:moveTo>
                <a:lnTo>
                  <a:pt x="816353" y="341765"/>
                </a:lnTo>
                <a:lnTo>
                  <a:pt x="817037" y="344604"/>
                </a:lnTo>
                <a:lnTo>
                  <a:pt x="823616" y="349642"/>
                </a:lnTo>
                <a:lnTo>
                  <a:pt x="826121" y="352645"/>
                </a:lnTo>
                <a:lnTo>
                  <a:pt x="826700" y="465437"/>
                </a:lnTo>
                <a:lnTo>
                  <a:pt x="825978" y="480038"/>
                </a:lnTo>
                <a:lnTo>
                  <a:pt x="822798" y="483729"/>
                </a:lnTo>
                <a:lnTo>
                  <a:pt x="817241" y="486254"/>
                </a:lnTo>
                <a:lnTo>
                  <a:pt x="816006" y="488213"/>
                </a:lnTo>
                <a:lnTo>
                  <a:pt x="817159" y="489744"/>
                </a:lnTo>
                <a:lnTo>
                  <a:pt x="822156" y="490208"/>
                </a:lnTo>
                <a:lnTo>
                  <a:pt x="861529" y="489843"/>
                </a:lnTo>
                <a:lnTo>
                  <a:pt x="862902" y="488581"/>
                </a:lnTo>
                <a:lnTo>
                  <a:pt x="862408" y="487088"/>
                </a:lnTo>
                <a:lnTo>
                  <a:pt x="856654" y="483823"/>
                </a:lnTo>
                <a:lnTo>
                  <a:pt x="852172" y="477876"/>
                </a:lnTo>
                <a:lnTo>
                  <a:pt x="852122" y="355608"/>
                </a:lnTo>
                <a:lnTo>
                  <a:pt x="855980" y="349755"/>
                </a:lnTo>
                <a:lnTo>
                  <a:pt x="861747" y="346551"/>
                </a:lnTo>
                <a:lnTo>
                  <a:pt x="866570" y="346445"/>
                </a:lnTo>
                <a:lnTo>
                  <a:pt x="876053" y="348883"/>
                </a:lnTo>
                <a:lnTo>
                  <a:pt x="885338" y="358252"/>
                </a:lnTo>
                <a:lnTo>
                  <a:pt x="889040" y="366098"/>
                </a:lnTo>
                <a:lnTo>
                  <a:pt x="890787" y="374732"/>
                </a:lnTo>
                <a:lnTo>
                  <a:pt x="892096" y="375652"/>
                </a:lnTo>
                <a:lnTo>
                  <a:pt x="895354" y="375616"/>
                </a:lnTo>
                <a:lnTo>
                  <a:pt x="897602" y="373631"/>
                </a:lnTo>
                <a:lnTo>
                  <a:pt x="899775" y="362267"/>
                </a:lnTo>
                <a:lnTo>
                  <a:pt x="902921" y="354180"/>
                </a:lnTo>
                <a:lnTo>
                  <a:pt x="906149" y="348866"/>
                </a:lnTo>
                <a:lnTo>
                  <a:pt x="906422" y="345006"/>
                </a:lnTo>
                <a:lnTo>
                  <a:pt x="903786" y="340938"/>
                </a:lnTo>
                <a:lnTo>
                  <a:pt x="899826" y="340193"/>
                </a:lnTo>
                <a:lnTo>
                  <a:pt x="818095" y="340236"/>
                </a:lnTo>
                <a:close/>
                <a:moveTo>
                  <a:pt x="1165914" y="340236"/>
                </a:moveTo>
                <a:lnTo>
                  <a:pt x="1163159" y="341614"/>
                </a:lnTo>
                <a:lnTo>
                  <a:pt x="1163177" y="343927"/>
                </a:lnTo>
                <a:lnTo>
                  <a:pt x="1170229" y="350452"/>
                </a:lnTo>
                <a:lnTo>
                  <a:pt x="1171930" y="354613"/>
                </a:lnTo>
                <a:lnTo>
                  <a:pt x="1170250" y="370889"/>
                </a:lnTo>
                <a:lnTo>
                  <a:pt x="1167090" y="376806"/>
                </a:lnTo>
                <a:lnTo>
                  <a:pt x="1166006" y="386865"/>
                </a:lnTo>
                <a:lnTo>
                  <a:pt x="1162307" y="393993"/>
                </a:lnTo>
                <a:lnTo>
                  <a:pt x="1161260" y="402512"/>
                </a:lnTo>
                <a:lnTo>
                  <a:pt x="1154945" y="426058"/>
                </a:lnTo>
                <a:lnTo>
                  <a:pt x="1153781" y="436898"/>
                </a:lnTo>
                <a:lnTo>
                  <a:pt x="1147119" y="458084"/>
                </a:lnTo>
                <a:lnTo>
                  <a:pt x="1142424" y="480036"/>
                </a:lnTo>
                <a:lnTo>
                  <a:pt x="1140502" y="483454"/>
                </a:lnTo>
                <a:lnTo>
                  <a:pt x="1138534" y="484869"/>
                </a:lnTo>
                <a:lnTo>
                  <a:pt x="1120768" y="485844"/>
                </a:lnTo>
                <a:lnTo>
                  <a:pt x="1119140" y="486538"/>
                </a:lnTo>
                <a:lnTo>
                  <a:pt x="1118472" y="487797"/>
                </a:lnTo>
                <a:lnTo>
                  <a:pt x="1119156" y="493795"/>
                </a:lnTo>
                <a:lnTo>
                  <a:pt x="1125681" y="506586"/>
                </a:lnTo>
                <a:lnTo>
                  <a:pt x="1127004" y="515457"/>
                </a:lnTo>
                <a:lnTo>
                  <a:pt x="1130255" y="518980"/>
                </a:lnTo>
                <a:lnTo>
                  <a:pt x="1132016" y="519658"/>
                </a:lnTo>
                <a:lnTo>
                  <a:pt x="1133394" y="519168"/>
                </a:lnTo>
                <a:lnTo>
                  <a:pt x="1136867" y="507401"/>
                </a:lnTo>
                <a:lnTo>
                  <a:pt x="1143118" y="496311"/>
                </a:lnTo>
                <a:lnTo>
                  <a:pt x="1149191" y="490610"/>
                </a:lnTo>
                <a:lnTo>
                  <a:pt x="1221413" y="490828"/>
                </a:lnTo>
                <a:lnTo>
                  <a:pt x="1227014" y="495660"/>
                </a:lnTo>
                <a:lnTo>
                  <a:pt x="1231803" y="503016"/>
                </a:lnTo>
                <a:lnTo>
                  <a:pt x="1232949" y="508482"/>
                </a:lnTo>
                <a:lnTo>
                  <a:pt x="1235748" y="513876"/>
                </a:lnTo>
                <a:lnTo>
                  <a:pt x="1237027" y="518418"/>
                </a:lnTo>
                <a:lnTo>
                  <a:pt x="1238098" y="519989"/>
                </a:lnTo>
                <a:lnTo>
                  <a:pt x="1239487" y="520204"/>
                </a:lnTo>
                <a:lnTo>
                  <a:pt x="1241267" y="518678"/>
                </a:lnTo>
                <a:lnTo>
                  <a:pt x="1243204" y="514859"/>
                </a:lnTo>
                <a:lnTo>
                  <a:pt x="1245974" y="503164"/>
                </a:lnTo>
                <a:lnTo>
                  <a:pt x="1252587" y="488574"/>
                </a:lnTo>
                <a:lnTo>
                  <a:pt x="1251257" y="486443"/>
                </a:lnTo>
                <a:lnTo>
                  <a:pt x="1249539" y="485669"/>
                </a:lnTo>
                <a:lnTo>
                  <a:pt x="1234882" y="485077"/>
                </a:lnTo>
                <a:lnTo>
                  <a:pt x="1231558" y="482671"/>
                </a:lnTo>
                <a:lnTo>
                  <a:pt x="1229994" y="479956"/>
                </a:lnTo>
                <a:lnTo>
                  <a:pt x="1225014" y="458664"/>
                </a:lnTo>
                <a:lnTo>
                  <a:pt x="1222323" y="452166"/>
                </a:lnTo>
                <a:lnTo>
                  <a:pt x="1217507" y="427323"/>
                </a:lnTo>
                <a:lnTo>
                  <a:pt x="1214588" y="418855"/>
                </a:lnTo>
                <a:lnTo>
                  <a:pt x="1213039" y="409750"/>
                </a:lnTo>
                <a:lnTo>
                  <a:pt x="1210678" y="403405"/>
                </a:lnTo>
                <a:lnTo>
                  <a:pt x="1209324" y="393304"/>
                </a:lnTo>
                <a:lnTo>
                  <a:pt x="1206572" y="386046"/>
                </a:lnTo>
                <a:lnTo>
                  <a:pt x="1205378" y="377588"/>
                </a:lnTo>
                <a:lnTo>
                  <a:pt x="1202604" y="369069"/>
                </a:lnTo>
                <a:lnTo>
                  <a:pt x="1201303" y="359257"/>
                </a:lnTo>
                <a:lnTo>
                  <a:pt x="1198831" y="352341"/>
                </a:lnTo>
                <a:lnTo>
                  <a:pt x="1200562" y="349215"/>
                </a:lnTo>
                <a:lnTo>
                  <a:pt x="1207623" y="343519"/>
                </a:lnTo>
                <a:lnTo>
                  <a:pt x="1208148" y="341355"/>
                </a:lnTo>
                <a:lnTo>
                  <a:pt x="1206640" y="340186"/>
                </a:lnTo>
                <a:lnTo>
                  <a:pt x="1202125" y="339932"/>
                </a:lnTo>
                <a:lnTo>
                  <a:pt x="1165914" y="340236"/>
                </a:lnTo>
                <a:close/>
                <a:moveTo>
                  <a:pt x="1176896" y="372196"/>
                </a:moveTo>
                <a:lnTo>
                  <a:pt x="1180885" y="384852"/>
                </a:lnTo>
                <a:lnTo>
                  <a:pt x="1182005" y="394055"/>
                </a:lnTo>
                <a:lnTo>
                  <a:pt x="1184769" y="400469"/>
                </a:lnTo>
                <a:lnTo>
                  <a:pt x="1186142" y="411050"/>
                </a:lnTo>
                <a:lnTo>
                  <a:pt x="1192532" y="430762"/>
                </a:lnTo>
                <a:lnTo>
                  <a:pt x="1193762" y="442537"/>
                </a:lnTo>
                <a:lnTo>
                  <a:pt x="1196483" y="450397"/>
                </a:lnTo>
                <a:lnTo>
                  <a:pt x="1197610" y="458138"/>
                </a:lnTo>
                <a:lnTo>
                  <a:pt x="1200464" y="466573"/>
                </a:lnTo>
                <a:lnTo>
                  <a:pt x="1203404" y="481394"/>
                </a:lnTo>
                <a:lnTo>
                  <a:pt x="1202109" y="483589"/>
                </a:lnTo>
                <a:lnTo>
                  <a:pt x="1199499" y="485066"/>
                </a:lnTo>
                <a:lnTo>
                  <a:pt x="1151291" y="484555"/>
                </a:lnTo>
                <a:lnTo>
                  <a:pt x="1147807" y="481167"/>
                </a:lnTo>
                <a:lnTo>
                  <a:pt x="1147103" y="477965"/>
                </a:lnTo>
                <a:lnTo>
                  <a:pt x="1149857" y="470796"/>
                </a:lnTo>
                <a:lnTo>
                  <a:pt x="1151245" y="462733"/>
                </a:lnTo>
                <a:lnTo>
                  <a:pt x="1153558" y="456522"/>
                </a:lnTo>
                <a:lnTo>
                  <a:pt x="1154852" y="445608"/>
                </a:lnTo>
                <a:lnTo>
                  <a:pt x="1157579" y="438332"/>
                </a:lnTo>
                <a:lnTo>
                  <a:pt x="1158810" y="430900"/>
                </a:lnTo>
                <a:lnTo>
                  <a:pt x="1162047" y="424091"/>
                </a:lnTo>
                <a:lnTo>
                  <a:pt x="1163156" y="411844"/>
                </a:lnTo>
                <a:lnTo>
                  <a:pt x="1166091" y="405726"/>
                </a:lnTo>
                <a:lnTo>
                  <a:pt x="1170906" y="378124"/>
                </a:lnTo>
                <a:lnTo>
                  <a:pt x="1173682" y="371982"/>
                </a:lnTo>
                <a:lnTo>
                  <a:pt x="1175608" y="371312"/>
                </a:lnTo>
                <a:lnTo>
                  <a:pt x="1176896" y="372196"/>
                </a:lnTo>
                <a:close/>
                <a:moveTo>
                  <a:pt x="1262632" y="340334"/>
                </a:moveTo>
                <a:lnTo>
                  <a:pt x="1261305" y="341746"/>
                </a:lnTo>
                <a:lnTo>
                  <a:pt x="1261803" y="343404"/>
                </a:lnTo>
                <a:lnTo>
                  <a:pt x="1272979" y="351310"/>
                </a:lnTo>
                <a:lnTo>
                  <a:pt x="1276026" y="354889"/>
                </a:lnTo>
                <a:lnTo>
                  <a:pt x="1278845" y="360030"/>
                </a:lnTo>
                <a:lnTo>
                  <a:pt x="1280575" y="365782"/>
                </a:lnTo>
                <a:lnTo>
                  <a:pt x="1287096" y="377073"/>
                </a:lnTo>
                <a:lnTo>
                  <a:pt x="1296738" y="399979"/>
                </a:lnTo>
                <a:lnTo>
                  <a:pt x="1302514" y="410595"/>
                </a:lnTo>
                <a:lnTo>
                  <a:pt x="1320445" y="448937"/>
                </a:lnTo>
                <a:lnTo>
                  <a:pt x="1320880" y="451170"/>
                </a:lnTo>
                <a:lnTo>
                  <a:pt x="1319540" y="458415"/>
                </a:lnTo>
                <a:lnTo>
                  <a:pt x="1320033" y="460346"/>
                </a:lnTo>
                <a:lnTo>
                  <a:pt x="1320926" y="460299"/>
                </a:lnTo>
                <a:lnTo>
                  <a:pt x="1323068" y="457292"/>
                </a:lnTo>
                <a:lnTo>
                  <a:pt x="1322925" y="449874"/>
                </a:lnTo>
                <a:lnTo>
                  <a:pt x="1326324" y="444931"/>
                </a:lnTo>
                <a:lnTo>
                  <a:pt x="1329119" y="433211"/>
                </a:lnTo>
                <a:lnTo>
                  <a:pt x="1331747" y="426809"/>
                </a:lnTo>
                <a:lnTo>
                  <a:pt x="1332381" y="421096"/>
                </a:lnTo>
                <a:lnTo>
                  <a:pt x="1335013" y="414315"/>
                </a:lnTo>
                <a:lnTo>
                  <a:pt x="1336457" y="404291"/>
                </a:lnTo>
                <a:lnTo>
                  <a:pt x="1339350" y="396720"/>
                </a:lnTo>
                <a:lnTo>
                  <a:pt x="1340415" y="387727"/>
                </a:lnTo>
                <a:lnTo>
                  <a:pt x="1342982" y="382531"/>
                </a:lnTo>
                <a:lnTo>
                  <a:pt x="1345407" y="372904"/>
                </a:lnTo>
                <a:lnTo>
                  <a:pt x="1347467" y="369924"/>
                </a:lnTo>
                <a:lnTo>
                  <a:pt x="1349519" y="368546"/>
                </a:lnTo>
                <a:lnTo>
                  <a:pt x="1366608" y="366196"/>
                </a:lnTo>
                <a:lnTo>
                  <a:pt x="1369985" y="364542"/>
                </a:lnTo>
                <a:lnTo>
                  <a:pt x="1371597" y="361197"/>
                </a:lnTo>
                <a:lnTo>
                  <a:pt x="1374012" y="351616"/>
                </a:lnTo>
                <a:lnTo>
                  <a:pt x="1373854" y="346179"/>
                </a:lnTo>
                <a:lnTo>
                  <a:pt x="1369876" y="341382"/>
                </a:lnTo>
                <a:lnTo>
                  <a:pt x="1364354" y="339946"/>
                </a:lnTo>
                <a:lnTo>
                  <a:pt x="1357154" y="341182"/>
                </a:lnTo>
                <a:lnTo>
                  <a:pt x="1349346" y="343773"/>
                </a:lnTo>
                <a:lnTo>
                  <a:pt x="1347474" y="345135"/>
                </a:lnTo>
                <a:lnTo>
                  <a:pt x="1343708" y="354369"/>
                </a:lnTo>
                <a:lnTo>
                  <a:pt x="1338442" y="380620"/>
                </a:lnTo>
                <a:lnTo>
                  <a:pt x="1335681" y="387376"/>
                </a:lnTo>
                <a:lnTo>
                  <a:pt x="1334089" y="397956"/>
                </a:lnTo>
                <a:lnTo>
                  <a:pt x="1331124" y="405901"/>
                </a:lnTo>
                <a:lnTo>
                  <a:pt x="1328872" y="407418"/>
                </a:lnTo>
                <a:lnTo>
                  <a:pt x="1326196" y="406350"/>
                </a:lnTo>
                <a:lnTo>
                  <a:pt x="1324796" y="404801"/>
                </a:lnTo>
                <a:lnTo>
                  <a:pt x="1313133" y="381042"/>
                </a:lnTo>
                <a:lnTo>
                  <a:pt x="1311595" y="375632"/>
                </a:lnTo>
                <a:lnTo>
                  <a:pt x="1303329" y="357460"/>
                </a:lnTo>
                <a:lnTo>
                  <a:pt x="1300998" y="353803"/>
                </a:lnTo>
                <a:lnTo>
                  <a:pt x="1301086" y="350777"/>
                </a:lnTo>
                <a:lnTo>
                  <a:pt x="1306697" y="343574"/>
                </a:lnTo>
                <a:lnTo>
                  <a:pt x="1306253" y="341388"/>
                </a:lnTo>
                <a:lnTo>
                  <a:pt x="1304103" y="340592"/>
                </a:lnTo>
                <a:lnTo>
                  <a:pt x="1290359" y="339894"/>
                </a:lnTo>
                <a:lnTo>
                  <a:pt x="1262632" y="340334"/>
                </a:lnTo>
                <a:close/>
                <a:moveTo>
                  <a:pt x="1401405" y="340433"/>
                </a:moveTo>
                <a:lnTo>
                  <a:pt x="1400125" y="342304"/>
                </a:lnTo>
                <a:lnTo>
                  <a:pt x="1400954" y="343984"/>
                </a:lnTo>
                <a:lnTo>
                  <a:pt x="1411820" y="350657"/>
                </a:lnTo>
                <a:lnTo>
                  <a:pt x="1416689" y="357804"/>
                </a:lnTo>
                <a:lnTo>
                  <a:pt x="1421463" y="367230"/>
                </a:lnTo>
                <a:lnTo>
                  <a:pt x="1426458" y="380334"/>
                </a:lnTo>
                <a:lnTo>
                  <a:pt x="1436590" y="399923"/>
                </a:lnTo>
                <a:lnTo>
                  <a:pt x="1438197" y="405184"/>
                </a:lnTo>
                <a:lnTo>
                  <a:pt x="1441206" y="409618"/>
                </a:lnTo>
                <a:lnTo>
                  <a:pt x="1442125" y="413193"/>
                </a:lnTo>
                <a:lnTo>
                  <a:pt x="1445075" y="418651"/>
                </a:lnTo>
                <a:lnTo>
                  <a:pt x="1445424" y="422888"/>
                </a:lnTo>
                <a:lnTo>
                  <a:pt x="1444061" y="428534"/>
                </a:lnTo>
                <a:lnTo>
                  <a:pt x="1419411" y="476833"/>
                </a:lnTo>
                <a:lnTo>
                  <a:pt x="1416465" y="480058"/>
                </a:lnTo>
                <a:lnTo>
                  <a:pt x="1412652" y="482588"/>
                </a:lnTo>
                <a:lnTo>
                  <a:pt x="1408111" y="484336"/>
                </a:lnTo>
                <a:lnTo>
                  <a:pt x="1398609" y="486029"/>
                </a:lnTo>
                <a:lnTo>
                  <a:pt x="1396567" y="487430"/>
                </a:lnTo>
                <a:lnTo>
                  <a:pt x="1396625" y="488570"/>
                </a:lnTo>
                <a:lnTo>
                  <a:pt x="1398811" y="490206"/>
                </a:lnTo>
                <a:lnTo>
                  <a:pt x="1403816" y="490577"/>
                </a:lnTo>
                <a:lnTo>
                  <a:pt x="1431392" y="490312"/>
                </a:lnTo>
                <a:lnTo>
                  <a:pt x="1438893" y="489095"/>
                </a:lnTo>
                <a:lnTo>
                  <a:pt x="1438785" y="486783"/>
                </a:lnTo>
                <a:lnTo>
                  <a:pt x="1432677" y="483973"/>
                </a:lnTo>
                <a:lnTo>
                  <a:pt x="1430533" y="481951"/>
                </a:lnTo>
                <a:lnTo>
                  <a:pt x="1429560" y="479052"/>
                </a:lnTo>
                <a:lnTo>
                  <a:pt x="1429830" y="473155"/>
                </a:lnTo>
                <a:lnTo>
                  <a:pt x="1444423" y="444475"/>
                </a:lnTo>
                <a:lnTo>
                  <a:pt x="1448775" y="437847"/>
                </a:lnTo>
                <a:lnTo>
                  <a:pt x="1451192" y="435772"/>
                </a:lnTo>
                <a:lnTo>
                  <a:pt x="1453342" y="437350"/>
                </a:lnTo>
                <a:lnTo>
                  <a:pt x="1460474" y="451190"/>
                </a:lnTo>
                <a:lnTo>
                  <a:pt x="1468083" y="466529"/>
                </a:lnTo>
                <a:lnTo>
                  <a:pt x="1472485" y="477719"/>
                </a:lnTo>
                <a:lnTo>
                  <a:pt x="1472330" y="481816"/>
                </a:lnTo>
                <a:lnTo>
                  <a:pt x="1465584" y="486999"/>
                </a:lnTo>
                <a:lnTo>
                  <a:pt x="1465771" y="489345"/>
                </a:lnTo>
                <a:lnTo>
                  <a:pt x="1469234" y="490231"/>
                </a:lnTo>
                <a:lnTo>
                  <a:pt x="1483075" y="490431"/>
                </a:lnTo>
                <a:lnTo>
                  <a:pt x="1506963" y="490278"/>
                </a:lnTo>
                <a:lnTo>
                  <a:pt x="1512806" y="489469"/>
                </a:lnTo>
                <a:lnTo>
                  <a:pt x="1513628" y="488174"/>
                </a:lnTo>
                <a:lnTo>
                  <a:pt x="1513293" y="486987"/>
                </a:lnTo>
                <a:lnTo>
                  <a:pt x="1504119" y="483078"/>
                </a:lnTo>
                <a:lnTo>
                  <a:pt x="1497913" y="476341"/>
                </a:lnTo>
                <a:lnTo>
                  <a:pt x="1482624" y="445821"/>
                </a:lnTo>
                <a:lnTo>
                  <a:pt x="1481220" y="439914"/>
                </a:lnTo>
                <a:lnTo>
                  <a:pt x="1470872" y="420278"/>
                </a:lnTo>
                <a:lnTo>
                  <a:pt x="1466700" y="410722"/>
                </a:lnTo>
                <a:lnTo>
                  <a:pt x="1465695" y="405923"/>
                </a:lnTo>
                <a:lnTo>
                  <a:pt x="1466676" y="400174"/>
                </a:lnTo>
                <a:lnTo>
                  <a:pt x="1474896" y="383882"/>
                </a:lnTo>
                <a:lnTo>
                  <a:pt x="1483302" y="370666"/>
                </a:lnTo>
                <a:lnTo>
                  <a:pt x="1487021" y="368649"/>
                </a:lnTo>
                <a:lnTo>
                  <a:pt x="1502721" y="366482"/>
                </a:lnTo>
                <a:lnTo>
                  <a:pt x="1508156" y="362321"/>
                </a:lnTo>
                <a:lnTo>
                  <a:pt x="1509225" y="359511"/>
                </a:lnTo>
                <a:lnTo>
                  <a:pt x="1510506" y="349057"/>
                </a:lnTo>
                <a:lnTo>
                  <a:pt x="1509303" y="344700"/>
                </a:lnTo>
                <a:lnTo>
                  <a:pt x="1504027" y="340883"/>
                </a:lnTo>
                <a:lnTo>
                  <a:pt x="1500296" y="339996"/>
                </a:lnTo>
                <a:lnTo>
                  <a:pt x="1486359" y="344557"/>
                </a:lnTo>
                <a:lnTo>
                  <a:pt x="1473771" y="368896"/>
                </a:lnTo>
                <a:lnTo>
                  <a:pt x="1464183" y="389685"/>
                </a:lnTo>
                <a:lnTo>
                  <a:pt x="1462388" y="391507"/>
                </a:lnTo>
                <a:lnTo>
                  <a:pt x="1460598" y="391943"/>
                </a:lnTo>
                <a:lnTo>
                  <a:pt x="1457771" y="390117"/>
                </a:lnTo>
                <a:lnTo>
                  <a:pt x="1454888" y="386125"/>
                </a:lnTo>
                <a:lnTo>
                  <a:pt x="1442915" y="360838"/>
                </a:lnTo>
                <a:lnTo>
                  <a:pt x="1440644" y="351250"/>
                </a:lnTo>
                <a:lnTo>
                  <a:pt x="1445911" y="343543"/>
                </a:lnTo>
                <a:lnTo>
                  <a:pt x="1446291" y="341918"/>
                </a:lnTo>
                <a:lnTo>
                  <a:pt x="1445578" y="340728"/>
                </a:lnTo>
                <a:lnTo>
                  <a:pt x="1423731" y="339934"/>
                </a:lnTo>
                <a:lnTo>
                  <a:pt x="1401405" y="340433"/>
                </a:lnTo>
                <a:close/>
                <a:moveTo>
                  <a:pt x="1600208" y="340137"/>
                </a:moveTo>
                <a:lnTo>
                  <a:pt x="1598084" y="341399"/>
                </a:lnTo>
                <a:lnTo>
                  <a:pt x="1597604" y="342960"/>
                </a:lnTo>
                <a:lnTo>
                  <a:pt x="1601015" y="346415"/>
                </a:lnTo>
                <a:lnTo>
                  <a:pt x="1605812" y="349359"/>
                </a:lnTo>
                <a:lnTo>
                  <a:pt x="1606364" y="350626"/>
                </a:lnTo>
                <a:lnTo>
                  <a:pt x="1605527" y="352051"/>
                </a:lnTo>
                <a:lnTo>
                  <a:pt x="1602166" y="354732"/>
                </a:lnTo>
                <a:lnTo>
                  <a:pt x="1584357" y="364390"/>
                </a:lnTo>
                <a:lnTo>
                  <a:pt x="1565817" y="376083"/>
                </a:lnTo>
                <a:lnTo>
                  <a:pt x="1552695" y="388905"/>
                </a:lnTo>
                <a:lnTo>
                  <a:pt x="1544415" y="402273"/>
                </a:lnTo>
                <a:lnTo>
                  <a:pt x="1543773" y="412799"/>
                </a:lnTo>
                <a:lnTo>
                  <a:pt x="1544265" y="423066"/>
                </a:lnTo>
                <a:lnTo>
                  <a:pt x="1551800" y="433500"/>
                </a:lnTo>
                <a:lnTo>
                  <a:pt x="1544167" y="445196"/>
                </a:lnTo>
                <a:lnTo>
                  <a:pt x="1543822" y="457341"/>
                </a:lnTo>
                <a:lnTo>
                  <a:pt x="1551889" y="468258"/>
                </a:lnTo>
                <a:lnTo>
                  <a:pt x="1552970" y="472275"/>
                </a:lnTo>
                <a:lnTo>
                  <a:pt x="1551002" y="479465"/>
                </a:lnTo>
                <a:lnTo>
                  <a:pt x="1540824" y="487091"/>
                </a:lnTo>
                <a:lnTo>
                  <a:pt x="1540688" y="488553"/>
                </a:lnTo>
                <a:lnTo>
                  <a:pt x="1541914" y="489866"/>
                </a:lnTo>
                <a:lnTo>
                  <a:pt x="1572831" y="490557"/>
                </a:lnTo>
                <a:lnTo>
                  <a:pt x="1583154" y="489746"/>
                </a:lnTo>
                <a:lnTo>
                  <a:pt x="1583230" y="486334"/>
                </a:lnTo>
                <a:lnTo>
                  <a:pt x="1574964" y="483287"/>
                </a:lnTo>
                <a:lnTo>
                  <a:pt x="1571471" y="479359"/>
                </a:lnTo>
                <a:lnTo>
                  <a:pt x="1568586" y="473807"/>
                </a:lnTo>
                <a:lnTo>
                  <a:pt x="1569395" y="468895"/>
                </a:lnTo>
                <a:lnTo>
                  <a:pt x="1576139" y="460670"/>
                </a:lnTo>
                <a:lnTo>
                  <a:pt x="1579966" y="451186"/>
                </a:lnTo>
                <a:lnTo>
                  <a:pt x="1579842" y="447983"/>
                </a:lnTo>
                <a:lnTo>
                  <a:pt x="1576193" y="440297"/>
                </a:lnTo>
                <a:lnTo>
                  <a:pt x="1575565" y="437045"/>
                </a:lnTo>
                <a:lnTo>
                  <a:pt x="1576601" y="435929"/>
                </a:lnTo>
                <a:lnTo>
                  <a:pt x="1589946" y="430242"/>
                </a:lnTo>
                <a:lnTo>
                  <a:pt x="1602879" y="419461"/>
                </a:lnTo>
                <a:lnTo>
                  <a:pt x="1605747" y="418015"/>
                </a:lnTo>
                <a:lnTo>
                  <a:pt x="1607211" y="419797"/>
                </a:lnTo>
                <a:lnTo>
                  <a:pt x="1607693" y="425135"/>
                </a:lnTo>
                <a:lnTo>
                  <a:pt x="1607349" y="479354"/>
                </a:lnTo>
                <a:lnTo>
                  <a:pt x="1602843" y="484270"/>
                </a:lnTo>
                <a:lnTo>
                  <a:pt x="1596379" y="486511"/>
                </a:lnTo>
                <a:lnTo>
                  <a:pt x="1595985" y="488883"/>
                </a:lnTo>
                <a:lnTo>
                  <a:pt x="1597094" y="490023"/>
                </a:lnTo>
                <a:lnTo>
                  <a:pt x="1598728" y="490260"/>
                </a:lnTo>
                <a:lnTo>
                  <a:pt x="1634105" y="490533"/>
                </a:lnTo>
                <a:lnTo>
                  <a:pt x="1641089" y="490454"/>
                </a:lnTo>
                <a:lnTo>
                  <a:pt x="1642856" y="488721"/>
                </a:lnTo>
                <a:lnTo>
                  <a:pt x="1642039" y="485995"/>
                </a:lnTo>
                <a:lnTo>
                  <a:pt x="1637157" y="483960"/>
                </a:lnTo>
                <a:lnTo>
                  <a:pt x="1635188" y="479484"/>
                </a:lnTo>
                <a:lnTo>
                  <a:pt x="1634222" y="468056"/>
                </a:lnTo>
                <a:lnTo>
                  <a:pt x="1633965" y="429721"/>
                </a:lnTo>
                <a:lnTo>
                  <a:pt x="1634940" y="352564"/>
                </a:lnTo>
                <a:lnTo>
                  <a:pt x="1636030" y="349229"/>
                </a:lnTo>
                <a:lnTo>
                  <a:pt x="1643282" y="342595"/>
                </a:lnTo>
                <a:lnTo>
                  <a:pt x="1641307" y="340325"/>
                </a:lnTo>
                <a:lnTo>
                  <a:pt x="1638509" y="339866"/>
                </a:lnTo>
                <a:lnTo>
                  <a:pt x="1600208" y="340137"/>
                </a:lnTo>
                <a:close/>
                <a:moveTo>
                  <a:pt x="1606511" y="361362"/>
                </a:moveTo>
                <a:lnTo>
                  <a:pt x="1608721" y="369686"/>
                </a:lnTo>
                <a:lnTo>
                  <a:pt x="1607527" y="374307"/>
                </a:lnTo>
                <a:lnTo>
                  <a:pt x="1608201" y="386722"/>
                </a:lnTo>
                <a:lnTo>
                  <a:pt x="1606321" y="404704"/>
                </a:lnTo>
                <a:lnTo>
                  <a:pt x="1604477" y="407492"/>
                </a:lnTo>
                <a:lnTo>
                  <a:pt x="1590113" y="422229"/>
                </a:lnTo>
                <a:lnTo>
                  <a:pt x="1575241" y="422229"/>
                </a:lnTo>
                <a:lnTo>
                  <a:pt x="1570102" y="416201"/>
                </a:lnTo>
                <a:lnTo>
                  <a:pt x="1568630" y="412296"/>
                </a:lnTo>
                <a:lnTo>
                  <a:pt x="1568226" y="398178"/>
                </a:lnTo>
                <a:lnTo>
                  <a:pt x="1570070" y="389087"/>
                </a:lnTo>
                <a:lnTo>
                  <a:pt x="1574782" y="381859"/>
                </a:lnTo>
                <a:lnTo>
                  <a:pt x="1586023" y="371491"/>
                </a:lnTo>
                <a:lnTo>
                  <a:pt x="1602079" y="360919"/>
                </a:lnTo>
                <a:lnTo>
                  <a:pt x="1606511" y="361362"/>
                </a:lnTo>
                <a:close/>
                <a:moveTo>
                  <a:pt x="1315620" y="464728"/>
                </a:moveTo>
                <a:lnTo>
                  <a:pt x="1311039" y="465997"/>
                </a:lnTo>
                <a:lnTo>
                  <a:pt x="1294198" y="466784"/>
                </a:lnTo>
                <a:lnTo>
                  <a:pt x="1287486" y="470182"/>
                </a:lnTo>
                <a:lnTo>
                  <a:pt x="1285451" y="472558"/>
                </a:lnTo>
                <a:lnTo>
                  <a:pt x="1284752" y="474900"/>
                </a:lnTo>
                <a:lnTo>
                  <a:pt x="1283914" y="484894"/>
                </a:lnTo>
                <a:lnTo>
                  <a:pt x="1284631" y="489274"/>
                </a:lnTo>
                <a:lnTo>
                  <a:pt x="1288042" y="491517"/>
                </a:lnTo>
                <a:lnTo>
                  <a:pt x="1292063" y="492776"/>
                </a:lnTo>
                <a:lnTo>
                  <a:pt x="1310796" y="489572"/>
                </a:lnTo>
                <a:lnTo>
                  <a:pt x="1315783" y="483509"/>
                </a:lnTo>
                <a:lnTo>
                  <a:pt x="1319217" y="471512"/>
                </a:lnTo>
                <a:lnTo>
                  <a:pt x="1319066" y="464583"/>
                </a:lnTo>
                <a:lnTo>
                  <a:pt x="1317956" y="463813"/>
                </a:lnTo>
                <a:lnTo>
                  <a:pt x="1315620" y="464728"/>
                </a:lnTo>
                <a:close/>
              </a:path>
            </a:pathLst>
          </a:custGeom>
          <a:solidFill>
            <a:srgbClr val="F7F5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marker"/>
          <p:cNvSpPr/>
          <p:nvPr/>
        </p:nvSpPr>
        <p:spPr>
          <a:xfrm>
            <a:off x="576000" y="2592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lead: Входим в попечительский совет"/>
          <p:cNvSpPr txBox="1"/>
          <p:nvPr/>
        </p:nvSpPr>
        <p:spPr>
          <a:xfrm>
            <a:off x="576000" y="2856065"/>
            <a:ext cx="6019200" cy="88315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28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spc="-3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Входим в попечительский совет</a:t>
            </a:r>
          </a:p>
          <a:p>
            <a:pPr algn="l">
              <a:lnSpc>
                <a:spcPts val="2128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spc="-3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благотворительного фонда «Энергия</a:t>
            </a:r>
          </a:p>
          <a:p>
            <a:pPr algn="l">
              <a:lnSpc>
                <a:spcPts val="2128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 spc="-3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Русского духа»</a:t>
            </a:r>
          </a:p>
        </p:txBody>
      </p:sp>
      <p:sp>
        <p:nvSpPr>
          <p:cNvPr id="7" name="label: Миссии фонда"/>
          <p:cNvSpPr txBox="1"/>
          <p:nvPr/>
        </p:nvSpPr>
        <p:spPr>
          <a:xfrm>
            <a:off x="576000" y="4337122"/>
            <a:ext cx="6336000" cy="1524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64">
                <a:solidFill>
                  <a:srgbClr val="EA8729"/>
                </a:solidFill>
                <a:latin typeface="Onest SemiBold"/>
                <a:ea typeface="Onest SemiBold"/>
                <a:cs typeface="Onest SemiBold"/>
              </a:rPr>
              <a:t>Миссии фонда</a:t>
            </a:r>
          </a:p>
        </p:txBody>
      </p:sp>
      <p:cxnSp>
        <p:nvCxnSpPr>
          <p:cNvPr id="8" name="motif"/>
          <p:cNvCxnSpPr/>
          <p:nvPr/>
        </p:nvCxnSpPr>
        <p:spPr>
          <a:xfrm>
            <a:off x="576000" y="4664169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9" name="label: Миссия 1"/>
          <p:cNvSpPr txBox="1"/>
          <p:nvPr/>
        </p:nvSpPr>
        <p:spPr>
          <a:xfrm>
            <a:off x="576000" y="4814830"/>
            <a:ext cx="12240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0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Миссия 1</a:t>
            </a:r>
          </a:p>
        </p:txBody>
      </p:sp>
      <p:sp>
        <p:nvSpPr>
          <p:cNvPr id="10" name="body: Содействие в восстановлении бл"/>
          <p:cNvSpPr txBox="1"/>
          <p:nvPr/>
        </p:nvSpPr>
        <p:spPr>
          <a:xfrm>
            <a:off x="1800000" y="4768433"/>
            <a:ext cx="5112000" cy="5356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Содействие в восстановлении благополучия работников энергетической отрасли и их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семей, пострадавших в результате событий, связанных с проведением специальной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военной операции</a:t>
            </a:r>
          </a:p>
        </p:txBody>
      </p:sp>
      <p:cxnSp>
        <p:nvCxnSpPr>
          <p:cNvPr id="11" name="motif"/>
          <p:cNvCxnSpPr/>
          <p:nvPr/>
        </p:nvCxnSpPr>
        <p:spPr>
          <a:xfrm>
            <a:off x="576000" y="5496592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2" name="label: Миссия 2"/>
          <p:cNvSpPr txBox="1"/>
          <p:nvPr/>
        </p:nvSpPr>
        <p:spPr>
          <a:xfrm>
            <a:off x="576000" y="5647252"/>
            <a:ext cx="12240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0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Миссия 2</a:t>
            </a:r>
          </a:p>
        </p:txBody>
      </p:sp>
      <p:sp>
        <p:nvSpPr>
          <p:cNvPr id="13" name="body: Обеспечение необходимой медици"/>
          <p:cNvSpPr txBox="1"/>
          <p:nvPr/>
        </p:nvSpPr>
        <p:spPr>
          <a:xfrm>
            <a:off x="1800000" y="5600856"/>
            <a:ext cx="5112000" cy="70218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Обеспечение необходимой медицинской, социальной и материальной помощи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работникам отрасли для преодоления травм, полученных в результате событий,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связанных с проведением специальной военной операции, и возвращения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к полноценной жизни</a:t>
            </a:r>
          </a:p>
        </p:txBody>
      </p:sp>
      <p:cxnSp>
        <p:nvCxnSpPr>
          <p:cNvPr id="14" name="motif"/>
          <p:cNvCxnSpPr/>
          <p:nvPr/>
        </p:nvCxnSpPr>
        <p:spPr>
          <a:xfrm>
            <a:off x="576000" y="6495512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5" name="label: Миссия 3"/>
          <p:cNvSpPr txBox="1"/>
          <p:nvPr/>
        </p:nvSpPr>
        <p:spPr>
          <a:xfrm>
            <a:off x="576000" y="6646172"/>
            <a:ext cx="12240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0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Миссия 3</a:t>
            </a:r>
          </a:p>
        </p:txBody>
      </p:sp>
      <p:sp>
        <p:nvSpPr>
          <p:cNvPr id="16" name="body: Восстановление психологическог"/>
          <p:cNvSpPr txBox="1"/>
          <p:nvPr/>
        </p:nvSpPr>
        <p:spPr>
          <a:xfrm>
            <a:off x="1800000" y="6599775"/>
            <a:ext cx="5112000" cy="53568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Восстановление психологического здоровья и душевного равновесия работников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энергетической отрасли, пострадавших в результате событий, связанных</a:t>
            </a:r>
          </a:p>
          <a:p>
            <a:pPr algn="l">
              <a:lnSpc>
                <a:spcPts val="1311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 проведением специальной военной операции</a:t>
            </a:r>
          </a:p>
        </p:txBody>
      </p:sp>
      <p:cxnSp>
        <p:nvCxnSpPr>
          <p:cNvPr id="17" name="motif"/>
          <p:cNvCxnSpPr/>
          <p:nvPr/>
        </p:nvCxnSpPr>
        <p:spPr>
          <a:xfrm>
            <a:off x="576000" y="7327935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8" name="url: https://эрдфонд.рф/"/>
          <p:cNvSpPr txBox="1"/>
          <p:nvPr/>
        </p:nvSpPr>
        <p:spPr>
          <a:xfrm>
            <a:off x="576000" y="9849590"/>
            <a:ext cx="6336000" cy="165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EA8729"/>
                </a:solidFill>
                <a:latin typeface="Onest SemiBold"/>
                <a:ea typeface="Onest SemiBold"/>
                <a:cs typeface="Onest SemiBold"/>
              </a:rPr>
              <a:t>https://эрдфонд.рф/</a:t>
            </a:r>
          </a:p>
        </p:txBody>
      </p:sp>
      <p:sp>
        <p:nvSpPr>
          <p:cNvPr id="19" name="folio: 02"/>
          <p:cNvSpPr txBox="1"/>
          <p:nvPr/>
        </p:nvSpPr>
        <p:spPr>
          <a:xfrm>
            <a:off x="576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B0A9C4"/>
                </a:solidFill>
                <a:latin typeface="Onest SemiBold"/>
                <a:ea typeface="Onest SemiBold"/>
                <a:cs typeface="Onest SemiBol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marker"/>
          <p:cNvSpPr/>
          <p:nvPr/>
        </p:nvSpPr>
        <p:spPr>
          <a:xfrm>
            <a:off x="648000" y="1800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itle: КОМПЛЕКСНОЕ"/>
          <p:cNvSpPr txBox="1"/>
          <p:nvPr/>
        </p:nvSpPr>
        <p:spPr>
          <a:xfrm>
            <a:off x="648000" y="2065716"/>
            <a:ext cx="6336000" cy="7924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spc="-36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КОМПЛЕКСНОЕ</a:t>
            </a:r>
          </a:p>
          <a:p>
            <a:pPr algn="l">
              <a:lnSpc>
                <a:spcPts val="276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 spc="-36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СТРОИТЕЛЬСТВО</a:t>
            </a:r>
          </a:p>
        </p:txBody>
      </p:sp>
      <p:cxnSp>
        <p:nvCxnSpPr>
          <p:cNvPr id="7" name="motif"/>
          <p:cNvCxnSpPr/>
          <p:nvPr/>
        </p:nvCxnSpPr>
        <p:spPr>
          <a:xfrm>
            <a:off x="648000" y="4680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8" name="num: 01"/>
          <p:cNvSpPr txBox="1"/>
          <p:nvPr/>
        </p:nvSpPr>
        <p:spPr>
          <a:xfrm>
            <a:off x="612000" y="5040966"/>
            <a:ext cx="2160000" cy="726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 spc="-132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01</a:t>
            </a:r>
          </a:p>
        </p:txBody>
      </p:sp>
      <p:sp>
        <p:nvSpPr>
          <p:cNvPr id="9" name="item: Объекты энергетики"/>
          <p:cNvSpPr txBox="1"/>
          <p:nvPr/>
        </p:nvSpPr>
        <p:spPr>
          <a:xfrm>
            <a:off x="3309120" y="5034285"/>
            <a:ext cx="3674880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-15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Объекты энергетики</a:t>
            </a:r>
          </a:p>
        </p:txBody>
      </p:sp>
      <p:cxnSp>
        <p:nvCxnSpPr>
          <p:cNvPr id="10" name="motif"/>
          <p:cNvCxnSpPr/>
          <p:nvPr/>
        </p:nvCxnSpPr>
        <p:spPr>
          <a:xfrm>
            <a:off x="648000" y="6324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1" name="num: 02"/>
          <p:cNvSpPr txBox="1"/>
          <p:nvPr/>
        </p:nvSpPr>
        <p:spPr>
          <a:xfrm>
            <a:off x="612000" y="6684966"/>
            <a:ext cx="2160000" cy="726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 spc="-132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02</a:t>
            </a:r>
          </a:p>
        </p:txBody>
      </p:sp>
      <p:sp>
        <p:nvSpPr>
          <p:cNvPr id="12" name="item: Промышленные объекты"/>
          <p:cNvSpPr txBox="1"/>
          <p:nvPr/>
        </p:nvSpPr>
        <p:spPr>
          <a:xfrm>
            <a:off x="3309120" y="6678285"/>
            <a:ext cx="3674880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-15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Промышленные объекты</a:t>
            </a:r>
          </a:p>
        </p:txBody>
      </p:sp>
      <p:cxnSp>
        <p:nvCxnSpPr>
          <p:cNvPr id="13" name="motif"/>
          <p:cNvCxnSpPr/>
          <p:nvPr/>
        </p:nvCxnSpPr>
        <p:spPr>
          <a:xfrm>
            <a:off x="648000" y="7968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4" name="num: 03"/>
          <p:cNvSpPr txBox="1"/>
          <p:nvPr/>
        </p:nvSpPr>
        <p:spPr>
          <a:xfrm>
            <a:off x="612000" y="8328966"/>
            <a:ext cx="2160000" cy="726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 spc="-132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03</a:t>
            </a:r>
          </a:p>
        </p:txBody>
      </p:sp>
      <p:sp>
        <p:nvSpPr>
          <p:cNvPr id="15" name="item: Объекты гражданского назначени"/>
          <p:cNvSpPr txBox="1"/>
          <p:nvPr/>
        </p:nvSpPr>
        <p:spPr>
          <a:xfrm>
            <a:off x="3309120" y="8322285"/>
            <a:ext cx="3674880" cy="2857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-15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Объекты гражданского назначения</a:t>
            </a:r>
          </a:p>
        </p:txBody>
      </p:sp>
      <p:sp>
        <p:nvSpPr>
          <p:cNvPr id="16" name="folio: 03"/>
          <p:cNvSpPr txBox="1"/>
          <p:nvPr/>
        </p:nvSpPr>
        <p:spPr>
          <a:xfrm>
            <a:off x="6264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B0A9C4"/>
                </a:solidFill>
                <a:latin typeface="Onest SemiBold"/>
                <a:ea typeface="Onest SemiBold"/>
                <a:cs typeface="Onest SemiBol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frame"/>
          <p:cNvCxnSpPr/>
          <p:nvPr/>
        </p:nvCxnSpPr>
        <p:spPr>
          <a:xfrm>
            <a:off x="360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792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8" name="folio: 04"/>
          <p:cNvSpPr txBox="1"/>
          <p:nvPr/>
        </p:nvSpPr>
        <p:spPr>
          <a:xfrm>
            <a:off x="360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04</a:t>
            </a:r>
          </a:p>
        </p:txBody>
      </p:sp>
      <p:sp>
        <p:nvSpPr>
          <p:cNvPr id="49" name="marker"/>
          <p:cNvSpPr/>
          <p:nvPr/>
        </p:nvSpPr>
        <p:spPr>
          <a:xfrm>
            <a:off x="720000" y="122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itle: МИССИЯ КОМПАНИИ"/>
          <p:cNvSpPr txBox="1"/>
          <p:nvPr/>
        </p:nvSpPr>
        <p:spPr>
          <a:xfrm>
            <a:off x="691200" y="1508385"/>
            <a:ext cx="619200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-3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МИССИЯ КОМПАНИИ</a:t>
            </a:r>
          </a:p>
        </p:txBody>
      </p:sp>
      <p:sp>
        <p:nvSpPr>
          <p:cNvPr id="51" name="body: Укрепление российского электро"/>
          <p:cNvSpPr txBox="1"/>
          <p:nvPr/>
        </p:nvSpPr>
        <p:spPr>
          <a:xfrm>
            <a:off x="1800000" y="1904725"/>
            <a:ext cx="5040000" cy="55016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Укрепление российского электроэнергетического комплекса путём участия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в проектах, позволяющих сформировать максимально благоприятные условия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для постоянного развития экономики РФ.</a:t>
            </a:r>
          </a:p>
        </p:txBody>
      </p:sp>
      <p:sp>
        <p:nvSpPr>
          <p:cNvPr id="52" name="body: Качественное выполнение своих "/>
          <p:cNvSpPr txBox="1"/>
          <p:nvPr/>
        </p:nvSpPr>
        <p:spPr>
          <a:xfrm>
            <a:off x="1800000" y="2527200"/>
            <a:ext cx="5040000" cy="72148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Качественное выполнение своих задач по подготовке проектов, их реализации,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поставке оборудования, его установке и наладке, а также вводу в эксплуатацию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объектов энергетики, удовлетворяющим нормам экологической и промышленной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безопасности.</a:t>
            </a:r>
          </a:p>
        </p:txBody>
      </p:sp>
      <p:sp>
        <p:nvSpPr>
          <p:cNvPr id="53" name="marker"/>
          <p:cNvSpPr/>
          <p:nvPr/>
        </p:nvSpPr>
        <p:spPr>
          <a:xfrm>
            <a:off x="720000" y="367516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itle: ЦЕЛИ КОМПАНИИ"/>
          <p:cNvSpPr txBox="1"/>
          <p:nvPr/>
        </p:nvSpPr>
        <p:spPr>
          <a:xfrm>
            <a:off x="691200" y="3959545"/>
            <a:ext cx="6192000" cy="2476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-3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ЦЕЛИ КОМПАНИИ</a:t>
            </a:r>
          </a:p>
        </p:txBody>
      </p:sp>
      <p:sp>
        <p:nvSpPr>
          <p:cNvPr id="55" name="body: Стать надежным партнером для н"/>
          <p:cNvSpPr txBox="1"/>
          <p:nvPr/>
        </p:nvSpPr>
        <p:spPr>
          <a:xfrm>
            <a:off x="1800000" y="4355885"/>
            <a:ext cx="5040000" cy="8928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Стать надежным партнером для нашего заказчика и ответственным работодателем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для каждого сотрудника, а также создать сеть филиалов для присутствия в каждом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регионе нашей необъятной страны с целью участия в работах по строительству,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реконструкции, модернизации и технического перевооружения энергетической</a:t>
            </a:r>
          </a:p>
          <a:p>
            <a:pPr algn="l">
              <a:lnSpc>
                <a:spcPts val="1348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системы Российской Федерации.</a:t>
            </a:r>
          </a:p>
        </p:txBody>
      </p:sp>
      <p:sp>
        <p:nvSpPr>
          <p:cNvPr id="56" name="marker"/>
          <p:cNvSpPr/>
          <p:nvPr/>
        </p:nvSpPr>
        <p:spPr>
          <a:xfrm>
            <a:off x="720000" y="5747168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itle: ДИНАМИКА"/>
          <p:cNvSpPr txBox="1"/>
          <p:nvPr/>
        </p:nvSpPr>
        <p:spPr>
          <a:xfrm>
            <a:off x="691200" y="6031553"/>
            <a:ext cx="6192000" cy="4381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-3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ДИНАМИКА</a:t>
            </a:r>
          </a:p>
          <a:p>
            <a:pPr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 spc="-3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РОСТА КОМПАНИИ</a:t>
            </a:r>
          </a:p>
        </p:txBody>
      </p:sp>
      <p:sp>
        <p:nvSpPr>
          <p:cNvPr id="58" name="bar"/>
          <p:cNvSpPr/>
          <p:nvPr/>
        </p:nvSpPr>
        <p:spPr>
          <a:xfrm>
            <a:off x="720000" y="9126924"/>
            <a:ext cx="781714" cy="701076"/>
          </a:xfrm>
          <a:prstGeom prst="rect">
            <a:avLst/>
          </a:prstGeom>
          <a:solidFill>
            <a:srgbClr val="D6D1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bar-value: &gt;1 500"/>
          <p:cNvSpPr txBox="1"/>
          <p:nvPr/>
        </p:nvSpPr>
        <p:spPr>
          <a:xfrm>
            <a:off x="648000" y="8767275"/>
            <a:ext cx="925714" cy="140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5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-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&gt;1 500</a:t>
            </a:r>
          </a:p>
        </p:txBody>
      </p:sp>
      <p:sp>
        <p:nvSpPr>
          <p:cNvPr id="60" name="bar-unit: млрд руб"/>
          <p:cNvSpPr txBox="1"/>
          <p:nvPr/>
        </p:nvSpPr>
        <p:spPr>
          <a:xfrm>
            <a:off x="648000" y="8969237"/>
            <a:ext cx="925714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61" name="axis: 2019"/>
          <p:cNvSpPr txBox="1"/>
          <p:nvPr/>
        </p:nvSpPr>
        <p:spPr>
          <a:xfrm>
            <a:off x="648000" y="9952192"/>
            <a:ext cx="92571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2019</a:t>
            </a:r>
          </a:p>
        </p:txBody>
      </p:sp>
      <p:sp>
        <p:nvSpPr>
          <p:cNvPr id="62" name="bar"/>
          <p:cNvSpPr/>
          <p:nvPr/>
        </p:nvSpPr>
        <p:spPr>
          <a:xfrm>
            <a:off x="1609714" y="9033447"/>
            <a:ext cx="781714" cy="794553"/>
          </a:xfrm>
          <a:prstGeom prst="rect">
            <a:avLst/>
          </a:prstGeom>
          <a:solidFill>
            <a:srgbClr val="D6D1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bar-value: &gt;1 700"/>
          <p:cNvSpPr txBox="1"/>
          <p:nvPr/>
        </p:nvSpPr>
        <p:spPr>
          <a:xfrm>
            <a:off x="1537714" y="8673798"/>
            <a:ext cx="925714" cy="140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5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-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&gt;1 700</a:t>
            </a:r>
          </a:p>
        </p:txBody>
      </p:sp>
      <p:sp>
        <p:nvSpPr>
          <p:cNvPr id="64" name="bar-unit: млрд руб"/>
          <p:cNvSpPr txBox="1"/>
          <p:nvPr/>
        </p:nvSpPr>
        <p:spPr>
          <a:xfrm>
            <a:off x="1537714" y="8875760"/>
            <a:ext cx="925714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65" name="axis: 2020"/>
          <p:cNvSpPr txBox="1"/>
          <p:nvPr/>
        </p:nvSpPr>
        <p:spPr>
          <a:xfrm>
            <a:off x="1537714" y="9952192"/>
            <a:ext cx="92571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2020</a:t>
            </a:r>
          </a:p>
        </p:txBody>
      </p:sp>
      <p:sp>
        <p:nvSpPr>
          <p:cNvPr id="66" name="bar"/>
          <p:cNvSpPr/>
          <p:nvPr/>
        </p:nvSpPr>
        <p:spPr>
          <a:xfrm>
            <a:off x="2499429" y="8963339"/>
            <a:ext cx="781714" cy="864661"/>
          </a:xfrm>
          <a:prstGeom prst="rect">
            <a:avLst/>
          </a:prstGeom>
          <a:solidFill>
            <a:srgbClr val="D6D1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bar-value: &gt;1 850"/>
          <p:cNvSpPr txBox="1"/>
          <p:nvPr/>
        </p:nvSpPr>
        <p:spPr>
          <a:xfrm>
            <a:off x="2427429" y="8603691"/>
            <a:ext cx="925714" cy="140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5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-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&gt;1 850</a:t>
            </a:r>
          </a:p>
        </p:txBody>
      </p:sp>
      <p:sp>
        <p:nvSpPr>
          <p:cNvPr id="68" name="bar-unit: млрд руб"/>
          <p:cNvSpPr txBox="1"/>
          <p:nvPr/>
        </p:nvSpPr>
        <p:spPr>
          <a:xfrm>
            <a:off x="2427429" y="8805652"/>
            <a:ext cx="925714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69" name="axis: 2021"/>
          <p:cNvSpPr txBox="1"/>
          <p:nvPr/>
        </p:nvSpPr>
        <p:spPr>
          <a:xfrm>
            <a:off x="2427429" y="9952192"/>
            <a:ext cx="92571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2021</a:t>
            </a:r>
          </a:p>
        </p:txBody>
      </p:sp>
      <p:sp>
        <p:nvSpPr>
          <p:cNvPr id="70" name="bar"/>
          <p:cNvSpPr/>
          <p:nvPr/>
        </p:nvSpPr>
        <p:spPr>
          <a:xfrm>
            <a:off x="3389143" y="8893232"/>
            <a:ext cx="781714" cy="934768"/>
          </a:xfrm>
          <a:prstGeom prst="rect">
            <a:avLst/>
          </a:prstGeom>
          <a:solidFill>
            <a:srgbClr val="D6D1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bar-value: &gt;2 000"/>
          <p:cNvSpPr txBox="1"/>
          <p:nvPr/>
        </p:nvSpPr>
        <p:spPr>
          <a:xfrm>
            <a:off x="3317143" y="8533583"/>
            <a:ext cx="925714" cy="140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5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-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&gt;2 000</a:t>
            </a:r>
          </a:p>
        </p:txBody>
      </p:sp>
      <p:sp>
        <p:nvSpPr>
          <p:cNvPr id="72" name="bar-unit: млрд руб"/>
          <p:cNvSpPr txBox="1"/>
          <p:nvPr/>
        </p:nvSpPr>
        <p:spPr>
          <a:xfrm>
            <a:off x="3317143" y="8735545"/>
            <a:ext cx="925714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73" name="axis: 2022"/>
          <p:cNvSpPr txBox="1"/>
          <p:nvPr/>
        </p:nvSpPr>
        <p:spPr>
          <a:xfrm>
            <a:off x="3317143" y="9952192"/>
            <a:ext cx="92571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2022</a:t>
            </a:r>
          </a:p>
        </p:txBody>
      </p:sp>
      <p:sp>
        <p:nvSpPr>
          <p:cNvPr id="74" name="bar"/>
          <p:cNvSpPr/>
          <p:nvPr/>
        </p:nvSpPr>
        <p:spPr>
          <a:xfrm>
            <a:off x="4278857" y="8192155"/>
            <a:ext cx="781714" cy="1635845"/>
          </a:xfrm>
          <a:prstGeom prst="rect">
            <a:avLst/>
          </a:prstGeom>
          <a:solidFill>
            <a:srgbClr val="D6D1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bar-value: &gt;3 500"/>
          <p:cNvSpPr txBox="1"/>
          <p:nvPr/>
        </p:nvSpPr>
        <p:spPr>
          <a:xfrm>
            <a:off x="4206857" y="7832507"/>
            <a:ext cx="925714" cy="140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5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-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&gt;3 500</a:t>
            </a:r>
          </a:p>
        </p:txBody>
      </p:sp>
      <p:sp>
        <p:nvSpPr>
          <p:cNvPr id="76" name="bar-unit: млрд руб"/>
          <p:cNvSpPr txBox="1"/>
          <p:nvPr/>
        </p:nvSpPr>
        <p:spPr>
          <a:xfrm>
            <a:off x="4206857" y="8034468"/>
            <a:ext cx="925714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77" name="axis: 2023"/>
          <p:cNvSpPr txBox="1"/>
          <p:nvPr/>
        </p:nvSpPr>
        <p:spPr>
          <a:xfrm>
            <a:off x="4206857" y="9952192"/>
            <a:ext cx="92571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2023</a:t>
            </a:r>
          </a:p>
        </p:txBody>
      </p:sp>
      <p:sp>
        <p:nvSpPr>
          <p:cNvPr id="78" name="bar"/>
          <p:cNvSpPr/>
          <p:nvPr/>
        </p:nvSpPr>
        <p:spPr>
          <a:xfrm>
            <a:off x="5168571" y="7864986"/>
            <a:ext cx="781714" cy="1963014"/>
          </a:xfrm>
          <a:prstGeom prst="rect">
            <a:avLst/>
          </a:prstGeom>
          <a:solidFill>
            <a:srgbClr val="D6D1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bar-value: &gt;4 200"/>
          <p:cNvSpPr txBox="1"/>
          <p:nvPr/>
        </p:nvSpPr>
        <p:spPr>
          <a:xfrm>
            <a:off x="5096571" y="7505338"/>
            <a:ext cx="925714" cy="14033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85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-8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&gt;4 200</a:t>
            </a:r>
          </a:p>
        </p:txBody>
      </p:sp>
      <p:sp>
        <p:nvSpPr>
          <p:cNvPr id="80" name="bar-unit: млрд руб"/>
          <p:cNvSpPr txBox="1"/>
          <p:nvPr/>
        </p:nvSpPr>
        <p:spPr>
          <a:xfrm>
            <a:off x="5096571" y="7707299"/>
            <a:ext cx="925714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81" name="axis: 2024"/>
          <p:cNvSpPr txBox="1"/>
          <p:nvPr/>
        </p:nvSpPr>
        <p:spPr>
          <a:xfrm>
            <a:off x="5096571" y="9952192"/>
            <a:ext cx="92571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2024</a:t>
            </a:r>
          </a:p>
        </p:txBody>
      </p:sp>
      <p:sp>
        <p:nvSpPr>
          <p:cNvPr id="82" name="bar"/>
          <p:cNvSpPr/>
          <p:nvPr/>
        </p:nvSpPr>
        <p:spPr>
          <a:xfrm>
            <a:off x="6058286" y="7584556"/>
            <a:ext cx="781714" cy="2243444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bar-value: &gt;4 800"/>
          <p:cNvSpPr txBox="1"/>
          <p:nvPr/>
        </p:nvSpPr>
        <p:spPr>
          <a:xfrm>
            <a:off x="5986286" y="7228146"/>
            <a:ext cx="925714" cy="165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-1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&gt;4 800</a:t>
            </a:r>
          </a:p>
        </p:txBody>
      </p:sp>
      <p:sp>
        <p:nvSpPr>
          <p:cNvPr id="84" name="bar-unit: млрд руб"/>
          <p:cNvSpPr txBox="1"/>
          <p:nvPr/>
        </p:nvSpPr>
        <p:spPr>
          <a:xfrm>
            <a:off x="5986286" y="7426869"/>
            <a:ext cx="925714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млрд руб</a:t>
            </a:r>
          </a:p>
        </p:txBody>
      </p:sp>
      <p:sp>
        <p:nvSpPr>
          <p:cNvPr id="85" name="axis: 2025"/>
          <p:cNvSpPr txBox="1"/>
          <p:nvPr/>
        </p:nvSpPr>
        <p:spPr>
          <a:xfrm>
            <a:off x="5986286" y="9952192"/>
            <a:ext cx="925714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2025</a:t>
            </a:r>
          </a:p>
        </p:txBody>
      </p:sp>
      <p:cxnSp>
        <p:nvCxnSpPr>
          <p:cNvPr id="86" name="motif"/>
          <p:cNvCxnSpPr/>
          <p:nvPr/>
        </p:nvCxnSpPr>
        <p:spPr>
          <a:xfrm>
            <a:off x="720000" y="9828000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6768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8" name="frame"/>
          <p:cNvCxnSpPr/>
          <p:nvPr/>
        </p:nvCxnSpPr>
        <p:spPr>
          <a:xfrm>
            <a:off x="6768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9" name="folio: 05"/>
          <p:cNvSpPr txBox="1"/>
          <p:nvPr/>
        </p:nvSpPr>
        <p:spPr>
          <a:xfrm>
            <a:off x="6768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05</a:t>
            </a:r>
          </a:p>
        </p:txBody>
      </p:sp>
      <p:sp>
        <p:nvSpPr>
          <p:cNvPr id="50" name="logo"/>
          <p:cNvSpPr/>
          <p:nvPr/>
        </p:nvSpPr>
        <p:spPr>
          <a:xfrm>
            <a:off x="5917789" y="684923"/>
            <a:ext cx="915433" cy="557688"/>
          </a:xfrm>
          <a:custGeom>
            <a:avLst/>
            <a:gdLst/>
            <a:ahLst/>
            <a:cxnLst/>
            <a:rect l="0" t="0" r="r" b="b"/>
            <a:pathLst>
              <a:path w="915433" h="557688">
                <a:moveTo>
                  <a:pt x="858111" y="266"/>
                </a:moveTo>
                <a:lnTo>
                  <a:pt x="853463" y="2115"/>
                </a:lnTo>
                <a:lnTo>
                  <a:pt x="849623" y="4145"/>
                </a:lnTo>
                <a:lnTo>
                  <a:pt x="843946" y="13345"/>
                </a:lnTo>
                <a:lnTo>
                  <a:pt x="819094" y="25899"/>
                </a:lnTo>
                <a:lnTo>
                  <a:pt x="811387" y="31009"/>
                </a:lnTo>
                <a:lnTo>
                  <a:pt x="802219" y="38294"/>
                </a:lnTo>
                <a:lnTo>
                  <a:pt x="799654" y="41244"/>
                </a:lnTo>
                <a:lnTo>
                  <a:pt x="797023" y="45753"/>
                </a:lnTo>
                <a:lnTo>
                  <a:pt x="792628" y="51177"/>
                </a:lnTo>
                <a:lnTo>
                  <a:pt x="791421" y="53752"/>
                </a:lnTo>
                <a:lnTo>
                  <a:pt x="791373" y="55684"/>
                </a:lnTo>
                <a:lnTo>
                  <a:pt x="792210" y="57654"/>
                </a:lnTo>
                <a:lnTo>
                  <a:pt x="795817" y="60988"/>
                </a:lnTo>
                <a:lnTo>
                  <a:pt x="796310" y="62078"/>
                </a:lnTo>
                <a:lnTo>
                  <a:pt x="794953" y="62875"/>
                </a:lnTo>
                <a:lnTo>
                  <a:pt x="790868" y="63989"/>
                </a:lnTo>
                <a:lnTo>
                  <a:pt x="789532" y="64939"/>
                </a:lnTo>
                <a:lnTo>
                  <a:pt x="786893" y="70284"/>
                </a:lnTo>
                <a:lnTo>
                  <a:pt x="781022" y="76463"/>
                </a:lnTo>
                <a:lnTo>
                  <a:pt x="779077" y="79310"/>
                </a:lnTo>
                <a:lnTo>
                  <a:pt x="776964" y="83462"/>
                </a:lnTo>
                <a:lnTo>
                  <a:pt x="775584" y="83955"/>
                </a:lnTo>
                <a:lnTo>
                  <a:pt x="773687" y="83799"/>
                </a:lnTo>
                <a:lnTo>
                  <a:pt x="768554" y="81356"/>
                </a:lnTo>
                <a:lnTo>
                  <a:pt x="767201" y="81090"/>
                </a:lnTo>
                <a:lnTo>
                  <a:pt x="761837" y="82375"/>
                </a:lnTo>
                <a:lnTo>
                  <a:pt x="758028" y="83830"/>
                </a:lnTo>
                <a:lnTo>
                  <a:pt x="755555" y="85435"/>
                </a:lnTo>
                <a:lnTo>
                  <a:pt x="754261" y="86887"/>
                </a:lnTo>
                <a:lnTo>
                  <a:pt x="748309" y="95867"/>
                </a:lnTo>
                <a:lnTo>
                  <a:pt x="744705" y="98534"/>
                </a:lnTo>
                <a:lnTo>
                  <a:pt x="742150" y="99336"/>
                </a:lnTo>
                <a:lnTo>
                  <a:pt x="740271" y="99350"/>
                </a:lnTo>
                <a:lnTo>
                  <a:pt x="735088" y="96041"/>
                </a:lnTo>
                <a:lnTo>
                  <a:pt x="732066" y="95265"/>
                </a:lnTo>
                <a:lnTo>
                  <a:pt x="728863" y="95415"/>
                </a:lnTo>
                <a:lnTo>
                  <a:pt x="725641" y="96484"/>
                </a:lnTo>
                <a:lnTo>
                  <a:pt x="719601" y="100274"/>
                </a:lnTo>
                <a:lnTo>
                  <a:pt x="703971" y="107876"/>
                </a:lnTo>
                <a:lnTo>
                  <a:pt x="702340" y="109136"/>
                </a:lnTo>
                <a:lnTo>
                  <a:pt x="700788" y="111667"/>
                </a:lnTo>
                <a:lnTo>
                  <a:pt x="701565" y="118091"/>
                </a:lnTo>
                <a:lnTo>
                  <a:pt x="703511" y="122238"/>
                </a:lnTo>
                <a:lnTo>
                  <a:pt x="703421" y="124192"/>
                </a:lnTo>
                <a:lnTo>
                  <a:pt x="701570" y="125583"/>
                </a:lnTo>
                <a:lnTo>
                  <a:pt x="696269" y="127243"/>
                </a:lnTo>
                <a:lnTo>
                  <a:pt x="693324" y="129322"/>
                </a:lnTo>
                <a:lnTo>
                  <a:pt x="691634" y="128930"/>
                </a:lnTo>
                <a:lnTo>
                  <a:pt x="688617" y="127130"/>
                </a:lnTo>
                <a:lnTo>
                  <a:pt x="682037" y="122772"/>
                </a:lnTo>
                <a:lnTo>
                  <a:pt x="673845" y="116697"/>
                </a:lnTo>
                <a:lnTo>
                  <a:pt x="657531" y="105851"/>
                </a:lnTo>
                <a:lnTo>
                  <a:pt x="647924" y="99069"/>
                </a:lnTo>
                <a:lnTo>
                  <a:pt x="636176" y="89885"/>
                </a:lnTo>
                <a:lnTo>
                  <a:pt x="616545" y="75645"/>
                </a:lnTo>
                <a:lnTo>
                  <a:pt x="613507" y="73926"/>
                </a:lnTo>
                <a:lnTo>
                  <a:pt x="612062" y="74111"/>
                </a:lnTo>
                <a:lnTo>
                  <a:pt x="611388" y="75142"/>
                </a:lnTo>
                <a:lnTo>
                  <a:pt x="611958" y="77336"/>
                </a:lnTo>
                <a:lnTo>
                  <a:pt x="612782" y="78599"/>
                </a:lnTo>
                <a:lnTo>
                  <a:pt x="614919" y="80371"/>
                </a:lnTo>
                <a:lnTo>
                  <a:pt x="631538" y="92543"/>
                </a:lnTo>
                <a:lnTo>
                  <a:pt x="651501" y="106510"/>
                </a:lnTo>
                <a:lnTo>
                  <a:pt x="663667" y="115694"/>
                </a:lnTo>
                <a:lnTo>
                  <a:pt x="668578" y="119003"/>
                </a:lnTo>
                <a:lnTo>
                  <a:pt x="672656" y="120954"/>
                </a:lnTo>
                <a:lnTo>
                  <a:pt x="677277" y="123804"/>
                </a:lnTo>
                <a:lnTo>
                  <a:pt x="680901" y="126689"/>
                </a:lnTo>
                <a:lnTo>
                  <a:pt x="682657" y="128703"/>
                </a:lnTo>
                <a:lnTo>
                  <a:pt x="683258" y="130221"/>
                </a:lnTo>
                <a:lnTo>
                  <a:pt x="683823" y="139204"/>
                </a:lnTo>
                <a:lnTo>
                  <a:pt x="681634" y="139233"/>
                </a:lnTo>
                <a:lnTo>
                  <a:pt x="680214" y="138295"/>
                </a:lnTo>
                <a:lnTo>
                  <a:pt x="678941" y="136477"/>
                </a:lnTo>
                <a:lnTo>
                  <a:pt x="677406" y="133100"/>
                </a:lnTo>
                <a:lnTo>
                  <a:pt x="675922" y="131149"/>
                </a:lnTo>
                <a:lnTo>
                  <a:pt x="668855" y="123911"/>
                </a:lnTo>
                <a:lnTo>
                  <a:pt x="666737" y="122141"/>
                </a:lnTo>
                <a:lnTo>
                  <a:pt x="665166" y="121431"/>
                </a:lnTo>
                <a:lnTo>
                  <a:pt x="663750" y="121606"/>
                </a:lnTo>
                <a:lnTo>
                  <a:pt x="660047" y="123325"/>
                </a:lnTo>
                <a:lnTo>
                  <a:pt x="652776" y="123534"/>
                </a:lnTo>
                <a:lnTo>
                  <a:pt x="649575" y="127906"/>
                </a:lnTo>
                <a:lnTo>
                  <a:pt x="648321" y="132868"/>
                </a:lnTo>
                <a:lnTo>
                  <a:pt x="647199" y="133705"/>
                </a:lnTo>
                <a:lnTo>
                  <a:pt x="644783" y="134599"/>
                </a:lnTo>
                <a:lnTo>
                  <a:pt x="642926" y="134578"/>
                </a:lnTo>
                <a:lnTo>
                  <a:pt x="638671" y="132254"/>
                </a:lnTo>
                <a:lnTo>
                  <a:pt x="636203" y="131526"/>
                </a:lnTo>
                <a:lnTo>
                  <a:pt x="629204" y="133150"/>
                </a:lnTo>
                <a:lnTo>
                  <a:pt x="626261" y="133449"/>
                </a:lnTo>
                <a:lnTo>
                  <a:pt x="624382" y="133208"/>
                </a:lnTo>
                <a:lnTo>
                  <a:pt x="620817" y="130387"/>
                </a:lnTo>
                <a:lnTo>
                  <a:pt x="619264" y="128131"/>
                </a:lnTo>
                <a:lnTo>
                  <a:pt x="620563" y="123332"/>
                </a:lnTo>
                <a:lnTo>
                  <a:pt x="621211" y="115917"/>
                </a:lnTo>
                <a:lnTo>
                  <a:pt x="620977" y="112754"/>
                </a:lnTo>
                <a:lnTo>
                  <a:pt x="619611" y="110632"/>
                </a:lnTo>
                <a:lnTo>
                  <a:pt x="614668" y="106026"/>
                </a:lnTo>
                <a:lnTo>
                  <a:pt x="611673" y="104047"/>
                </a:lnTo>
                <a:lnTo>
                  <a:pt x="609159" y="103476"/>
                </a:lnTo>
                <a:lnTo>
                  <a:pt x="602035" y="103248"/>
                </a:lnTo>
                <a:lnTo>
                  <a:pt x="599432" y="102814"/>
                </a:lnTo>
                <a:lnTo>
                  <a:pt x="598625" y="102106"/>
                </a:lnTo>
                <a:lnTo>
                  <a:pt x="597853" y="98823"/>
                </a:lnTo>
                <a:lnTo>
                  <a:pt x="597034" y="97455"/>
                </a:lnTo>
                <a:lnTo>
                  <a:pt x="595404" y="96437"/>
                </a:lnTo>
                <a:lnTo>
                  <a:pt x="591393" y="94995"/>
                </a:lnTo>
                <a:lnTo>
                  <a:pt x="586823" y="96677"/>
                </a:lnTo>
                <a:lnTo>
                  <a:pt x="584039" y="98964"/>
                </a:lnTo>
                <a:lnTo>
                  <a:pt x="584527" y="109102"/>
                </a:lnTo>
                <a:lnTo>
                  <a:pt x="585183" y="112200"/>
                </a:lnTo>
                <a:lnTo>
                  <a:pt x="585532" y="112597"/>
                </a:lnTo>
                <a:lnTo>
                  <a:pt x="586504" y="112568"/>
                </a:lnTo>
                <a:lnTo>
                  <a:pt x="589889" y="110595"/>
                </a:lnTo>
                <a:lnTo>
                  <a:pt x="591315" y="110649"/>
                </a:lnTo>
                <a:lnTo>
                  <a:pt x="592906" y="111289"/>
                </a:lnTo>
                <a:lnTo>
                  <a:pt x="601214" y="117455"/>
                </a:lnTo>
                <a:lnTo>
                  <a:pt x="607516" y="123404"/>
                </a:lnTo>
                <a:lnTo>
                  <a:pt x="607935" y="125404"/>
                </a:lnTo>
                <a:lnTo>
                  <a:pt x="607634" y="126556"/>
                </a:lnTo>
                <a:lnTo>
                  <a:pt x="605981" y="129415"/>
                </a:lnTo>
                <a:lnTo>
                  <a:pt x="601738" y="134922"/>
                </a:lnTo>
                <a:lnTo>
                  <a:pt x="600637" y="137786"/>
                </a:lnTo>
                <a:lnTo>
                  <a:pt x="600646" y="139245"/>
                </a:lnTo>
                <a:lnTo>
                  <a:pt x="601284" y="141593"/>
                </a:lnTo>
                <a:lnTo>
                  <a:pt x="602443" y="143616"/>
                </a:lnTo>
                <a:lnTo>
                  <a:pt x="603989" y="145171"/>
                </a:lnTo>
                <a:lnTo>
                  <a:pt x="606665" y="146350"/>
                </a:lnTo>
                <a:lnTo>
                  <a:pt x="610013" y="146521"/>
                </a:lnTo>
                <a:lnTo>
                  <a:pt x="614826" y="145819"/>
                </a:lnTo>
                <a:lnTo>
                  <a:pt x="619531" y="144077"/>
                </a:lnTo>
                <a:lnTo>
                  <a:pt x="623150" y="144605"/>
                </a:lnTo>
                <a:lnTo>
                  <a:pt x="627606" y="143541"/>
                </a:lnTo>
                <a:lnTo>
                  <a:pt x="629650" y="144356"/>
                </a:lnTo>
                <a:lnTo>
                  <a:pt x="657484" y="167917"/>
                </a:lnTo>
                <a:lnTo>
                  <a:pt x="658694" y="169349"/>
                </a:lnTo>
                <a:lnTo>
                  <a:pt x="661813" y="171567"/>
                </a:lnTo>
                <a:lnTo>
                  <a:pt x="670253" y="178777"/>
                </a:lnTo>
                <a:lnTo>
                  <a:pt x="678590" y="186344"/>
                </a:lnTo>
                <a:lnTo>
                  <a:pt x="684278" y="190526"/>
                </a:lnTo>
                <a:lnTo>
                  <a:pt x="686503" y="193258"/>
                </a:lnTo>
                <a:lnTo>
                  <a:pt x="693039" y="198768"/>
                </a:lnTo>
                <a:lnTo>
                  <a:pt x="697304" y="201877"/>
                </a:lnTo>
                <a:lnTo>
                  <a:pt x="698296" y="203039"/>
                </a:lnTo>
                <a:lnTo>
                  <a:pt x="700492" y="203450"/>
                </a:lnTo>
                <a:lnTo>
                  <a:pt x="701435" y="202737"/>
                </a:lnTo>
                <a:lnTo>
                  <a:pt x="701385" y="201740"/>
                </a:lnTo>
                <a:lnTo>
                  <a:pt x="697995" y="198475"/>
                </a:lnTo>
                <a:lnTo>
                  <a:pt x="694690" y="196061"/>
                </a:lnTo>
                <a:lnTo>
                  <a:pt x="689611" y="191311"/>
                </a:lnTo>
                <a:lnTo>
                  <a:pt x="685395" y="188884"/>
                </a:lnTo>
                <a:lnTo>
                  <a:pt x="682408" y="186636"/>
                </a:lnTo>
                <a:lnTo>
                  <a:pt x="680737" y="184647"/>
                </a:lnTo>
                <a:lnTo>
                  <a:pt x="673886" y="179695"/>
                </a:lnTo>
                <a:lnTo>
                  <a:pt x="641655" y="149671"/>
                </a:lnTo>
                <a:lnTo>
                  <a:pt x="640267" y="147711"/>
                </a:lnTo>
                <a:lnTo>
                  <a:pt x="640269" y="145590"/>
                </a:lnTo>
                <a:lnTo>
                  <a:pt x="642070" y="144334"/>
                </a:lnTo>
                <a:lnTo>
                  <a:pt x="649417" y="142920"/>
                </a:lnTo>
                <a:lnTo>
                  <a:pt x="653274" y="141439"/>
                </a:lnTo>
                <a:lnTo>
                  <a:pt x="655339" y="139924"/>
                </a:lnTo>
                <a:lnTo>
                  <a:pt x="656901" y="138059"/>
                </a:lnTo>
                <a:lnTo>
                  <a:pt x="659112" y="133291"/>
                </a:lnTo>
                <a:lnTo>
                  <a:pt x="660779" y="132532"/>
                </a:lnTo>
                <a:lnTo>
                  <a:pt x="662711" y="132498"/>
                </a:lnTo>
                <a:lnTo>
                  <a:pt x="665747" y="133599"/>
                </a:lnTo>
                <a:lnTo>
                  <a:pt x="667819" y="135318"/>
                </a:lnTo>
                <a:lnTo>
                  <a:pt x="668780" y="142087"/>
                </a:lnTo>
                <a:lnTo>
                  <a:pt x="678592" y="149311"/>
                </a:lnTo>
                <a:lnTo>
                  <a:pt x="681699" y="149998"/>
                </a:lnTo>
                <a:lnTo>
                  <a:pt x="695356" y="150779"/>
                </a:lnTo>
                <a:lnTo>
                  <a:pt x="696687" y="149451"/>
                </a:lnTo>
                <a:lnTo>
                  <a:pt x="696928" y="148470"/>
                </a:lnTo>
                <a:lnTo>
                  <a:pt x="695123" y="143902"/>
                </a:lnTo>
                <a:lnTo>
                  <a:pt x="695053" y="141716"/>
                </a:lnTo>
                <a:lnTo>
                  <a:pt x="696360" y="140490"/>
                </a:lnTo>
                <a:lnTo>
                  <a:pt x="699386" y="140412"/>
                </a:lnTo>
                <a:lnTo>
                  <a:pt x="706003" y="144200"/>
                </a:lnTo>
                <a:lnTo>
                  <a:pt x="711355" y="148094"/>
                </a:lnTo>
                <a:lnTo>
                  <a:pt x="716447" y="151087"/>
                </a:lnTo>
                <a:lnTo>
                  <a:pt x="738627" y="165937"/>
                </a:lnTo>
                <a:lnTo>
                  <a:pt x="740052" y="166487"/>
                </a:lnTo>
                <a:lnTo>
                  <a:pt x="741365" y="166309"/>
                </a:lnTo>
                <a:lnTo>
                  <a:pt x="741833" y="165959"/>
                </a:lnTo>
                <a:lnTo>
                  <a:pt x="741974" y="164861"/>
                </a:lnTo>
                <a:lnTo>
                  <a:pt x="741152" y="163409"/>
                </a:lnTo>
                <a:lnTo>
                  <a:pt x="739487" y="161819"/>
                </a:lnTo>
                <a:lnTo>
                  <a:pt x="716244" y="146271"/>
                </a:lnTo>
                <a:lnTo>
                  <a:pt x="711804" y="142824"/>
                </a:lnTo>
                <a:lnTo>
                  <a:pt x="706483" y="139519"/>
                </a:lnTo>
                <a:lnTo>
                  <a:pt x="703733" y="136696"/>
                </a:lnTo>
                <a:lnTo>
                  <a:pt x="703208" y="135382"/>
                </a:lnTo>
                <a:lnTo>
                  <a:pt x="703454" y="134803"/>
                </a:lnTo>
                <a:lnTo>
                  <a:pt x="707688" y="133145"/>
                </a:lnTo>
                <a:lnTo>
                  <a:pt x="715789" y="125456"/>
                </a:lnTo>
                <a:lnTo>
                  <a:pt x="715570" y="122097"/>
                </a:lnTo>
                <a:lnTo>
                  <a:pt x="711485" y="116596"/>
                </a:lnTo>
                <a:lnTo>
                  <a:pt x="711183" y="115517"/>
                </a:lnTo>
                <a:lnTo>
                  <a:pt x="711587" y="114207"/>
                </a:lnTo>
                <a:lnTo>
                  <a:pt x="715724" y="111617"/>
                </a:lnTo>
                <a:lnTo>
                  <a:pt x="723728" y="108394"/>
                </a:lnTo>
                <a:lnTo>
                  <a:pt x="732492" y="109248"/>
                </a:lnTo>
                <a:lnTo>
                  <a:pt x="750680" y="106193"/>
                </a:lnTo>
                <a:lnTo>
                  <a:pt x="752452" y="105000"/>
                </a:lnTo>
                <a:lnTo>
                  <a:pt x="753804" y="103529"/>
                </a:lnTo>
                <a:lnTo>
                  <a:pt x="760785" y="93305"/>
                </a:lnTo>
                <a:lnTo>
                  <a:pt x="763050" y="91142"/>
                </a:lnTo>
                <a:lnTo>
                  <a:pt x="764161" y="90545"/>
                </a:lnTo>
                <a:lnTo>
                  <a:pt x="765280" y="90263"/>
                </a:lnTo>
                <a:lnTo>
                  <a:pt x="767594" y="90627"/>
                </a:lnTo>
                <a:lnTo>
                  <a:pt x="771077" y="92738"/>
                </a:lnTo>
                <a:lnTo>
                  <a:pt x="774160" y="93555"/>
                </a:lnTo>
                <a:lnTo>
                  <a:pt x="779053" y="93822"/>
                </a:lnTo>
                <a:lnTo>
                  <a:pt x="781342" y="93088"/>
                </a:lnTo>
                <a:lnTo>
                  <a:pt x="783144" y="91262"/>
                </a:lnTo>
                <a:lnTo>
                  <a:pt x="786206" y="84977"/>
                </a:lnTo>
                <a:lnTo>
                  <a:pt x="788015" y="82203"/>
                </a:lnTo>
                <a:lnTo>
                  <a:pt x="795898" y="73428"/>
                </a:lnTo>
                <a:lnTo>
                  <a:pt x="803725" y="68394"/>
                </a:lnTo>
                <a:lnTo>
                  <a:pt x="807410" y="64885"/>
                </a:lnTo>
                <a:lnTo>
                  <a:pt x="807718" y="63655"/>
                </a:lnTo>
                <a:lnTo>
                  <a:pt x="807295" y="61938"/>
                </a:lnTo>
                <a:lnTo>
                  <a:pt x="803692" y="55154"/>
                </a:lnTo>
                <a:lnTo>
                  <a:pt x="803341" y="53700"/>
                </a:lnTo>
                <a:lnTo>
                  <a:pt x="804033" y="51373"/>
                </a:lnTo>
                <a:lnTo>
                  <a:pt x="806940" y="46561"/>
                </a:lnTo>
                <a:lnTo>
                  <a:pt x="810070" y="43115"/>
                </a:lnTo>
                <a:lnTo>
                  <a:pt x="816159" y="38500"/>
                </a:lnTo>
                <a:lnTo>
                  <a:pt x="825805" y="32319"/>
                </a:lnTo>
                <a:lnTo>
                  <a:pt x="827951" y="31285"/>
                </a:lnTo>
                <a:lnTo>
                  <a:pt x="829812" y="31057"/>
                </a:lnTo>
                <a:lnTo>
                  <a:pt x="831786" y="32172"/>
                </a:lnTo>
                <a:lnTo>
                  <a:pt x="846350" y="44675"/>
                </a:lnTo>
                <a:lnTo>
                  <a:pt x="852211" y="48367"/>
                </a:lnTo>
                <a:lnTo>
                  <a:pt x="853226" y="49973"/>
                </a:lnTo>
                <a:lnTo>
                  <a:pt x="854918" y="55204"/>
                </a:lnTo>
                <a:lnTo>
                  <a:pt x="856544" y="57769"/>
                </a:lnTo>
                <a:lnTo>
                  <a:pt x="859118" y="59307"/>
                </a:lnTo>
                <a:lnTo>
                  <a:pt x="867163" y="61696"/>
                </a:lnTo>
                <a:lnTo>
                  <a:pt x="868614" y="62686"/>
                </a:lnTo>
                <a:lnTo>
                  <a:pt x="870104" y="64408"/>
                </a:lnTo>
                <a:lnTo>
                  <a:pt x="869974" y="75509"/>
                </a:lnTo>
                <a:lnTo>
                  <a:pt x="872909" y="93684"/>
                </a:lnTo>
                <a:lnTo>
                  <a:pt x="874609" y="100312"/>
                </a:lnTo>
                <a:lnTo>
                  <a:pt x="874726" y="102824"/>
                </a:lnTo>
                <a:lnTo>
                  <a:pt x="873818" y="104738"/>
                </a:lnTo>
                <a:lnTo>
                  <a:pt x="870692" y="107498"/>
                </a:lnTo>
                <a:lnTo>
                  <a:pt x="868715" y="110262"/>
                </a:lnTo>
                <a:lnTo>
                  <a:pt x="867301" y="114459"/>
                </a:lnTo>
                <a:lnTo>
                  <a:pt x="865305" y="123301"/>
                </a:lnTo>
                <a:lnTo>
                  <a:pt x="864361" y="125045"/>
                </a:lnTo>
                <a:lnTo>
                  <a:pt x="863323" y="125020"/>
                </a:lnTo>
                <a:lnTo>
                  <a:pt x="859553" y="121623"/>
                </a:lnTo>
                <a:lnTo>
                  <a:pt x="856459" y="118087"/>
                </a:lnTo>
                <a:lnTo>
                  <a:pt x="853275" y="113250"/>
                </a:lnTo>
                <a:lnTo>
                  <a:pt x="850955" y="111356"/>
                </a:lnTo>
                <a:lnTo>
                  <a:pt x="849592" y="111609"/>
                </a:lnTo>
                <a:lnTo>
                  <a:pt x="848096" y="112556"/>
                </a:lnTo>
                <a:lnTo>
                  <a:pt x="836958" y="121792"/>
                </a:lnTo>
                <a:lnTo>
                  <a:pt x="836556" y="122875"/>
                </a:lnTo>
                <a:lnTo>
                  <a:pt x="836890" y="124161"/>
                </a:lnTo>
                <a:lnTo>
                  <a:pt x="841568" y="130054"/>
                </a:lnTo>
                <a:lnTo>
                  <a:pt x="842301" y="131635"/>
                </a:lnTo>
                <a:lnTo>
                  <a:pt x="842125" y="132828"/>
                </a:lnTo>
                <a:lnTo>
                  <a:pt x="841032" y="133667"/>
                </a:lnTo>
                <a:lnTo>
                  <a:pt x="836886" y="134872"/>
                </a:lnTo>
                <a:lnTo>
                  <a:pt x="833427" y="137230"/>
                </a:lnTo>
                <a:lnTo>
                  <a:pt x="829855" y="141009"/>
                </a:lnTo>
                <a:lnTo>
                  <a:pt x="825895" y="146725"/>
                </a:lnTo>
                <a:lnTo>
                  <a:pt x="826183" y="156175"/>
                </a:lnTo>
                <a:lnTo>
                  <a:pt x="829258" y="170522"/>
                </a:lnTo>
                <a:lnTo>
                  <a:pt x="831856" y="176726"/>
                </a:lnTo>
                <a:lnTo>
                  <a:pt x="832149" y="178967"/>
                </a:lnTo>
                <a:lnTo>
                  <a:pt x="831933" y="179851"/>
                </a:lnTo>
                <a:lnTo>
                  <a:pt x="831471" y="180587"/>
                </a:lnTo>
                <a:lnTo>
                  <a:pt x="829798" y="181645"/>
                </a:lnTo>
                <a:lnTo>
                  <a:pt x="822704" y="182989"/>
                </a:lnTo>
                <a:lnTo>
                  <a:pt x="819141" y="184410"/>
                </a:lnTo>
                <a:lnTo>
                  <a:pt x="817637" y="185388"/>
                </a:lnTo>
                <a:lnTo>
                  <a:pt x="816297" y="186558"/>
                </a:lnTo>
                <a:lnTo>
                  <a:pt x="814048" y="189524"/>
                </a:lnTo>
                <a:lnTo>
                  <a:pt x="811348" y="195348"/>
                </a:lnTo>
                <a:lnTo>
                  <a:pt x="809619" y="197600"/>
                </a:lnTo>
                <a:lnTo>
                  <a:pt x="809447" y="198853"/>
                </a:lnTo>
                <a:lnTo>
                  <a:pt x="810527" y="200196"/>
                </a:lnTo>
                <a:lnTo>
                  <a:pt x="812967" y="201875"/>
                </a:lnTo>
                <a:lnTo>
                  <a:pt x="815309" y="202882"/>
                </a:lnTo>
                <a:lnTo>
                  <a:pt x="816583" y="202838"/>
                </a:lnTo>
                <a:lnTo>
                  <a:pt x="818512" y="201683"/>
                </a:lnTo>
                <a:lnTo>
                  <a:pt x="820766" y="199326"/>
                </a:lnTo>
                <a:lnTo>
                  <a:pt x="822317" y="193486"/>
                </a:lnTo>
                <a:lnTo>
                  <a:pt x="824008" y="191473"/>
                </a:lnTo>
                <a:lnTo>
                  <a:pt x="826312" y="190935"/>
                </a:lnTo>
                <a:lnTo>
                  <a:pt x="830013" y="193701"/>
                </a:lnTo>
                <a:lnTo>
                  <a:pt x="832330" y="194152"/>
                </a:lnTo>
                <a:lnTo>
                  <a:pt x="834056" y="193945"/>
                </a:lnTo>
                <a:lnTo>
                  <a:pt x="835469" y="193276"/>
                </a:lnTo>
                <a:lnTo>
                  <a:pt x="837152" y="191255"/>
                </a:lnTo>
                <a:lnTo>
                  <a:pt x="839514" y="185433"/>
                </a:lnTo>
                <a:lnTo>
                  <a:pt x="841841" y="181668"/>
                </a:lnTo>
                <a:lnTo>
                  <a:pt x="844588" y="178156"/>
                </a:lnTo>
                <a:lnTo>
                  <a:pt x="845372" y="175763"/>
                </a:lnTo>
                <a:lnTo>
                  <a:pt x="844504" y="173758"/>
                </a:lnTo>
                <a:lnTo>
                  <a:pt x="840168" y="171589"/>
                </a:lnTo>
                <a:lnTo>
                  <a:pt x="838458" y="168865"/>
                </a:lnTo>
                <a:lnTo>
                  <a:pt x="836698" y="162744"/>
                </a:lnTo>
                <a:lnTo>
                  <a:pt x="835526" y="156971"/>
                </a:lnTo>
                <a:lnTo>
                  <a:pt x="835004" y="152214"/>
                </a:lnTo>
                <a:lnTo>
                  <a:pt x="835213" y="149149"/>
                </a:lnTo>
                <a:lnTo>
                  <a:pt x="837511" y="145764"/>
                </a:lnTo>
                <a:lnTo>
                  <a:pt x="839403" y="144239"/>
                </a:lnTo>
                <a:lnTo>
                  <a:pt x="840436" y="143884"/>
                </a:lnTo>
                <a:lnTo>
                  <a:pt x="846211" y="146766"/>
                </a:lnTo>
                <a:lnTo>
                  <a:pt x="849681" y="146887"/>
                </a:lnTo>
                <a:lnTo>
                  <a:pt x="850690" y="146434"/>
                </a:lnTo>
                <a:lnTo>
                  <a:pt x="851362" y="143978"/>
                </a:lnTo>
                <a:lnTo>
                  <a:pt x="851979" y="130861"/>
                </a:lnTo>
                <a:lnTo>
                  <a:pt x="852357" y="129270"/>
                </a:lnTo>
                <a:lnTo>
                  <a:pt x="853315" y="128633"/>
                </a:lnTo>
                <a:lnTo>
                  <a:pt x="854536" y="129321"/>
                </a:lnTo>
                <a:lnTo>
                  <a:pt x="855317" y="131077"/>
                </a:lnTo>
                <a:lnTo>
                  <a:pt x="856412" y="145476"/>
                </a:lnTo>
                <a:lnTo>
                  <a:pt x="859318" y="158378"/>
                </a:lnTo>
                <a:lnTo>
                  <a:pt x="861679" y="166881"/>
                </a:lnTo>
                <a:lnTo>
                  <a:pt x="861902" y="169360"/>
                </a:lnTo>
                <a:lnTo>
                  <a:pt x="861054" y="175071"/>
                </a:lnTo>
                <a:lnTo>
                  <a:pt x="861161" y="177504"/>
                </a:lnTo>
                <a:lnTo>
                  <a:pt x="863638" y="183069"/>
                </a:lnTo>
                <a:lnTo>
                  <a:pt x="866385" y="191770"/>
                </a:lnTo>
                <a:lnTo>
                  <a:pt x="869163" y="195755"/>
                </a:lnTo>
                <a:lnTo>
                  <a:pt x="872982" y="199971"/>
                </a:lnTo>
                <a:lnTo>
                  <a:pt x="876025" y="202717"/>
                </a:lnTo>
                <a:lnTo>
                  <a:pt x="880832" y="206209"/>
                </a:lnTo>
                <a:lnTo>
                  <a:pt x="897604" y="216643"/>
                </a:lnTo>
                <a:lnTo>
                  <a:pt x="908965" y="223110"/>
                </a:lnTo>
                <a:lnTo>
                  <a:pt x="912045" y="224077"/>
                </a:lnTo>
                <a:lnTo>
                  <a:pt x="914343" y="223943"/>
                </a:lnTo>
                <a:lnTo>
                  <a:pt x="915081" y="223146"/>
                </a:lnTo>
                <a:lnTo>
                  <a:pt x="915433" y="221622"/>
                </a:lnTo>
                <a:lnTo>
                  <a:pt x="915107" y="213165"/>
                </a:lnTo>
                <a:lnTo>
                  <a:pt x="909418" y="202253"/>
                </a:lnTo>
                <a:lnTo>
                  <a:pt x="908874" y="192366"/>
                </a:lnTo>
                <a:lnTo>
                  <a:pt x="907293" y="190058"/>
                </a:lnTo>
                <a:lnTo>
                  <a:pt x="902989" y="185210"/>
                </a:lnTo>
                <a:lnTo>
                  <a:pt x="905594" y="179005"/>
                </a:lnTo>
                <a:lnTo>
                  <a:pt x="905747" y="175370"/>
                </a:lnTo>
                <a:lnTo>
                  <a:pt x="904005" y="172591"/>
                </a:lnTo>
                <a:lnTo>
                  <a:pt x="899437" y="169784"/>
                </a:lnTo>
                <a:lnTo>
                  <a:pt x="898638" y="168820"/>
                </a:lnTo>
                <a:lnTo>
                  <a:pt x="898126" y="166377"/>
                </a:lnTo>
                <a:lnTo>
                  <a:pt x="897766" y="158509"/>
                </a:lnTo>
                <a:lnTo>
                  <a:pt x="895222" y="157046"/>
                </a:lnTo>
                <a:lnTo>
                  <a:pt x="890579" y="156044"/>
                </a:lnTo>
                <a:lnTo>
                  <a:pt x="885940" y="151518"/>
                </a:lnTo>
                <a:lnTo>
                  <a:pt x="884003" y="150246"/>
                </a:lnTo>
                <a:lnTo>
                  <a:pt x="882775" y="150106"/>
                </a:lnTo>
                <a:lnTo>
                  <a:pt x="878510" y="151254"/>
                </a:lnTo>
                <a:lnTo>
                  <a:pt x="876915" y="151196"/>
                </a:lnTo>
                <a:lnTo>
                  <a:pt x="874421" y="147494"/>
                </a:lnTo>
                <a:lnTo>
                  <a:pt x="869394" y="137783"/>
                </a:lnTo>
                <a:lnTo>
                  <a:pt x="872571" y="131840"/>
                </a:lnTo>
                <a:lnTo>
                  <a:pt x="875188" y="128812"/>
                </a:lnTo>
                <a:lnTo>
                  <a:pt x="875975" y="127264"/>
                </a:lnTo>
                <a:lnTo>
                  <a:pt x="875510" y="118407"/>
                </a:lnTo>
                <a:lnTo>
                  <a:pt x="876279" y="114654"/>
                </a:lnTo>
                <a:lnTo>
                  <a:pt x="878127" y="113365"/>
                </a:lnTo>
                <a:lnTo>
                  <a:pt x="884646" y="110624"/>
                </a:lnTo>
                <a:lnTo>
                  <a:pt x="885779" y="109463"/>
                </a:lnTo>
                <a:lnTo>
                  <a:pt x="885970" y="108747"/>
                </a:lnTo>
                <a:lnTo>
                  <a:pt x="885690" y="106857"/>
                </a:lnTo>
                <a:lnTo>
                  <a:pt x="883633" y="101509"/>
                </a:lnTo>
                <a:lnTo>
                  <a:pt x="882511" y="97047"/>
                </a:lnTo>
                <a:lnTo>
                  <a:pt x="879394" y="78648"/>
                </a:lnTo>
                <a:lnTo>
                  <a:pt x="878754" y="70717"/>
                </a:lnTo>
                <a:lnTo>
                  <a:pt x="878754" y="67918"/>
                </a:lnTo>
                <a:lnTo>
                  <a:pt x="885439" y="60898"/>
                </a:lnTo>
                <a:lnTo>
                  <a:pt x="885439" y="57179"/>
                </a:lnTo>
                <a:lnTo>
                  <a:pt x="881965" y="54264"/>
                </a:lnTo>
                <a:lnTo>
                  <a:pt x="879720" y="53240"/>
                </a:lnTo>
                <a:lnTo>
                  <a:pt x="876989" y="53006"/>
                </a:lnTo>
                <a:lnTo>
                  <a:pt x="872192" y="53408"/>
                </a:lnTo>
                <a:lnTo>
                  <a:pt x="867372" y="53245"/>
                </a:lnTo>
                <a:lnTo>
                  <a:pt x="864045" y="52457"/>
                </a:lnTo>
                <a:lnTo>
                  <a:pt x="862924" y="51269"/>
                </a:lnTo>
                <a:lnTo>
                  <a:pt x="861554" y="43583"/>
                </a:lnTo>
                <a:lnTo>
                  <a:pt x="859234" y="39146"/>
                </a:lnTo>
                <a:lnTo>
                  <a:pt x="859752" y="36851"/>
                </a:lnTo>
                <a:lnTo>
                  <a:pt x="861802" y="33396"/>
                </a:lnTo>
                <a:lnTo>
                  <a:pt x="863512" y="31309"/>
                </a:lnTo>
                <a:lnTo>
                  <a:pt x="868210" y="29813"/>
                </a:lnTo>
                <a:lnTo>
                  <a:pt x="872893" y="26053"/>
                </a:lnTo>
                <a:lnTo>
                  <a:pt x="877320" y="23248"/>
                </a:lnTo>
                <a:lnTo>
                  <a:pt x="879109" y="20841"/>
                </a:lnTo>
                <a:lnTo>
                  <a:pt x="879408" y="18016"/>
                </a:lnTo>
                <a:lnTo>
                  <a:pt x="878754" y="15978"/>
                </a:lnTo>
                <a:lnTo>
                  <a:pt x="877610" y="14254"/>
                </a:lnTo>
                <a:lnTo>
                  <a:pt x="870715" y="11448"/>
                </a:lnTo>
                <a:lnTo>
                  <a:pt x="868793" y="9987"/>
                </a:lnTo>
                <a:lnTo>
                  <a:pt x="867953" y="8389"/>
                </a:lnTo>
                <a:lnTo>
                  <a:pt x="866919" y="4601"/>
                </a:lnTo>
                <a:lnTo>
                  <a:pt x="864515" y="1144"/>
                </a:lnTo>
                <a:lnTo>
                  <a:pt x="861956" y="0"/>
                </a:lnTo>
                <a:lnTo>
                  <a:pt x="858111" y="266"/>
                </a:lnTo>
                <a:close/>
                <a:moveTo>
                  <a:pt x="858446" y="14098"/>
                </a:moveTo>
                <a:lnTo>
                  <a:pt x="862741" y="18392"/>
                </a:lnTo>
                <a:lnTo>
                  <a:pt x="863549" y="20778"/>
                </a:lnTo>
                <a:lnTo>
                  <a:pt x="862295" y="21750"/>
                </a:lnTo>
                <a:lnTo>
                  <a:pt x="858164" y="22632"/>
                </a:lnTo>
                <a:lnTo>
                  <a:pt x="856482" y="23343"/>
                </a:lnTo>
                <a:lnTo>
                  <a:pt x="853010" y="29055"/>
                </a:lnTo>
                <a:lnTo>
                  <a:pt x="850945" y="29906"/>
                </a:lnTo>
                <a:lnTo>
                  <a:pt x="845192" y="29969"/>
                </a:lnTo>
                <a:lnTo>
                  <a:pt x="840003" y="29380"/>
                </a:lnTo>
                <a:lnTo>
                  <a:pt x="837598" y="28380"/>
                </a:lnTo>
                <a:lnTo>
                  <a:pt x="837662" y="27526"/>
                </a:lnTo>
                <a:lnTo>
                  <a:pt x="842985" y="23123"/>
                </a:lnTo>
                <a:lnTo>
                  <a:pt x="848989" y="23508"/>
                </a:lnTo>
                <a:lnTo>
                  <a:pt x="851295" y="23024"/>
                </a:lnTo>
                <a:lnTo>
                  <a:pt x="852281" y="21558"/>
                </a:lnTo>
                <a:lnTo>
                  <a:pt x="852799" y="17843"/>
                </a:lnTo>
                <a:lnTo>
                  <a:pt x="855548" y="13635"/>
                </a:lnTo>
                <a:lnTo>
                  <a:pt x="857133" y="12591"/>
                </a:lnTo>
                <a:lnTo>
                  <a:pt x="858446" y="14098"/>
                </a:lnTo>
                <a:close/>
                <a:moveTo>
                  <a:pt x="609069" y="113088"/>
                </a:moveTo>
                <a:lnTo>
                  <a:pt x="610866" y="114492"/>
                </a:lnTo>
                <a:lnTo>
                  <a:pt x="611758" y="116498"/>
                </a:lnTo>
                <a:lnTo>
                  <a:pt x="611609" y="119052"/>
                </a:lnTo>
                <a:lnTo>
                  <a:pt x="610495" y="120108"/>
                </a:lnTo>
                <a:lnTo>
                  <a:pt x="609499" y="120120"/>
                </a:lnTo>
                <a:lnTo>
                  <a:pt x="608487" y="119522"/>
                </a:lnTo>
                <a:lnTo>
                  <a:pt x="604664" y="116060"/>
                </a:lnTo>
                <a:lnTo>
                  <a:pt x="604261" y="115176"/>
                </a:lnTo>
                <a:lnTo>
                  <a:pt x="604425" y="113345"/>
                </a:lnTo>
                <a:lnTo>
                  <a:pt x="605470" y="112351"/>
                </a:lnTo>
                <a:lnTo>
                  <a:pt x="607361" y="112430"/>
                </a:lnTo>
                <a:lnTo>
                  <a:pt x="609069" y="113088"/>
                </a:lnTo>
                <a:close/>
                <a:moveTo>
                  <a:pt x="873154" y="160724"/>
                </a:moveTo>
                <a:lnTo>
                  <a:pt x="875417" y="162245"/>
                </a:lnTo>
                <a:lnTo>
                  <a:pt x="876996" y="162739"/>
                </a:lnTo>
                <a:lnTo>
                  <a:pt x="880293" y="161300"/>
                </a:lnTo>
                <a:lnTo>
                  <a:pt x="881622" y="161345"/>
                </a:lnTo>
                <a:lnTo>
                  <a:pt x="886498" y="163738"/>
                </a:lnTo>
                <a:lnTo>
                  <a:pt x="888447" y="165417"/>
                </a:lnTo>
                <a:lnTo>
                  <a:pt x="888990" y="170635"/>
                </a:lnTo>
                <a:lnTo>
                  <a:pt x="889451" y="172110"/>
                </a:lnTo>
                <a:lnTo>
                  <a:pt x="890847" y="174200"/>
                </a:lnTo>
                <a:lnTo>
                  <a:pt x="895092" y="178483"/>
                </a:lnTo>
                <a:lnTo>
                  <a:pt x="894443" y="184084"/>
                </a:lnTo>
                <a:lnTo>
                  <a:pt x="894637" y="188067"/>
                </a:lnTo>
                <a:lnTo>
                  <a:pt x="896016" y="191136"/>
                </a:lnTo>
                <a:lnTo>
                  <a:pt x="899814" y="195489"/>
                </a:lnTo>
                <a:lnTo>
                  <a:pt x="900263" y="201202"/>
                </a:lnTo>
                <a:lnTo>
                  <a:pt x="901153" y="205001"/>
                </a:lnTo>
                <a:lnTo>
                  <a:pt x="901176" y="205603"/>
                </a:lnTo>
                <a:lnTo>
                  <a:pt x="900622" y="206388"/>
                </a:lnTo>
                <a:lnTo>
                  <a:pt x="898633" y="206457"/>
                </a:lnTo>
                <a:lnTo>
                  <a:pt x="896801" y="205717"/>
                </a:lnTo>
                <a:lnTo>
                  <a:pt x="883171" y="197081"/>
                </a:lnTo>
                <a:lnTo>
                  <a:pt x="879204" y="193610"/>
                </a:lnTo>
                <a:lnTo>
                  <a:pt x="874724" y="187794"/>
                </a:lnTo>
                <a:lnTo>
                  <a:pt x="872950" y="183792"/>
                </a:lnTo>
                <a:lnTo>
                  <a:pt x="870617" y="175314"/>
                </a:lnTo>
                <a:lnTo>
                  <a:pt x="870673" y="168595"/>
                </a:lnTo>
                <a:lnTo>
                  <a:pt x="869179" y="162050"/>
                </a:lnTo>
                <a:lnTo>
                  <a:pt x="869260" y="160306"/>
                </a:lnTo>
                <a:lnTo>
                  <a:pt x="869987" y="158789"/>
                </a:lnTo>
                <a:lnTo>
                  <a:pt x="870668" y="158920"/>
                </a:lnTo>
                <a:lnTo>
                  <a:pt x="873154" y="160724"/>
                </a:lnTo>
                <a:close/>
                <a:moveTo>
                  <a:pt x="567074" y="7746"/>
                </a:moveTo>
                <a:lnTo>
                  <a:pt x="566001" y="9684"/>
                </a:lnTo>
                <a:lnTo>
                  <a:pt x="565341" y="12411"/>
                </a:lnTo>
                <a:lnTo>
                  <a:pt x="563724" y="22708"/>
                </a:lnTo>
                <a:lnTo>
                  <a:pt x="561847" y="30617"/>
                </a:lnTo>
                <a:lnTo>
                  <a:pt x="561252" y="38463"/>
                </a:lnTo>
                <a:lnTo>
                  <a:pt x="560416" y="41066"/>
                </a:lnTo>
                <a:lnTo>
                  <a:pt x="558938" y="43056"/>
                </a:lnTo>
                <a:lnTo>
                  <a:pt x="555846" y="45792"/>
                </a:lnTo>
                <a:lnTo>
                  <a:pt x="543413" y="50626"/>
                </a:lnTo>
                <a:lnTo>
                  <a:pt x="541984" y="51644"/>
                </a:lnTo>
                <a:lnTo>
                  <a:pt x="541131" y="53306"/>
                </a:lnTo>
                <a:lnTo>
                  <a:pt x="541549" y="54321"/>
                </a:lnTo>
                <a:lnTo>
                  <a:pt x="542617" y="54970"/>
                </a:lnTo>
                <a:lnTo>
                  <a:pt x="556307" y="56394"/>
                </a:lnTo>
                <a:lnTo>
                  <a:pt x="559009" y="57220"/>
                </a:lnTo>
                <a:lnTo>
                  <a:pt x="559983" y="57900"/>
                </a:lnTo>
                <a:lnTo>
                  <a:pt x="560049" y="58317"/>
                </a:lnTo>
                <a:lnTo>
                  <a:pt x="554287" y="62035"/>
                </a:lnTo>
                <a:lnTo>
                  <a:pt x="547022" y="64251"/>
                </a:lnTo>
                <a:lnTo>
                  <a:pt x="534591" y="69041"/>
                </a:lnTo>
                <a:lnTo>
                  <a:pt x="531256" y="70642"/>
                </a:lnTo>
                <a:lnTo>
                  <a:pt x="530052" y="71762"/>
                </a:lnTo>
                <a:lnTo>
                  <a:pt x="531974" y="73350"/>
                </a:lnTo>
                <a:lnTo>
                  <a:pt x="553627" y="73491"/>
                </a:lnTo>
                <a:lnTo>
                  <a:pt x="556059" y="73738"/>
                </a:lnTo>
                <a:lnTo>
                  <a:pt x="557874" y="74456"/>
                </a:lnTo>
                <a:lnTo>
                  <a:pt x="558408" y="75474"/>
                </a:lnTo>
                <a:lnTo>
                  <a:pt x="558739" y="81160"/>
                </a:lnTo>
                <a:lnTo>
                  <a:pt x="558572" y="92322"/>
                </a:lnTo>
                <a:lnTo>
                  <a:pt x="557707" y="102223"/>
                </a:lnTo>
                <a:lnTo>
                  <a:pt x="558178" y="105931"/>
                </a:lnTo>
                <a:lnTo>
                  <a:pt x="559291" y="106025"/>
                </a:lnTo>
                <a:lnTo>
                  <a:pt x="563774" y="103407"/>
                </a:lnTo>
                <a:lnTo>
                  <a:pt x="565498" y="99476"/>
                </a:lnTo>
                <a:lnTo>
                  <a:pt x="567220" y="98385"/>
                </a:lnTo>
                <a:lnTo>
                  <a:pt x="570417" y="97920"/>
                </a:lnTo>
                <a:lnTo>
                  <a:pt x="572645" y="100205"/>
                </a:lnTo>
                <a:lnTo>
                  <a:pt x="573310" y="101752"/>
                </a:lnTo>
                <a:lnTo>
                  <a:pt x="572877" y="102991"/>
                </a:lnTo>
                <a:lnTo>
                  <a:pt x="571416" y="103845"/>
                </a:lnTo>
                <a:lnTo>
                  <a:pt x="568997" y="104233"/>
                </a:lnTo>
                <a:lnTo>
                  <a:pt x="564734" y="104104"/>
                </a:lnTo>
                <a:lnTo>
                  <a:pt x="564119" y="108251"/>
                </a:lnTo>
                <a:lnTo>
                  <a:pt x="563731" y="109076"/>
                </a:lnTo>
                <a:lnTo>
                  <a:pt x="563001" y="109575"/>
                </a:lnTo>
                <a:lnTo>
                  <a:pt x="560275" y="109525"/>
                </a:lnTo>
                <a:lnTo>
                  <a:pt x="557348" y="107813"/>
                </a:lnTo>
                <a:lnTo>
                  <a:pt x="556795" y="108115"/>
                </a:lnTo>
                <a:lnTo>
                  <a:pt x="556155" y="109352"/>
                </a:lnTo>
                <a:lnTo>
                  <a:pt x="555095" y="115882"/>
                </a:lnTo>
                <a:lnTo>
                  <a:pt x="555207" y="125624"/>
                </a:lnTo>
                <a:lnTo>
                  <a:pt x="553308" y="130187"/>
                </a:lnTo>
                <a:lnTo>
                  <a:pt x="552052" y="135203"/>
                </a:lnTo>
                <a:lnTo>
                  <a:pt x="550092" y="149035"/>
                </a:lnTo>
                <a:lnTo>
                  <a:pt x="548443" y="155720"/>
                </a:lnTo>
                <a:lnTo>
                  <a:pt x="547105" y="167980"/>
                </a:lnTo>
                <a:lnTo>
                  <a:pt x="545930" y="172089"/>
                </a:lnTo>
                <a:lnTo>
                  <a:pt x="548113" y="173529"/>
                </a:lnTo>
                <a:lnTo>
                  <a:pt x="550165" y="173283"/>
                </a:lnTo>
                <a:lnTo>
                  <a:pt x="566155" y="161768"/>
                </a:lnTo>
                <a:lnTo>
                  <a:pt x="567912" y="160887"/>
                </a:lnTo>
                <a:lnTo>
                  <a:pt x="569074" y="160745"/>
                </a:lnTo>
                <a:lnTo>
                  <a:pt x="571386" y="161547"/>
                </a:lnTo>
                <a:lnTo>
                  <a:pt x="576324" y="165341"/>
                </a:lnTo>
                <a:lnTo>
                  <a:pt x="580665" y="168052"/>
                </a:lnTo>
                <a:lnTo>
                  <a:pt x="581844" y="169304"/>
                </a:lnTo>
                <a:lnTo>
                  <a:pt x="586527" y="172746"/>
                </a:lnTo>
                <a:lnTo>
                  <a:pt x="587786" y="173430"/>
                </a:lnTo>
                <a:lnTo>
                  <a:pt x="589455" y="173704"/>
                </a:lnTo>
                <a:lnTo>
                  <a:pt x="590668" y="173056"/>
                </a:lnTo>
                <a:lnTo>
                  <a:pt x="591070" y="172082"/>
                </a:lnTo>
                <a:lnTo>
                  <a:pt x="590928" y="167509"/>
                </a:lnTo>
                <a:lnTo>
                  <a:pt x="588531" y="155025"/>
                </a:lnTo>
                <a:lnTo>
                  <a:pt x="586813" y="141312"/>
                </a:lnTo>
                <a:lnTo>
                  <a:pt x="586099" y="138885"/>
                </a:lnTo>
                <a:lnTo>
                  <a:pt x="585220" y="137822"/>
                </a:lnTo>
                <a:lnTo>
                  <a:pt x="584441" y="137595"/>
                </a:lnTo>
                <a:lnTo>
                  <a:pt x="583944" y="138541"/>
                </a:lnTo>
                <a:lnTo>
                  <a:pt x="583538" y="142129"/>
                </a:lnTo>
                <a:lnTo>
                  <a:pt x="580372" y="142604"/>
                </a:lnTo>
                <a:lnTo>
                  <a:pt x="575598" y="139998"/>
                </a:lnTo>
                <a:lnTo>
                  <a:pt x="574719" y="139098"/>
                </a:lnTo>
                <a:lnTo>
                  <a:pt x="574880" y="137536"/>
                </a:lnTo>
                <a:lnTo>
                  <a:pt x="577312" y="134974"/>
                </a:lnTo>
                <a:lnTo>
                  <a:pt x="577479" y="134566"/>
                </a:lnTo>
                <a:lnTo>
                  <a:pt x="577131" y="134159"/>
                </a:lnTo>
                <a:lnTo>
                  <a:pt x="574229" y="134154"/>
                </a:lnTo>
                <a:lnTo>
                  <a:pt x="570256" y="135490"/>
                </a:lnTo>
                <a:lnTo>
                  <a:pt x="568878" y="135583"/>
                </a:lnTo>
                <a:lnTo>
                  <a:pt x="562344" y="133122"/>
                </a:lnTo>
                <a:lnTo>
                  <a:pt x="561475" y="132560"/>
                </a:lnTo>
                <a:lnTo>
                  <a:pt x="561233" y="131500"/>
                </a:lnTo>
                <a:lnTo>
                  <a:pt x="562065" y="129541"/>
                </a:lnTo>
                <a:lnTo>
                  <a:pt x="564037" y="127559"/>
                </a:lnTo>
                <a:lnTo>
                  <a:pt x="567392" y="125717"/>
                </a:lnTo>
                <a:lnTo>
                  <a:pt x="569741" y="125346"/>
                </a:lnTo>
                <a:lnTo>
                  <a:pt x="572715" y="126459"/>
                </a:lnTo>
                <a:lnTo>
                  <a:pt x="575605" y="128327"/>
                </a:lnTo>
                <a:lnTo>
                  <a:pt x="577007" y="129988"/>
                </a:lnTo>
                <a:lnTo>
                  <a:pt x="578577" y="133383"/>
                </a:lnTo>
                <a:lnTo>
                  <a:pt x="583617" y="135308"/>
                </a:lnTo>
                <a:lnTo>
                  <a:pt x="584280" y="135056"/>
                </a:lnTo>
                <a:lnTo>
                  <a:pt x="584624" y="134285"/>
                </a:lnTo>
                <a:lnTo>
                  <a:pt x="584762" y="131525"/>
                </a:lnTo>
                <a:lnTo>
                  <a:pt x="583992" y="125420"/>
                </a:lnTo>
                <a:lnTo>
                  <a:pt x="583931" y="121538"/>
                </a:lnTo>
                <a:lnTo>
                  <a:pt x="582501" y="114581"/>
                </a:lnTo>
                <a:lnTo>
                  <a:pt x="581294" y="110824"/>
                </a:lnTo>
                <a:lnTo>
                  <a:pt x="580127" y="97956"/>
                </a:lnTo>
                <a:lnTo>
                  <a:pt x="578533" y="91222"/>
                </a:lnTo>
                <a:lnTo>
                  <a:pt x="578276" y="85984"/>
                </a:lnTo>
                <a:lnTo>
                  <a:pt x="578528" y="81937"/>
                </a:lnTo>
                <a:lnTo>
                  <a:pt x="578109" y="78304"/>
                </a:lnTo>
                <a:lnTo>
                  <a:pt x="578678" y="76120"/>
                </a:lnTo>
                <a:lnTo>
                  <a:pt x="580096" y="74927"/>
                </a:lnTo>
                <a:lnTo>
                  <a:pt x="582702" y="73600"/>
                </a:lnTo>
                <a:lnTo>
                  <a:pt x="605339" y="73420"/>
                </a:lnTo>
                <a:lnTo>
                  <a:pt x="607272" y="73015"/>
                </a:lnTo>
                <a:lnTo>
                  <a:pt x="607999" y="71885"/>
                </a:lnTo>
                <a:lnTo>
                  <a:pt x="607611" y="71161"/>
                </a:lnTo>
                <a:lnTo>
                  <a:pt x="605594" y="69993"/>
                </a:lnTo>
                <a:lnTo>
                  <a:pt x="599398" y="67841"/>
                </a:lnTo>
                <a:lnTo>
                  <a:pt x="594494" y="66690"/>
                </a:lnTo>
                <a:lnTo>
                  <a:pt x="591163" y="64559"/>
                </a:lnTo>
                <a:lnTo>
                  <a:pt x="584787" y="62192"/>
                </a:lnTo>
                <a:lnTo>
                  <a:pt x="581599" y="60365"/>
                </a:lnTo>
                <a:lnTo>
                  <a:pt x="579715" y="58732"/>
                </a:lnTo>
                <a:lnTo>
                  <a:pt x="579586" y="58278"/>
                </a:lnTo>
                <a:lnTo>
                  <a:pt x="579970" y="57868"/>
                </a:lnTo>
                <a:lnTo>
                  <a:pt x="582062" y="56847"/>
                </a:lnTo>
                <a:lnTo>
                  <a:pt x="595608" y="56776"/>
                </a:lnTo>
                <a:lnTo>
                  <a:pt x="597247" y="56226"/>
                </a:lnTo>
                <a:lnTo>
                  <a:pt x="597749" y="55284"/>
                </a:lnTo>
                <a:lnTo>
                  <a:pt x="596015" y="53220"/>
                </a:lnTo>
                <a:lnTo>
                  <a:pt x="586917" y="47783"/>
                </a:lnTo>
                <a:lnTo>
                  <a:pt x="583470" y="46095"/>
                </a:lnTo>
                <a:lnTo>
                  <a:pt x="581239" y="44434"/>
                </a:lnTo>
                <a:lnTo>
                  <a:pt x="579137" y="42233"/>
                </a:lnTo>
                <a:lnTo>
                  <a:pt x="577738" y="38888"/>
                </a:lnTo>
                <a:lnTo>
                  <a:pt x="577207" y="32724"/>
                </a:lnTo>
                <a:lnTo>
                  <a:pt x="575438" y="25925"/>
                </a:lnTo>
                <a:lnTo>
                  <a:pt x="573953" y="16272"/>
                </a:lnTo>
                <a:lnTo>
                  <a:pt x="572502" y="10036"/>
                </a:lnTo>
                <a:lnTo>
                  <a:pt x="571754" y="8277"/>
                </a:lnTo>
                <a:lnTo>
                  <a:pt x="570661" y="7245"/>
                </a:lnTo>
                <a:lnTo>
                  <a:pt x="568763" y="6994"/>
                </a:lnTo>
                <a:lnTo>
                  <a:pt x="567074" y="7746"/>
                </a:lnTo>
                <a:close/>
                <a:moveTo>
                  <a:pt x="570584" y="32650"/>
                </a:moveTo>
                <a:lnTo>
                  <a:pt x="570252" y="34259"/>
                </a:lnTo>
                <a:lnTo>
                  <a:pt x="569513" y="34478"/>
                </a:lnTo>
                <a:lnTo>
                  <a:pt x="568671" y="34217"/>
                </a:lnTo>
                <a:lnTo>
                  <a:pt x="567894" y="32828"/>
                </a:lnTo>
                <a:lnTo>
                  <a:pt x="568071" y="31221"/>
                </a:lnTo>
                <a:lnTo>
                  <a:pt x="568852" y="30818"/>
                </a:lnTo>
                <a:lnTo>
                  <a:pt x="570170" y="31021"/>
                </a:lnTo>
                <a:lnTo>
                  <a:pt x="570584" y="32650"/>
                </a:lnTo>
                <a:close/>
                <a:moveTo>
                  <a:pt x="563439" y="47317"/>
                </a:moveTo>
                <a:lnTo>
                  <a:pt x="564097" y="48149"/>
                </a:lnTo>
                <a:lnTo>
                  <a:pt x="563416" y="49288"/>
                </a:lnTo>
                <a:lnTo>
                  <a:pt x="561144" y="49500"/>
                </a:lnTo>
                <a:lnTo>
                  <a:pt x="560192" y="48892"/>
                </a:lnTo>
                <a:lnTo>
                  <a:pt x="560315" y="48274"/>
                </a:lnTo>
                <a:lnTo>
                  <a:pt x="561516" y="47440"/>
                </a:lnTo>
                <a:lnTo>
                  <a:pt x="562436" y="47103"/>
                </a:lnTo>
                <a:lnTo>
                  <a:pt x="563439" y="47317"/>
                </a:lnTo>
                <a:close/>
                <a:moveTo>
                  <a:pt x="583705" y="49783"/>
                </a:moveTo>
                <a:lnTo>
                  <a:pt x="584797" y="50712"/>
                </a:lnTo>
                <a:lnTo>
                  <a:pt x="584749" y="52170"/>
                </a:lnTo>
                <a:lnTo>
                  <a:pt x="583122" y="53097"/>
                </a:lnTo>
                <a:lnTo>
                  <a:pt x="581406" y="53084"/>
                </a:lnTo>
                <a:lnTo>
                  <a:pt x="580001" y="52507"/>
                </a:lnTo>
                <a:lnTo>
                  <a:pt x="578921" y="51447"/>
                </a:lnTo>
                <a:lnTo>
                  <a:pt x="578356" y="50121"/>
                </a:lnTo>
                <a:lnTo>
                  <a:pt x="578314" y="48613"/>
                </a:lnTo>
                <a:lnTo>
                  <a:pt x="581473" y="49046"/>
                </a:lnTo>
                <a:lnTo>
                  <a:pt x="583705" y="49783"/>
                </a:lnTo>
                <a:close/>
                <a:moveTo>
                  <a:pt x="558257" y="49574"/>
                </a:moveTo>
                <a:lnTo>
                  <a:pt x="558611" y="50110"/>
                </a:lnTo>
                <a:lnTo>
                  <a:pt x="558489" y="50814"/>
                </a:lnTo>
                <a:lnTo>
                  <a:pt x="557245" y="52120"/>
                </a:lnTo>
                <a:lnTo>
                  <a:pt x="555757" y="52441"/>
                </a:lnTo>
                <a:lnTo>
                  <a:pt x="554470" y="51908"/>
                </a:lnTo>
                <a:lnTo>
                  <a:pt x="554928" y="50634"/>
                </a:lnTo>
                <a:lnTo>
                  <a:pt x="556409" y="49463"/>
                </a:lnTo>
                <a:lnTo>
                  <a:pt x="557222" y="49201"/>
                </a:lnTo>
                <a:lnTo>
                  <a:pt x="558257" y="49574"/>
                </a:lnTo>
                <a:close/>
                <a:moveTo>
                  <a:pt x="558174" y="64449"/>
                </a:moveTo>
                <a:lnTo>
                  <a:pt x="559075" y="65746"/>
                </a:lnTo>
                <a:lnTo>
                  <a:pt x="558389" y="66803"/>
                </a:lnTo>
                <a:lnTo>
                  <a:pt x="556171" y="66964"/>
                </a:lnTo>
                <a:lnTo>
                  <a:pt x="555142" y="66148"/>
                </a:lnTo>
                <a:lnTo>
                  <a:pt x="554920" y="64705"/>
                </a:lnTo>
                <a:lnTo>
                  <a:pt x="555239" y="63906"/>
                </a:lnTo>
                <a:lnTo>
                  <a:pt x="556717" y="63854"/>
                </a:lnTo>
                <a:lnTo>
                  <a:pt x="558174" y="64449"/>
                </a:lnTo>
                <a:close/>
                <a:moveTo>
                  <a:pt x="581950" y="65285"/>
                </a:moveTo>
                <a:lnTo>
                  <a:pt x="581994" y="66170"/>
                </a:lnTo>
                <a:lnTo>
                  <a:pt x="581292" y="67080"/>
                </a:lnTo>
                <a:lnTo>
                  <a:pt x="580045" y="67299"/>
                </a:lnTo>
                <a:lnTo>
                  <a:pt x="579378" y="66862"/>
                </a:lnTo>
                <a:lnTo>
                  <a:pt x="579253" y="65814"/>
                </a:lnTo>
                <a:lnTo>
                  <a:pt x="580056" y="64846"/>
                </a:lnTo>
                <a:lnTo>
                  <a:pt x="581171" y="64669"/>
                </a:lnTo>
                <a:lnTo>
                  <a:pt x="581950" y="65285"/>
                </a:lnTo>
                <a:close/>
                <a:moveTo>
                  <a:pt x="563271" y="76734"/>
                </a:moveTo>
                <a:lnTo>
                  <a:pt x="562895" y="77570"/>
                </a:lnTo>
                <a:lnTo>
                  <a:pt x="562323" y="77273"/>
                </a:lnTo>
                <a:lnTo>
                  <a:pt x="562128" y="76639"/>
                </a:lnTo>
                <a:lnTo>
                  <a:pt x="562775" y="75904"/>
                </a:lnTo>
                <a:lnTo>
                  <a:pt x="563271" y="76734"/>
                </a:lnTo>
                <a:close/>
                <a:moveTo>
                  <a:pt x="571963" y="79910"/>
                </a:moveTo>
                <a:lnTo>
                  <a:pt x="572727" y="80915"/>
                </a:lnTo>
                <a:lnTo>
                  <a:pt x="572844" y="82218"/>
                </a:lnTo>
                <a:lnTo>
                  <a:pt x="572321" y="83507"/>
                </a:lnTo>
                <a:lnTo>
                  <a:pt x="571354" y="84321"/>
                </a:lnTo>
                <a:lnTo>
                  <a:pt x="569474" y="84533"/>
                </a:lnTo>
                <a:lnTo>
                  <a:pt x="567583" y="84097"/>
                </a:lnTo>
                <a:lnTo>
                  <a:pt x="566209" y="83434"/>
                </a:lnTo>
                <a:lnTo>
                  <a:pt x="565554" y="82422"/>
                </a:lnTo>
                <a:lnTo>
                  <a:pt x="565653" y="80537"/>
                </a:lnTo>
                <a:lnTo>
                  <a:pt x="567092" y="79625"/>
                </a:lnTo>
                <a:lnTo>
                  <a:pt x="570076" y="79321"/>
                </a:lnTo>
                <a:lnTo>
                  <a:pt x="571963" y="79910"/>
                </a:lnTo>
                <a:close/>
                <a:moveTo>
                  <a:pt x="563689" y="94953"/>
                </a:moveTo>
                <a:lnTo>
                  <a:pt x="564002" y="95693"/>
                </a:lnTo>
                <a:lnTo>
                  <a:pt x="563367" y="96398"/>
                </a:lnTo>
                <a:lnTo>
                  <a:pt x="562575" y="96588"/>
                </a:lnTo>
                <a:lnTo>
                  <a:pt x="561736" y="96086"/>
                </a:lnTo>
                <a:lnTo>
                  <a:pt x="561634" y="95197"/>
                </a:lnTo>
                <a:lnTo>
                  <a:pt x="562071" y="94438"/>
                </a:lnTo>
                <a:lnTo>
                  <a:pt x="562833" y="94330"/>
                </a:lnTo>
                <a:lnTo>
                  <a:pt x="563689" y="94953"/>
                </a:lnTo>
                <a:close/>
                <a:moveTo>
                  <a:pt x="577813" y="94995"/>
                </a:moveTo>
                <a:lnTo>
                  <a:pt x="576538" y="95877"/>
                </a:lnTo>
                <a:lnTo>
                  <a:pt x="575625" y="95794"/>
                </a:lnTo>
                <a:lnTo>
                  <a:pt x="575389" y="95413"/>
                </a:lnTo>
                <a:lnTo>
                  <a:pt x="575609" y="94654"/>
                </a:lnTo>
                <a:lnTo>
                  <a:pt x="576341" y="94321"/>
                </a:lnTo>
                <a:lnTo>
                  <a:pt x="577605" y="94390"/>
                </a:lnTo>
                <a:lnTo>
                  <a:pt x="577813" y="94995"/>
                </a:lnTo>
                <a:close/>
                <a:moveTo>
                  <a:pt x="577604" y="105065"/>
                </a:moveTo>
                <a:lnTo>
                  <a:pt x="578453" y="106726"/>
                </a:lnTo>
                <a:lnTo>
                  <a:pt x="578583" y="108139"/>
                </a:lnTo>
                <a:lnTo>
                  <a:pt x="577659" y="109802"/>
                </a:lnTo>
                <a:lnTo>
                  <a:pt x="574632" y="111443"/>
                </a:lnTo>
                <a:lnTo>
                  <a:pt x="575795" y="114863"/>
                </a:lnTo>
                <a:lnTo>
                  <a:pt x="575085" y="116613"/>
                </a:lnTo>
                <a:lnTo>
                  <a:pt x="572386" y="118253"/>
                </a:lnTo>
                <a:lnTo>
                  <a:pt x="569889" y="119126"/>
                </a:lnTo>
                <a:lnTo>
                  <a:pt x="567774" y="118314"/>
                </a:lnTo>
                <a:lnTo>
                  <a:pt x="564694" y="116061"/>
                </a:lnTo>
                <a:lnTo>
                  <a:pt x="564354" y="114399"/>
                </a:lnTo>
                <a:lnTo>
                  <a:pt x="566183" y="111690"/>
                </a:lnTo>
                <a:lnTo>
                  <a:pt x="568625" y="110431"/>
                </a:lnTo>
                <a:lnTo>
                  <a:pt x="573682" y="110021"/>
                </a:lnTo>
                <a:lnTo>
                  <a:pt x="575013" y="104856"/>
                </a:lnTo>
                <a:lnTo>
                  <a:pt x="576262" y="104349"/>
                </a:lnTo>
                <a:lnTo>
                  <a:pt x="577604" y="105065"/>
                </a:lnTo>
                <a:close/>
                <a:moveTo>
                  <a:pt x="562436" y="119523"/>
                </a:moveTo>
                <a:lnTo>
                  <a:pt x="564298" y="121440"/>
                </a:lnTo>
                <a:lnTo>
                  <a:pt x="564292" y="122348"/>
                </a:lnTo>
                <a:lnTo>
                  <a:pt x="563658" y="123405"/>
                </a:lnTo>
                <a:lnTo>
                  <a:pt x="559949" y="126710"/>
                </a:lnTo>
                <a:lnTo>
                  <a:pt x="558916" y="126749"/>
                </a:lnTo>
                <a:lnTo>
                  <a:pt x="557423" y="125980"/>
                </a:lnTo>
                <a:lnTo>
                  <a:pt x="556842" y="125227"/>
                </a:lnTo>
                <a:lnTo>
                  <a:pt x="556763" y="123534"/>
                </a:lnTo>
                <a:lnTo>
                  <a:pt x="557322" y="120369"/>
                </a:lnTo>
                <a:lnTo>
                  <a:pt x="558067" y="118798"/>
                </a:lnTo>
                <a:lnTo>
                  <a:pt x="558555" y="118363"/>
                </a:lnTo>
                <a:lnTo>
                  <a:pt x="559797" y="118174"/>
                </a:lnTo>
                <a:lnTo>
                  <a:pt x="562436" y="119523"/>
                </a:lnTo>
                <a:close/>
                <a:moveTo>
                  <a:pt x="581156" y="119021"/>
                </a:moveTo>
                <a:lnTo>
                  <a:pt x="581662" y="121501"/>
                </a:lnTo>
                <a:lnTo>
                  <a:pt x="581399" y="124854"/>
                </a:lnTo>
                <a:lnTo>
                  <a:pt x="580716" y="126026"/>
                </a:lnTo>
                <a:lnTo>
                  <a:pt x="579174" y="126377"/>
                </a:lnTo>
                <a:lnTo>
                  <a:pt x="575211" y="123460"/>
                </a:lnTo>
                <a:lnTo>
                  <a:pt x="574491" y="122323"/>
                </a:lnTo>
                <a:lnTo>
                  <a:pt x="574402" y="121140"/>
                </a:lnTo>
                <a:lnTo>
                  <a:pt x="575115" y="119967"/>
                </a:lnTo>
                <a:lnTo>
                  <a:pt x="577106" y="118952"/>
                </a:lnTo>
                <a:lnTo>
                  <a:pt x="579476" y="118556"/>
                </a:lnTo>
                <a:lnTo>
                  <a:pt x="581156" y="119021"/>
                </a:lnTo>
                <a:close/>
                <a:moveTo>
                  <a:pt x="559511" y="135318"/>
                </a:moveTo>
                <a:lnTo>
                  <a:pt x="562603" y="138577"/>
                </a:lnTo>
                <a:lnTo>
                  <a:pt x="560623" y="140118"/>
                </a:lnTo>
                <a:lnTo>
                  <a:pt x="556043" y="141669"/>
                </a:lnTo>
                <a:lnTo>
                  <a:pt x="555037" y="140293"/>
                </a:lnTo>
                <a:lnTo>
                  <a:pt x="554672" y="139106"/>
                </a:lnTo>
                <a:lnTo>
                  <a:pt x="554493" y="136963"/>
                </a:lnTo>
                <a:lnTo>
                  <a:pt x="554788" y="135225"/>
                </a:lnTo>
                <a:lnTo>
                  <a:pt x="555277" y="134692"/>
                </a:lnTo>
                <a:lnTo>
                  <a:pt x="556496" y="134415"/>
                </a:lnTo>
                <a:lnTo>
                  <a:pt x="559511" y="135318"/>
                </a:lnTo>
                <a:close/>
                <a:moveTo>
                  <a:pt x="572005" y="142129"/>
                </a:moveTo>
                <a:lnTo>
                  <a:pt x="576837" y="144501"/>
                </a:lnTo>
                <a:lnTo>
                  <a:pt x="577693" y="145685"/>
                </a:lnTo>
                <a:lnTo>
                  <a:pt x="577779" y="147823"/>
                </a:lnTo>
                <a:lnTo>
                  <a:pt x="576309" y="149650"/>
                </a:lnTo>
                <a:lnTo>
                  <a:pt x="572131" y="152734"/>
                </a:lnTo>
                <a:lnTo>
                  <a:pt x="569506" y="153932"/>
                </a:lnTo>
                <a:lnTo>
                  <a:pt x="567129" y="153759"/>
                </a:lnTo>
                <a:lnTo>
                  <a:pt x="565716" y="152874"/>
                </a:lnTo>
                <a:lnTo>
                  <a:pt x="561130" y="148994"/>
                </a:lnTo>
                <a:lnTo>
                  <a:pt x="559148" y="145854"/>
                </a:lnTo>
                <a:lnTo>
                  <a:pt x="559151" y="145056"/>
                </a:lnTo>
                <a:lnTo>
                  <a:pt x="559680" y="144416"/>
                </a:lnTo>
                <a:lnTo>
                  <a:pt x="566705" y="140821"/>
                </a:lnTo>
                <a:lnTo>
                  <a:pt x="568858" y="140735"/>
                </a:lnTo>
                <a:lnTo>
                  <a:pt x="572005" y="142129"/>
                </a:lnTo>
                <a:close/>
                <a:moveTo>
                  <a:pt x="558383" y="151698"/>
                </a:moveTo>
                <a:lnTo>
                  <a:pt x="562734" y="155239"/>
                </a:lnTo>
                <a:lnTo>
                  <a:pt x="563856" y="157249"/>
                </a:lnTo>
                <a:lnTo>
                  <a:pt x="563898" y="158634"/>
                </a:lnTo>
                <a:lnTo>
                  <a:pt x="563158" y="159468"/>
                </a:lnTo>
                <a:lnTo>
                  <a:pt x="560635" y="160907"/>
                </a:lnTo>
                <a:lnTo>
                  <a:pt x="555145" y="164999"/>
                </a:lnTo>
                <a:lnTo>
                  <a:pt x="553369" y="166069"/>
                </a:lnTo>
                <a:lnTo>
                  <a:pt x="552655" y="166024"/>
                </a:lnTo>
                <a:lnTo>
                  <a:pt x="551973" y="165057"/>
                </a:lnTo>
                <a:lnTo>
                  <a:pt x="551589" y="162284"/>
                </a:lnTo>
                <a:lnTo>
                  <a:pt x="552877" y="155161"/>
                </a:lnTo>
                <a:lnTo>
                  <a:pt x="553008" y="152440"/>
                </a:lnTo>
                <a:lnTo>
                  <a:pt x="554236" y="150961"/>
                </a:lnTo>
                <a:lnTo>
                  <a:pt x="555585" y="150338"/>
                </a:lnTo>
                <a:lnTo>
                  <a:pt x="556955" y="150586"/>
                </a:lnTo>
                <a:lnTo>
                  <a:pt x="558383" y="151698"/>
                </a:lnTo>
                <a:close/>
                <a:moveTo>
                  <a:pt x="583872" y="151280"/>
                </a:moveTo>
                <a:lnTo>
                  <a:pt x="584553" y="154404"/>
                </a:lnTo>
                <a:lnTo>
                  <a:pt x="585149" y="163922"/>
                </a:lnTo>
                <a:lnTo>
                  <a:pt x="584908" y="165477"/>
                </a:lnTo>
                <a:lnTo>
                  <a:pt x="583453" y="166060"/>
                </a:lnTo>
                <a:lnTo>
                  <a:pt x="581821" y="165258"/>
                </a:lnTo>
                <a:lnTo>
                  <a:pt x="577330" y="161322"/>
                </a:lnTo>
                <a:lnTo>
                  <a:pt x="574847" y="159758"/>
                </a:lnTo>
                <a:lnTo>
                  <a:pt x="574282" y="158054"/>
                </a:lnTo>
                <a:lnTo>
                  <a:pt x="574994" y="156300"/>
                </a:lnTo>
                <a:lnTo>
                  <a:pt x="579523" y="152457"/>
                </a:lnTo>
                <a:lnTo>
                  <a:pt x="582576" y="150695"/>
                </a:lnTo>
                <a:lnTo>
                  <a:pt x="583872" y="151280"/>
                </a:lnTo>
                <a:close/>
                <a:moveTo>
                  <a:pt x="279170" y="9794"/>
                </a:moveTo>
                <a:lnTo>
                  <a:pt x="278009" y="10595"/>
                </a:lnTo>
                <a:lnTo>
                  <a:pt x="277326" y="12101"/>
                </a:lnTo>
                <a:lnTo>
                  <a:pt x="276137" y="19952"/>
                </a:lnTo>
                <a:lnTo>
                  <a:pt x="274245" y="28587"/>
                </a:lnTo>
                <a:lnTo>
                  <a:pt x="273059" y="37792"/>
                </a:lnTo>
                <a:lnTo>
                  <a:pt x="271568" y="44079"/>
                </a:lnTo>
                <a:lnTo>
                  <a:pt x="269952" y="53978"/>
                </a:lnTo>
                <a:lnTo>
                  <a:pt x="269185" y="55695"/>
                </a:lnTo>
                <a:lnTo>
                  <a:pt x="267208" y="57957"/>
                </a:lnTo>
                <a:lnTo>
                  <a:pt x="265435" y="59154"/>
                </a:lnTo>
                <a:lnTo>
                  <a:pt x="261093" y="60913"/>
                </a:lnTo>
                <a:lnTo>
                  <a:pt x="257377" y="63053"/>
                </a:lnTo>
                <a:lnTo>
                  <a:pt x="246582" y="67452"/>
                </a:lnTo>
                <a:lnTo>
                  <a:pt x="244855" y="68714"/>
                </a:lnTo>
                <a:lnTo>
                  <a:pt x="243631" y="70692"/>
                </a:lnTo>
                <a:lnTo>
                  <a:pt x="243981" y="71739"/>
                </a:lnTo>
                <a:lnTo>
                  <a:pt x="246435" y="72407"/>
                </a:lnTo>
                <a:lnTo>
                  <a:pt x="266952" y="73642"/>
                </a:lnTo>
                <a:lnTo>
                  <a:pt x="269140" y="74509"/>
                </a:lnTo>
                <a:lnTo>
                  <a:pt x="269894" y="75230"/>
                </a:lnTo>
                <a:lnTo>
                  <a:pt x="269887" y="76039"/>
                </a:lnTo>
                <a:lnTo>
                  <a:pt x="267749" y="78359"/>
                </a:lnTo>
                <a:lnTo>
                  <a:pt x="265305" y="79805"/>
                </a:lnTo>
                <a:lnTo>
                  <a:pt x="258215" y="82757"/>
                </a:lnTo>
                <a:lnTo>
                  <a:pt x="253028" y="84365"/>
                </a:lnTo>
                <a:lnTo>
                  <a:pt x="248665" y="86276"/>
                </a:lnTo>
                <a:lnTo>
                  <a:pt x="234623" y="91238"/>
                </a:lnTo>
                <a:lnTo>
                  <a:pt x="231475" y="92944"/>
                </a:lnTo>
                <a:lnTo>
                  <a:pt x="230583" y="93705"/>
                </a:lnTo>
                <a:lnTo>
                  <a:pt x="230138" y="95062"/>
                </a:lnTo>
                <a:lnTo>
                  <a:pt x="231257" y="95937"/>
                </a:lnTo>
                <a:lnTo>
                  <a:pt x="234204" y="96186"/>
                </a:lnTo>
                <a:lnTo>
                  <a:pt x="263966" y="96583"/>
                </a:lnTo>
                <a:lnTo>
                  <a:pt x="266912" y="97202"/>
                </a:lnTo>
                <a:lnTo>
                  <a:pt x="267972" y="97961"/>
                </a:lnTo>
                <a:lnTo>
                  <a:pt x="268407" y="99025"/>
                </a:lnTo>
                <a:lnTo>
                  <a:pt x="268652" y="105082"/>
                </a:lnTo>
                <a:lnTo>
                  <a:pt x="267893" y="111729"/>
                </a:lnTo>
                <a:lnTo>
                  <a:pt x="266522" y="134763"/>
                </a:lnTo>
                <a:lnTo>
                  <a:pt x="264838" y="139243"/>
                </a:lnTo>
                <a:lnTo>
                  <a:pt x="263190" y="154385"/>
                </a:lnTo>
                <a:lnTo>
                  <a:pt x="261111" y="162144"/>
                </a:lnTo>
                <a:lnTo>
                  <a:pt x="259797" y="174643"/>
                </a:lnTo>
                <a:lnTo>
                  <a:pt x="257875" y="182557"/>
                </a:lnTo>
                <a:lnTo>
                  <a:pt x="256408" y="194988"/>
                </a:lnTo>
                <a:lnTo>
                  <a:pt x="254491" y="203793"/>
                </a:lnTo>
                <a:lnTo>
                  <a:pt x="252408" y="220166"/>
                </a:lnTo>
                <a:lnTo>
                  <a:pt x="251256" y="224560"/>
                </a:lnTo>
                <a:lnTo>
                  <a:pt x="251230" y="226631"/>
                </a:lnTo>
                <a:lnTo>
                  <a:pt x="251675" y="227790"/>
                </a:lnTo>
                <a:lnTo>
                  <a:pt x="253170" y="228320"/>
                </a:lnTo>
                <a:lnTo>
                  <a:pt x="256011" y="227349"/>
                </a:lnTo>
                <a:lnTo>
                  <a:pt x="272946" y="215586"/>
                </a:lnTo>
                <a:lnTo>
                  <a:pt x="278485" y="211303"/>
                </a:lnTo>
                <a:lnTo>
                  <a:pt x="280058" y="210636"/>
                </a:lnTo>
                <a:lnTo>
                  <a:pt x="281581" y="210498"/>
                </a:lnTo>
                <a:lnTo>
                  <a:pt x="283749" y="211293"/>
                </a:lnTo>
                <a:lnTo>
                  <a:pt x="296099" y="220749"/>
                </a:lnTo>
                <a:lnTo>
                  <a:pt x="304945" y="227015"/>
                </a:lnTo>
                <a:lnTo>
                  <a:pt x="307141" y="228145"/>
                </a:lnTo>
                <a:lnTo>
                  <a:pt x="308784" y="228327"/>
                </a:lnTo>
                <a:lnTo>
                  <a:pt x="309549" y="227915"/>
                </a:lnTo>
                <a:lnTo>
                  <a:pt x="309905" y="227059"/>
                </a:lnTo>
                <a:lnTo>
                  <a:pt x="309913" y="223372"/>
                </a:lnTo>
                <a:lnTo>
                  <a:pt x="307898" y="211088"/>
                </a:lnTo>
                <a:lnTo>
                  <a:pt x="306568" y="199780"/>
                </a:lnTo>
                <a:lnTo>
                  <a:pt x="304755" y="191074"/>
                </a:lnTo>
                <a:lnTo>
                  <a:pt x="303099" y="177360"/>
                </a:lnTo>
                <a:lnTo>
                  <a:pt x="300955" y="167384"/>
                </a:lnTo>
                <a:lnTo>
                  <a:pt x="299739" y="156968"/>
                </a:lnTo>
                <a:lnTo>
                  <a:pt x="297540" y="144366"/>
                </a:lnTo>
                <a:lnTo>
                  <a:pt x="296188" y="132414"/>
                </a:lnTo>
                <a:lnTo>
                  <a:pt x="295576" y="129942"/>
                </a:lnTo>
                <a:lnTo>
                  <a:pt x="294192" y="127258"/>
                </a:lnTo>
                <a:lnTo>
                  <a:pt x="293868" y="125263"/>
                </a:lnTo>
                <a:lnTo>
                  <a:pt x="293461" y="98714"/>
                </a:lnTo>
                <a:lnTo>
                  <a:pt x="295422" y="97143"/>
                </a:lnTo>
                <a:lnTo>
                  <a:pt x="298716" y="96598"/>
                </a:lnTo>
                <a:lnTo>
                  <a:pt x="330327" y="96835"/>
                </a:lnTo>
                <a:lnTo>
                  <a:pt x="331543" y="96382"/>
                </a:lnTo>
                <a:lnTo>
                  <a:pt x="332432" y="94770"/>
                </a:lnTo>
                <a:lnTo>
                  <a:pt x="330760" y="93479"/>
                </a:lnTo>
                <a:lnTo>
                  <a:pt x="326191" y="91261"/>
                </a:lnTo>
                <a:lnTo>
                  <a:pt x="316509" y="87267"/>
                </a:lnTo>
                <a:lnTo>
                  <a:pt x="303343" y="82558"/>
                </a:lnTo>
                <a:lnTo>
                  <a:pt x="296063" y="79476"/>
                </a:lnTo>
                <a:lnTo>
                  <a:pt x="294501" y="78128"/>
                </a:lnTo>
                <a:lnTo>
                  <a:pt x="294288" y="75579"/>
                </a:lnTo>
                <a:lnTo>
                  <a:pt x="294761" y="74759"/>
                </a:lnTo>
                <a:lnTo>
                  <a:pt x="295778" y="74267"/>
                </a:lnTo>
                <a:lnTo>
                  <a:pt x="303572" y="73902"/>
                </a:lnTo>
                <a:lnTo>
                  <a:pt x="316693" y="75003"/>
                </a:lnTo>
                <a:lnTo>
                  <a:pt x="318365" y="74269"/>
                </a:lnTo>
                <a:lnTo>
                  <a:pt x="319102" y="73297"/>
                </a:lnTo>
                <a:lnTo>
                  <a:pt x="319235" y="72396"/>
                </a:lnTo>
                <a:lnTo>
                  <a:pt x="317562" y="70580"/>
                </a:lnTo>
                <a:lnTo>
                  <a:pt x="310551" y="66805"/>
                </a:lnTo>
                <a:lnTo>
                  <a:pt x="300589" y="60519"/>
                </a:lnTo>
                <a:lnTo>
                  <a:pt x="297049" y="58761"/>
                </a:lnTo>
                <a:lnTo>
                  <a:pt x="293841" y="55862"/>
                </a:lnTo>
                <a:lnTo>
                  <a:pt x="293427" y="54933"/>
                </a:lnTo>
                <a:lnTo>
                  <a:pt x="293095" y="51114"/>
                </a:lnTo>
                <a:lnTo>
                  <a:pt x="291530" y="44641"/>
                </a:lnTo>
                <a:lnTo>
                  <a:pt x="289689" y="33122"/>
                </a:lnTo>
                <a:lnTo>
                  <a:pt x="287710" y="24471"/>
                </a:lnTo>
                <a:lnTo>
                  <a:pt x="285783" y="13272"/>
                </a:lnTo>
                <a:lnTo>
                  <a:pt x="284684" y="10895"/>
                </a:lnTo>
                <a:lnTo>
                  <a:pt x="282811" y="9435"/>
                </a:lnTo>
                <a:lnTo>
                  <a:pt x="281107" y="9097"/>
                </a:lnTo>
                <a:lnTo>
                  <a:pt x="279170" y="9794"/>
                </a:lnTo>
                <a:close/>
                <a:moveTo>
                  <a:pt x="282848" y="29684"/>
                </a:moveTo>
                <a:lnTo>
                  <a:pt x="283234" y="30861"/>
                </a:lnTo>
                <a:lnTo>
                  <a:pt x="282984" y="32344"/>
                </a:lnTo>
                <a:lnTo>
                  <a:pt x="281636" y="32650"/>
                </a:lnTo>
                <a:lnTo>
                  <a:pt x="280300" y="32362"/>
                </a:lnTo>
                <a:lnTo>
                  <a:pt x="280047" y="31019"/>
                </a:lnTo>
                <a:lnTo>
                  <a:pt x="280642" y="29717"/>
                </a:lnTo>
                <a:lnTo>
                  <a:pt x="281743" y="29163"/>
                </a:lnTo>
                <a:lnTo>
                  <a:pt x="282848" y="29684"/>
                </a:lnTo>
                <a:close/>
                <a:moveTo>
                  <a:pt x="283391" y="40673"/>
                </a:moveTo>
                <a:lnTo>
                  <a:pt x="284127" y="42642"/>
                </a:lnTo>
                <a:lnTo>
                  <a:pt x="283892" y="45144"/>
                </a:lnTo>
                <a:lnTo>
                  <a:pt x="282027" y="45813"/>
                </a:lnTo>
                <a:lnTo>
                  <a:pt x="279630" y="45479"/>
                </a:lnTo>
                <a:lnTo>
                  <a:pt x="278700" y="43534"/>
                </a:lnTo>
                <a:lnTo>
                  <a:pt x="278828" y="41627"/>
                </a:lnTo>
                <a:lnTo>
                  <a:pt x="279311" y="40623"/>
                </a:lnTo>
                <a:lnTo>
                  <a:pt x="281131" y="39978"/>
                </a:lnTo>
                <a:lnTo>
                  <a:pt x="283391" y="40673"/>
                </a:lnTo>
                <a:close/>
                <a:moveTo>
                  <a:pt x="276621" y="47693"/>
                </a:moveTo>
                <a:lnTo>
                  <a:pt x="276929" y="48736"/>
                </a:lnTo>
                <a:lnTo>
                  <a:pt x="276510" y="49760"/>
                </a:lnTo>
                <a:lnTo>
                  <a:pt x="275608" y="50320"/>
                </a:lnTo>
                <a:lnTo>
                  <a:pt x="274610" y="50072"/>
                </a:lnTo>
                <a:lnTo>
                  <a:pt x="274187" y="48491"/>
                </a:lnTo>
                <a:lnTo>
                  <a:pt x="274660" y="47401"/>
                </a:lnTo>
                <a:lnTo>
                  <a:pt x="275598" y="47070"/>
                </a:lnTo>
                <a:lnTo>
                  <a:pt x="276621" y="47693"/>
                </a:lnTo>
                <a:close/>
                <a:moveTo>
                  <a:pt x="288489" y="48445"/>
                </a:moveTo>
                <a:lnTo>
                  <a:pt x="289282" y="49030"/>
                </a:lnTo>
                <a:lnTo>
                  <a:pt x="288024" y="49370"/>
                </a:lnTo>
                <a:lnTo>
                  <a:pt x="286827" y="49025"/>
                </a:lnTo>
                <a:lnTo>
                  <a:pt x="286232" y="48320"/>
                </a:lnTo>
                <a:lnTo>
                  <a:pt x="287031" y="47928"/>
                </a:lnTo>
                <a:lnTo>
                  <a:pt x="288489" y="48445"/>
                </a:lnTo>
                <a:close/>
                <a:moveTo>
                  <a:pt x="283725" y="53543"/>
                </a:moveTo>
                <a:lnTo>
                  <a:pt x="284367" y="55194"/>
                </a:lnTo>
                <a:lnTo>
                  <a:pt x="283661" y="56044"/>
                </a:lnTo>
                <a:lnTo>
                  <a:pt x="282251" y="56752"/>
                </a:lnTo>
                <a:lnTo>
                  <a:pt x="281178" y="56769"/>
                </a:lnTo>
                <a:lnTo>
                  <a:pt x="279575" y="56193"/>
                </a:lnTo>
                <a:lnTo>
                  <a:pt x="278376" y="54713"/>
                </a:lnTo>
                <a:lnTo>
                  <a:pt x="278664" y="53641"/>
                </a:lnTo>
                <a:lnTo>
                  <a:pt x="280330" y="52718"/>
                </a:lnTo>
                <a:lnTo>
                  <a:pt x="282515" y="52810"/>
                </a:lnTo>
                <a:lnTo>
                  <a:pt x="283725" y="53543"/>
                </a:lnTo>
                <a:close/>
                <a:moveTo>
                  <a:pt x="289491" y="61775"/>
                </a:moveTo>
                <a:lnTo>
                  <a:pt x="289999" y="63412"/>
                </a:lnTo>
                <a:lnTo>
                  <a:pt x="289680" y="65306"/>
                </a:lnTo>
                <a:lnTo>
                  <a:pt x="288914" y="65945"/>
                </a:lnTo>
                <a:lnTo>
                  <a:pt x="287877" y="65806"/>
                </a:lnTo>
                <a:lnTo>
                  <a:pt x="286819" y="64789"/>
                </a:lnTo>
                <a:lnTo>
                  <a:pt x="286841" y="62960"/>
                </a:lnTo>
                <a:lnTo>
                  <a:pt x="288022" y="61537"/>
                </a:lnTo>
                <a:lnTo>
                  <a:pt x="288779" y="61404"/>
                </a:lnTo>
                <a:lnTo>
                  <a:pt x="289491" y="61775"/>
                </a:lnTo>
                <a:close/>
                <a:moveTo>
                  <a:pt x="275953" y="63070"/>
                </a:moveTo>
                <a:lnTo>
                  <a:pt x="276090" y="64441"/>
                </a:lnTo>
                <a:lnTo>
                  <a:pt x="274974" y="65285"/>
                </a:lnTo>
                <a:lnTo>
                  <a:pt x="272747" y="64893"/>
                </a:lnTo>
                <a:lnTo>
                  <a:pt x="271365" y="63930"/>
                </a:lnTo>
                <a:lnTo>
                  <a:pt x="272160" y="62284"/>
                </a:lnTo>
                <a:lnTo>
                  <a:pt x="273537" y="61677"/>
                </a:lnTo>
                <a:lnTo>
                  <a:pt x="274991" y="61960"/>
                </a:lnTo>
                <a:lnTo>
                  <a:pt x="275953" y="63070"/>
                </a:lnTo>
                <a:close/>
                <a:moveTo>
                  <a:pt x="298016" y="63906"/>
                </a:moveTo>
                <a:lnTo>
                  <a:pt x="303515" y="67480"/>
                </a:lnTo>
                <a:lnTo>
                  <a:pt x="304167" y="68286"/>
                </a:lnTo>
                <a:lnTo>
                  <a:pt x="303971" y="69104"/>
                </a:lnTo>
                <a:lnTo>
                  <a:pt x="302785" y="69720"/>
                </a:lnTo>
                <a:lnTo>
                  <a:pt x="299682" y="69995"/>
                </a:lnTo>
                <a:lnTo>
                  <a:pt x="296642" y="69783"/>
                </a:lnTo>
                <a:lnTo>
                  <a:pt x="294741" y="69088"/>
                </a:lnTo>
                <a:lnTo>
                  <a:pt x="294075" y="68238"/>
                </a:lnTo>
                <a:lnTo>
                  <a:pt x="293786" y="66996"/>
                </a:lnTo>
                <a:lnTo>
                  <a:pt x="294129" y="63920"/>
                </a:lnTo>
                <a:lnTo>
                  <a:pt x="295270" y="63006"/>
                </a:lnTo>
                <a:lnTo>
                  <a:pt x="298016" y="63906"/>
                </a:lnTo>
                <a:close/>
                <a:moveTo>
                  <a:pt x="268306" y="63864"/>
                </a:moveTo>
                <a:lnTo>
                  <a:pt x="269596" y="64439"/>
                </a:lnTo>
                <a:lnTo>
                  <a:pt x="269780" y="65170"/>
                </a:lnTo>
                <a:lnTo>
                  <a:pt x="268306" y="66539"/>
                </a:lnTo>
                <a:lnTo>
                  <a:pt x="266387" y="67504"/>
                </a:lnTo>
                <a:lnTo>
                  <a:pt x="264566" y="67904"/>
                </a:lnTo>
                <a:lnTo>
                  <a:pt x="263032" y="67754"/>
                </a:lnTo>
                <a:lnTo>
                  <a:pt x="261681" y="66534"/>
                </a:lnTo>
                <a:lnTo>
                  <a:pt x="261670" y="65257"/>
                </a:lnTo>
                <a:lnTo>
                  <a:pt x="262912" y="63912"/>
                </a:lnTo>
                <a:lnTo>
                  <a:pt x="265268" y="63408"/>
                </a:lnTo>
                <a:lnTo>
                  <a:pt x="268306" y="63864"/>
                </a:lnTo>
                <a:close/>
                <a:moveTo>
                  <a:pt x="289491" y="76609"/>
                </a:moveTo>
                <a:lnTo>
                  <a:pt x="288784" y="78202"/>
                </a:lnTo>
                <a:lnTo>
                  <a:pt x="287945" y="78425"/>
                </a:lnTo>
                <a:lnTo>
                  <a:pt x="287456" y="78009"/>
                </a:lnTo>
                <a:lnTo>
                  <a:pt x="287257" y="76564"/>
                </a:lnTo>
                <a:lnTo>
                  <a:pt x="288191" y="75220"/>
                </a:lnTo>
                <a:lnTo>
                  <a:pt x="289374" y="75222"/>
                </a:lnTo>
                <a:lnTo>
                  <a:pt x="289491" y="76609"/>
                </a:lnTo>
                <a:close/>
                <a:moveTo>
                  <a:pt x="275284" y="76901"/>
                </a:moveTo>
                <a:lnTo>
                  <a:pt x="275234" y="77810"/>
                </a:lnTo>
                <a:lnTo>
                  <a:pt x="274743" y="78210"/>
                </a:lnTo>
                <a:lnTo>
                  <a:pt x="273696" y="77779"/>
                </a:lnTo>
                <a:lnTo>
                  <a:pt x="273137" y="76943"/>
                </a:lnTo>
                <a:lnTo>
                  <a:pt x="273564" y="76246"/>
                </a:lnTo>
                <a:lnTo>
                  <a:pt x="274261" y="76002"/>
                </a:lnTo>
                <a:lnTo>
                  <a:pt x="274914" y="76236"/>
                </a:lnTo>
                <a:lnTo>
                  <a:pt x="275284" y="76901"/>
                </a:lnTo>
                <a:close/>
                <a:moveTo>
                  <a:pt x="282889" y="84047"/>
                </a:moveTo>
                <a:lnTo>
                  <a:pt x="283203" y="85124"/>
                </a:lnTo>
                <a:lnTo>
                  <a:pt x="282409" y="85824"/>
                </a:lnTo>
                <a:lnTo>
                  <a:pt x="280076" y="85749"/>
                </a:lnTo>
                <a:lnTo>
                  <a:pt x="279156" y="85044"/>
                </a:lnTo>
                <a:lnTo>
                  <a:pt x="279431" y="84156"/>
                </a:lnTo>
                <a:lnTo>
                  <a:pt x="280664" y="83551"/>
                </a:lnTo>
                <a:lnTo>
                  <a:pt x="282145" y="83588"/>
                </a:lnTo>
                <a:lnTo>
                  <a:pt x="282889" y="84047"/>
                </a:lnTo>
                <a:close/>
                <a:moveTo>
                  <a:pt x="268724" y="85091"/>
                </a:moveTo>
                <a:lnTo>
                  <a:pt x="269510" y="86507"/>
                </a:lnTo>
                <a:lnTo>
                  <a:pt x="269659" y="87652"/>
                </a:lnTo>
                <a:lnTo>
                  <a:pt x="268672" y="88884"/>
                </a:lnTo>
                <a:lnTo>
                  <a:pt x="264875" y="89608"/>
                </a:lnTo>
                <a:lnTo>
                  <a:pt x="263391" y="89103"/>
                </a:lnTo>
                <a:lnTo>
                  <a:pt x="262770" y="88389"/>
                </a:lnTo>
                <a:lnTo>
                  <a:pt x="262522" y="85569"/>
                </a:lnTo>
                <a:lnTo>
                  <a:pt x="263524" y="84188"/>
                </a:lnTo>
                <a:lnTo>
                  <a:pt x="267115" y="84053"/>
                </a:lnTo>
                <a:lnTo>
                  <a:pt x="268724" y="85091"/>
                </a:lnTo>
                <a:close/>
                <a:moveTo>
                  <a:pt x="299227" y="85468"/>
                </a:moveTo>
                <a:lnTo>
                  <a:pt x="300444" y="87516"/>
                </a:lnTo>
                <a:lnTo>
                  <a:pt x="299991" y="89139"/>
                </a:lnTo>
                <a:lnTo>
                  <a:pt x="298597" y="89814"/>
                </a:lnTo>
                <a:lnTo>
                  <a:pt x="296845" y="90083"/>
                </a:lnTo>
                <a:lnTo>
                  <a:pt x="294255" y="89604"/>
                </a:lnTo>
                <a:lnTo>
                  <a:pt x="293759" y="87264"/>
                </a:lnTo>
                <a:lnTo>
                  <a:pt x="294422" y="84924"/>
                </a:lnTo>
                <a:lnTo>
                  <a:pt x="295203" y="84415"/>
                </a:lnTo>
                <a:lnTo>
                  <a:pt x="296699" y="84256"/>
                </a:lnTo>
                <a:lnTo>
                  <a:pt x="299227" y="85468"/>
                </a:lnTo>
                <a:close/>
                <a:moveTo>
                  <a:pt x="289951" y="87348"/>
                </a:moveTo>
                <a:lnTo>
                  <a:pt x="290348" y="88733"/>
                </a:lnTo>
                <a:lnTo>
                  <a:pt x="289984" y="89994"/>
                </a:lnTo>
                <a:lnTo>
                  <a:pt x="288870" y="90565"/>
                </a:lnTo>
                <a:lnTo>
                  <a:pt x="287631" y="90234"/>
                </a:lnTo>
                <a:lnTo>
                  <a:pt x="286918" y="88866"/>
                </a:lnTo>
                <a:lnTo>
                  <a:pt x="287343" y="87345"/>
                </a:lnTo>
                <a:lnTo>
                  <a:pt x="288570" y="86676"/>
                </a:lnTo>
                <a:lnTo>
                  <a:pt x="289951" y="87348"/>
                </a:lnTo>
                <a:close/>
                <a:moveTo>
                  <a:pt x="274950" y="88643"/>
                </a:moveTo>
                <a:lnTo>
                  <a:pt x="274422" y="89262"/>
                </a:lnTo>
                <a:lnTo>
                  <a:pt x="273717" y="88962"/>
                </a:lnTo>
                <a:lnTo>
                  <a:pt x="274399" y="88034"/>
                </a:lnTo>
                <a:lnTo>
                  <a:pt x="274950" y="88643"/>
                </a:lnTo>
                <a:close/>
                <a:moveTo>
                  <a:pt x="313727" y="90565"/>
                </a:moveTo>
                <a:lnTo>
                  <a:pt x="315048" y="91339"/>
                </a:lnTo>
                <a:lnTo>
                  <a:pt x="315268" y="91913"/>
                </a:lnTo>
                <a:lnTo>
                  <a:pt x="314961" y="92477"/>
                </a:lnTo>
                <a:lnTo>
                  <a:pt x="312931" y="93304"/>
                </a:lnTo>
                <a:lnTo>
                  <a:pt x="311896" y="93095"/>
                </a:lnTo>
                <a:lnTo>
                  <a:pt x="311168" y="92493"/>
                </a:lnTo>
                <a:lnTo>
                  <a:pt x="310967" y="91284"/>
                </a:lnTo>
                <a:lnTo>
                  <a:pt x="311638" y="90565"/>
                </a:lnTo>
                <a:lnTo>
                  <a:pt x="312390" y="90106"/>
                </a:lnTo>
                <a:lnTo>
                  <a:pt x="313727" y="90565"/>
                </a:lnTo>
                <a:close/>
                <a:moveTo>
                  <a:pt x="290076" y="98755"/>
                </a:moveTo>
                <a:lnTo>
                  <a:pt x="290783" y="100360"/>
                </a:lnTo>
                <a:lnTo>
                  <a:pt x="290377" y="102789"/>
                </a:lnTo>
                <a:lnTo>
                  <a:pt x="288819" y="103809"/>
                </a:lnTo>
                <a:lnTo>
                  <a:pt x="286991" y="103592"/>
                </a:lnTo>
                <a:lnTo>
                  <a:pt x="286246" y="101899"/>
                </a:lnTo>
                <a:lnTo>
                  <a:pt x="286844" y="99524"/>
                </a:lnTo>
                <a:lnTo>
                  <a:pt x="288562" y="98097"/>
                </a:lnTo>
                <a:lnTo>
                  <a:pt x="290076" y="98755"/>
                </a:lnTo>
                <a:close/>
                <a:moveTo>
                  <a:pt x="276204" y="100176"/>
                </a:moveTo>
                <a:lnTo>
                  <a:pt x="276562" y="101864"/>
                </a:lnTo>
                <a:lnTo>
                  <a:pt x="275728" y="102851"/>
                </a:lnTo>
                <a:lnTo>
                  <a:pt x="274658" y="102995"/>
                </a:lnTo>
                <a:lnTo>
                  <a:pt x="273279" y="102641"/>
                </a:lnTo>
                <a:lnTo>
                  <a:pt x="271842" y="101424"/>
                </a:lnTo>
                <a:lnTo>
                  <a:pt x="272158" y="100318"/>
                </a:lnTo>
                <a:lnTo>
                  <a:pt x="273716" y="99412"/>
                </a:lnTo>
                <a:lnTo>
                  <a:pt x="275378" y="99472"/>
                </a:lnTo>
                <a:lnTo>
                  <a:pt x="276204" y="100176"/>
                </a:lnTo>
                <a:close/>
                <a:moveTo>
                  <a:pt x="284937" y="105358"/>
                </a:moveTo>
                <a:lnTo>
                  <a:pt x="286473" y="107594"/>
                </a:lnTo>
                <a:lnTo>
                  <a:pt x="286650" y="108732"/>
                </a:lnTo>
                <a:lnTo>
                  <a:pt x="286145" y="109639"/>
                </a:lnTo>
                <a:lnTo>
                  <a:pt x="284955" y="110360"/>
                </a:lnTo>
                <a:lnTo>
                  <a:pt x="282609" y="111046"/>
                </a:lnTo>
                <a:lnTo>
                  <a:pt x="280796" y="111123"/>
                </a:lnTo>
                <a:lnTo>
                  <a:pt x="277118" y="110468"/>
                </a:lnTo>
                <a:lnTo>
                  <a:pt x="275686" y="109661"/>
                </a:lnTo>
                <a:lnTo>
                  <a:pt x="275507" y="108822"/>
                </a:lnTo>
                <a:lnTo>
                  <a:pt x="276204" y="106820"/>
                </a:lnTo>
                <a:lnTo>
                  <a:pt x="277203" y="105035"/>
                </a:lnTo>
                <a:lnTo>
                  <a:pt x="278334" y="104185"/>
                </a:lnTo>
                <a:lnTo>
                  <a:pt x="283641" y="103895"/>
                </a:lnTo>
                <a:lnTo>
                  <a:pt x="284937" y="105358"/>
                </a:lnTo>
                <a:close/>
                <a:moveTo>
                  <a:pt x="290035" y="111751"/>
                </a:moveTo>
                <a:lnTo>
                  <a:pt x="290943" y="113694"/>
                </a:lnTo>
                <a:lnTo>
                  <a:pt x="290411" y="115762"/>
                </a:lnTo>
                <a:lnTo>
                  <a:pt x="288717" y="116422"/>
                </a:lnTo>
                <a:lnTo>
                  <a:pt x="287030" y="116070"/>
                </a:lnTo>
                <a:lnTo>
                  <a:pt x="286431" y="114547"/>
                </a:lnTo>
                <a:lnTo>
                  <a:pt x="287588" y="111782"/>
                </a:lnTo>
                <a:lnTo>
                  <a:pt x="288651" y="111060"/>
                </a:lnTo>
                <a:lnTo>
                  <a:pt x="290035" y="111751"/>
                </a:lnTo>
                <a:close/>
                <a:moveTo>
                  <a:pt x="274323" y="112252"/>
                </a:moveTo>
                <a:lnTo>
                  <a:pt x="275822" y="113751"/>
                </a:lnTo>
                <a:lnTo>
                  <a:pt x="275975" y="114878"/>
                </a:lnTo>
                <a:lnTo>
                  <a:pt x="275660" y="115470"/>
                </a:lnTo>
                <a:lnTo>
                  <a:pt x="273200" y="116081"/>
                </a:lnTo>
                <a:lnTo>
                  <a:pt x="270897" y="115344"/>
                </a:lnTo>
                <a:lnTo>
                  <a:pt x="270401" y="113976"/>
                </a:lnTo>
                <a:lnTo>
                  <a:pt x="271458" y="112419"/>
                </a:lnTo>
                <a:lnTo>
                  <a:pt x="272506" y="111897"/>
                </a:lnTo>
                <a:lnTo>
                  <a:pt x="274323" y="112252"/>
                </a:lnTo>
                <a:close/>
                <a:moveTo>
                  <a:pt x="274532" y="123743"/>
                </a:moveTo>
                <a:lnTo>
                  <a:pt x="275718" y="124925"/>
                </a:lnTo>
                <a:lnTo>
                  <a:pt x="275276" y="126234"/>
                </a:lnTo>
                <a:lnTo>
                  <a:pt x="273139" y="127481"/>
                </a:lnTo>
                <a:lnTo>
                  <a:pt x="272081" y="127598"/>
                </a:lnTo>
                <a:lnTo>
                  <a:pt x="271299" y="127241"/>
                </a:lnTo>
                <a:lnTo>
                  <a:pt x="270688" y="125849"/>
                </a:lnTo>
                <a:lnTo>
                  <a:pt x="271051" y="123733"/>
                </a:lnTo>
                <a:lnTo>
                  <a:pt x="272679" y="123147"/>
                </a:lnTo>
                <a:lnTo>
                  <a:pt x="274532" y="123743"/>
                </a:lnTo>
                <a:close/>
                <a:moveTo>
                  <a:pt x="290745" y="123785"/>
                </a:moveTo>
                <a:lnTo>
                  <a:pt x="291323" y="124363"/>
                </a:lnTo>
                <a:lnTo>
                  <a:pt x="291555" y="125347"/>
                </a:lnTo>
                <a:lnTo>
                  <a:pt x="290327" y="126877"/>
                </a:lnTo>
                <a:lnTo>
                  <a:pt x="288770" y="127219"/>
                </a:lnTo>
                <a:lnTo>
                  <a:pt x="287667" y="126642"/>
                </a:lnTo>
                <a:lnTo>
                  <a:pt x="286914" y="125729"/>
                </a:lnTo>
                <a:lnTo>
                  <a:pt x="286755" y="124333"/>
                </a:lnTo>
                <a:lnTo>
                  <a:pt x="287595" y="123325"/>
                </a:lnTo>
                <a:lnTo>
                  <a:pt x="289138" y="123166"/>
                </a:lnTo>
                <a:lnTo>
                  <a:pt x="290745" y="123785"/>
                </a:lnTo>
                <a:close/>
                <a:moveTo>
                  <a:pt x="285104" y="129635"/>
                </a:moveTo>
                <a:lnTo>
                  <a:pt x="287431" y="131363"/>
                </a:lnTo>
                <a:lnTo>
                  <a:pt x="287700" y="133170"/>
                </a:lnTo>
                <a:lnTo>
                  <a:pt x="286723" y="134536"/>
                </a:lnTo>
                <a:lnTo>
                  <a:pt x="284811" y="136112"/>
                </a:lnTo>
                <a:lnTo>
                  <a:pt x="282025" y="137321"/>
                </a:lnTo>
                <a:lnTo>
                  <a:pt x="279173" y="137072"/>
                </a:lnTo>
                <a:lnTo>
                  <a:pt x="277360" y="136123"/>
                </a:lnTo>
                <a:lnTo>
                  <a:pt x="275098" y="133824"/>
                </a:lnTo>
                <a:lnTo>
                  <a:pt x="274194" y="132168"/>
                </a:lnTo>
                <a:lnTo>
                  <a:pt x="274402" y="131341"/>
                </a:lnTo>
                <a:lnTo>
                  <a:pt x="275309" y="130549"/>
                </a:lnTo>
                <a:lnTo>
                  <a:pt x="279627" y="128477"/>
                </a:lnTo>
                <a:lnTo>
                  <a:pt x="281760" y="128311"/>
                </a:lnTo>
                <a:lnTo>
                  <a:pt x="285104" y="129635"/>
                </a:lnTo>
                <a:close/>
                <a:moveTo>
                  <a:pt x="274323" y="137156"/>
                </a:moveTo>
                <a:lnTo>
                  <a:pt x="275775" y="139392"/>
                </a:lnTo>
                <a:lnTo>
                  <a:pt x="276011" y="141018"/>
                </a:lnTo>
                <a:lnTo>
                  <a:pt x="275694" y="142028"/>
                </a:lnTo>
                <a:lnTo>
                  <a:pt x="270019" y="145681"/>
                </a:lnTo>
                <a:lnTo>
                  <a:pt x="268500" y="145971"/>
                </a:lnTo>
                <a:lnTo>
                  <a:pt x="267673" y="144796"/>
                </a:lnTo>
                <a:lnTo>
                  <a:pt x="267567" y="142693"/>
                </a:lnTo>
                <a:lnTo>
                  <a:pt x="268829" y="138983"/>
                </a:lnTo>
                <a:lnTo>
                  <a:pt x="270064" y="137442"/>
                </a:lnTo>
                <a:lnTo>
                  <a:pt x="271405" y="136636"/>
                </a:lnTo>
                <a:lnTo>
                  <a:pt x="272836" y="136539"/>
                </a:lnTo>
                <a:lnTo>
                  <a:pt x="274323" y="137156"/>
                </a:lnTo>
                <a:close/>
                <a:moveTo>
                  <a:pt x="292918" y="137115"/>
                </a:moveTo>
                <a:lnTo>
                  <a:pt x="293799" y="140322"/>
                </a:lnTo>
                <a:lnTo>
                  <a:pt x="294096" y="143896"/>
                </a:lnTo>
                <a:lnTo>
                  <a:pt x="293060" y="145648"/>
                </a:lnTo>
                <a:lnTo>
                  <a:pt x="291832" y="146053"/>
                </a:lnTo>
                <a:lnTo>
                  <a:pt x="287414" y="142693"/>
                </a:lnTo>
                <a:lnTo>
                  <a:pt x="286958" y="142025"/>
                </a:lnTo>
                <a:lnTo>
                  <a:pt x="286859" y="140735"/>
                </a:lnTo>
                <a:lnTo>
                  <a:pt x="287471" y="138870"/>
                </a:lnTo>
                <a:lnTo>
                  <a:pt x="289151" y="137202"/>
                </a:lnTo>
                <a:lnTo>
                  <a:pt x="291251" y="136499"/>
                </a:lnTo>
                <a:lnTo>
                  <a:pt x="292918" y="137115"/>
                </a:lnTo>
                <a:close/>
                <a:moveTo>
                  <a:pt x="284937" y="145012"/>
                </a:moveTo>
                <a:lnTo>
                  <a:pt x="288908" y="147441"/>
                </a:lnTo>
                <a:lnTo>
                  <a:pt x="290277" y="148712"/>
                </a:lnTo>
                <a:lnTo>
                  <a:pt x="290897" y="150915"/>
                </a:lnTo>
                <a:lnTo>
                  <a:pt x="289716" y="152905"/>
                </a:lnTo>
                <a:lnTo>
                  <a:pt x="284387" y="156323"/>
                </a:lnTo>
                <a:lnTo>
                  <a:pt x="282080" y="156796"/>
                </a:lnTo>
                <a:lnTo>
                  <a:pt x="279919" y="156140"/>
                </a:lnTo>
                <a:lnTo>
                  <a:pt x="274501" y="152210"/>
                </a:lnTo>
                <a:lnTo>
                  <a:pt x="274123" y="150736"/>
                </a:lnTo>
                <a:lnTo>
                  <a:pt x="274430" y="148650"/>
                </a:lnTo>
                <a:lnTo>
                  <a:pt x="278251" y="145639"/>
                </a:lnTo>
                <a:lnTo>
                  <a:pt x="279861" y="144647"/>
                </a:lnTo>
                <a:lnTo>
                  <a:pt x="282064" y="143962"/>
                </a:lnTo>
                <a:lnTo>
                  <a:pt x="283929" y="144259"/>
                </a:lnTo>
                <a:lnTo>
                  <a:pt x="284937" y="145012"/>
                </a:lnTo>
                <a:close/>
                <a:moveTo>
                  <a:pt x="270437" y="155250"/>
                </a:moveTo>
                <a:lnTo>
                  <a:pt x="274039" y="157663"/>
                </a:lnTo>
                <a:lnTo>
                  <a:pt x="275260" y="158877"/>
                </a:lnTo>
                <a:lnTo>
                  <a:pt x="275739" y="160196"/>
                </a:lnTo>
                <a:lnTo>
                  <a:pt x="275471" y="161510"/>
                </a:lnTo>
                <a:lnTo>
                  <a:pt x="274450" y="162709"/>
                </a:lnTo>
                <a:lnTo>
                  <a:pt x="269245" y="166229"/>
                </a:lnTo>
                <a:lnTo>
                  <a:pt x="266538" y="167405"/>
                </a:lnTo>
                <a:lnTo>
                  <a:pt x="265007" y="167546"/>
                </a:lnTo>
                <a:lnTo>
                  <a:pt x="264355" y="166795"/>
                </a:lnTo>
                <a:lnTo>
                  <a:pt x="264148" y="164440"/>
                </a:lnTo>
                <a:lnTo>
                  <a:pt x="264848" y="159584"/>
                </a:lnTo>
                <a:lnTo>
                  <a:pt x="265782" y="156629"/>
                </a:lnTo>
                <a:lnTo>
                  <a:pt x="266927" y="154832"/>
                </a:lnTo>
                <a:lnTo>
                  <a:pt x="267985" y="154174"/>
                </a:lnTo>
                <a:lnTo>
                  <a:pt x="268895" y="154176"/>
                </a:lnTo>
                <a:lnTo>
                  <a:pt x="270437" y="155250"/>
                </a:lnTo>
                <a:close/>
                <a:moveTo>
                  <a:pt x="296553" y="154957"/>
                </a:moveTo>
                <a:lnTo>
                  <a:pt x="297084" y="158309"/>
                </a:lnTo>
                <a:lnTo>
                  <a:pt x="297514" y="166114"/>
                </a:lnTo>
                <a:lnTo>
                  <a:pt x="295387" y="166937"/>
                </a:lnTo>
                <a:lnTo>
                  <a:pt x="288593" y="162329"/>
                </a:lnTo>
                <a:lnTo>
                  <a:pt x="287821" y="161318"/>
                </a:lnTo>
                <a:lnTo>
                  <a:pt x="287486" y="159512"/>
                </a:lnTo>
                <a:lnTo>
                  <a:pt x="288288" y="157867"/>
                </a:lnTo>
                <a:lnTo>
                  <a:pt x="291471" y="155574"/>
                </a:lnTo>
                <a:lnTo>
                  <a:pt x="295049" y="154476"/>
                </a:lnTo>
                <a:lnTo>
                  <a:pt x="296553" y="154957"/>
                </a:lnTo>
                <a:close/>
                <a:moveTo>
                  <a:pt x="285020" y="165195"/>
                </a:moveTo>
                <a:lnTo>
                  <a:pt x="292209" y="170357"/>
                </a:lnTo>
                <a:lnTo>
                  <a:pt x="293639" y="172001"/>
                </a:lnTo>
                <a:lnTo>
                  <a:pt x="293105" y="173227"/>
                </a:lnTo>
                <a:lnTo>
                  <a:pt x="286951" y="176546"/>
                </a:lnTo>
                <a:lnTo>
                  <a:pt x="282201" y="178444"/>
                </a:lnTo>
                <a:lnTo>
                  <a:pt x="280629" y="178627"/>
                </a:lnTo>
                <a:lnTo>
                  <a:pt x="274117" y="175835"/>
                </a:lnTo>
                <a:lnTo>
                  <a:pt x="271142" y="173864"/>
                </a:lnTo>
                <a:lnTo>
                  <a:pt x="269786" y="172486"/>
                </a:lnTo>
                <a:lnTo>
                  <a:pt x="269810" y="171421"/>
                </a:lnTo>
                <a:lnTo>
                  <a:pt x="270819" y="170402"/>
                </a:lnTo>
                <a:lnTo>
                  <a:pt x="279894" y="163847"/>
                </a:lnTo>
                <a:lnTo>
                  <a:pt x="281998" y="163618"/>
                </a:lnTo>
                <a:lnTo>
                  <a:pt x="285020" y="165195"/>
                </a:lnTo>
                <a:close/>
                <a:moveTo>
                  <a:pt x="268181" y="176978"/>
                </a:moveTo>
                <a:lnTo>
                  <a:pt x="272393" y="180155"/>
                </a:lnTo>
                <a:lnTo>
                  <a:pt x="273602" y="181659"/>
                </a:lnTo>
                <a:lnTo>
                  <a:pt x="273572" y="182372"/>
                </a:lnTo>
                <a:lnTo>
                  <a:pt x="272604" y="183130"/>
                </a:lnTo>
                <a:lnTo>
                  <a:pt x="268949" y="184573"/>
                </a:lnTo>
                <a:lnTo>
                  <a:pt x="265457" y="186481"/>
                </a:lnTo>
                <a:lnTo>
                  <a:pt x="264313" y="186563"/>
                </a:lnTo>
                <a:lnTo>
                  <a:pt x="262630" y="185908"/>
                </a:lnTo>
                <a:lnTo>
                  <a:pt x="261870" y="184927"/>
                </a:lnTo>
                <a:lnTo>
                  <a:pt x="261805" y="183274"/>
                </a:lnTo>
                <a:lnTo>
                  <a:pt x="262870" y="179231"/>
                </a:lnTo>
                <a:lnTo>
                  <a:pt x="264065" y="176506"/>
                </a:lnTo>
                <a:lnTo>
                  <a:pt x="265585" y="175915"/>
                </a:lnTo>
                <a:lnTo>
                  <a:pt x="268181" y="176978"/>
                </a:lnTo>
                <a:close/>
                <a:moveTo>
                  <a:pt x="298517" y="177145"/>
                </a:moveTo>
                <a:lnTo>
                  <a:pt x="299505" y="178921"/>
                </a:lnTo>
                <a:lnTo>
                  <a:pt x="300225" y="182891"/>
                </a:lnTo>
                <a:lnTo>
                  <a:pt x="299941" y="186635"/>
                </a:lnTo>
                <a:lnTo>
                  <a:pt x="299144" y="188010"/>
                </a:lnTo>
                <a:lnTo>
                  <a:pt x="297819" y="188013"/>
                </a:lnTo>
                <a:lnTo>
                  <a:pt x="294776" y="186812"/>
                </a:lnTo>
                <a:lnTo>
                  <a:pt x="287729" y="182352"/>
                </a:lnTo>
                <a:lnTo>
                  <a:pt x="287580" y="181737"/>
                </a:lnTo>
                <a:lnTo>
                  <a:pt x="288205" y="180598"/>
                </a:lnTo>
                <a:lnTo>
                  <a:pt x="292496" y="177249"/>
                </a:lnTo>
                <a:lnTo>
                  <a:pt x="294547" y="176419"/>
                </a:lnTo>
                <a:lnTo>
                  <a:pt x="296378" y="176217"/>
                </a:lnTo>
                <a:lnTo>
                  <a:pt x="298517" y="177145"/>
                </a:lnTo>
                <a:close/>
                <a:moveTo>
                  <a:pt x="285814" y="186840"/>
                </a:moveTo>
                <a:lnTo>
                  <a:pt x="293017" y="190945"/>
                </a:lnTo>
                <a:lnTo>
                  <a:pt x="293982" y="191813"/>
                </a:lnTo>
                <a:lnTo>
                  <a:pt x="294085" y="192800"/>
                </a:lnTo>
                <a:lnTo>
                  <a:pt x="293236" y="194408"/>
                </a:lnTo>
                <a:lnTo>
                  <a:pt x="291452" y="196208"/>
                </a:lnTo>
                <a:lnTo>
                  <a:pt x="282092" y="202915"/>
                </a:lnTo>
                <a:lnTo>
                  <a:pt x="279943" y="202618"/>
                </a:lnTo>
                <a:lnTo>
                  <a:pt x="277677" y="201390"/>
                </a:lnTo>
                <a:lnTo>
                  <a:pt x="269326" y="195051"/>
                </a:lnTo>
                <a:lnTo>
                  <a:pt x="266660" y="192205"/>
                </a:lnTo>
                <a:lnTo>
                  <a:pt x="266981" y="191125"/>
                </a:lnTo>
                <a:lnTo>
                  <a:pt x="268937" y="189647"/>
                </a:lnTo>
                <a:lnTo>
                  <a:pt x="278070" y="184780"/>
                </a:lnTo>
                <a:lnTo>
                  <a:pt x="279538" y="184508"/>
                </a:lnTo>
                <a:lnTo>
                  <a:pt x="281236" y="184747"/>
                </a:lnTo>
                <a:lnTo>
                  <a:pt x="285814" y="186840"/>
                </a:lnTo>
                <a:close/>
                <a:moveTo>
                  <a:pt x="264044" y="196743"/>
                </a:moveTo>
                <a:lnTo>
                  <a:pt x="273702" y="204002"/>
                </a:lnTo>
                <a:lnTo>
                  <a:pt x="275122" y="205376"/>
                </a:lnTo>
                <a:lnTo>
                  <a:pt x="275214" y="206291"/>
                </a:lnTo>
                <a:lnTo>
                  <a:pt x="274259" y="208162"/>
                </a:lnTo>
                <a:lnTo>
                  <a:pt x="272874" y="209519"/>
                </a:lnTo>
                <a:lnTo>
                  <a:pt x="263015" y="216901"/>
                </a:lnTo>
                <a:lnTo>
                  <a:pt x="260003" y="218664"/>
                </a:lnTo>
                <a:lnTo>
                  <a:pt x="258802" y="218940"/>
                </a:lnTo>
                <a:lnTo>
                  <a:pt x="257778" y="217773"/>
                </a:lnTo>
                <a:lnTo>
                  <a:pt x="257614" y="215611"/>
                </a:lnTo>
                <a:lnTo>
                  <a:pt x="259103" y="208631"/>
                </a:lnTo>
                <a:lnTo>
                  <a:pt x="260444" y="197763"/>
                </a:lnTo>
                <a:lnTo>
                  <a:pt x="261472" y="196065"/>
                </a:lnTo>
                <a:lnTo>
                  <a:pt x="262550" y="196029"/>
                </a:lnTo>
                <a:lnTo>
                  <a:pt x="264044" y="196743"/>
                </a:lnTo>
                <a:close/>
                <a:moveTo>
                  <a:pt x="300983" y="198414"/>
                </a:moveTo>
                <a:lnTo>
                  <a:pt x="301786" y="200794"/>
                </a:lnTo>
                <a:lnTo>
                  <a:pt x="303275" y="213117"/>
                </a:lnTo>
                <a:lnTo>
                  <a:pt x="303013" y="217556"/>
                </a:lnTo>
                <a:lnTo>
                  <a:pt x="302654" y="218430"/>
                </a:lnTo>
                <a:lnTo>
                  <a:pt x="301918" y="218746"/>
                </a:lnTo>
                <a:lnTo>
                  <a:pt x="300042" y="218148"/>
                </a:lnTo>
                <a:lnTo>
                  <a:pt x="298113" y="216947"/>
                </a:lnTo>
                <a:lnTo>
                  <a:pt x="287277" y="208944"/>
                </a:lnTo>
                <a:lnTo>
                  <a:pt x="287277" y="205309"/>
                </a:lnTo>
                <a:lnTo>
                  <a:pt x="297990" y="197376"/>
                </a:lnTo>
                <a:lnTo>
                  <a:pt x="299377" y="197214"/>
                </a:lnTo>
                <a:lnTo>
                  <a:pt x="300983" y="198414"/>
                </a:lnTo>
                <a:close/>
                <a:moveTo>
                  <a:pt x="402605" y="71386"/>
                </a:moveTo>
                <a:lnTo>
                  <a:pt x="389750" y="72012"/>
                </a:lnTo>
                <a:lnTo>
                  <a:pt x="352221" y="72453"/>
                </a:lnTo>
                <a:lnTo>
                  <a:pt x="340758" y="73803"/>
                </a:lnTo>
                <a:lnTo>
                  <a:pt x="337118" y="74615"/>
                </a:lnTo>
                <a:lnTo>
                  <a:pt x="337121" y="74999"/>
                </a:lnTo>
                <a:lnTo>
                  <a:pt x="342684" y="76720"/>
                </a:lnTo>
                <a:lnTo>
                  <a:pt x="343620" y="77549"/>
                </a:lnTo>
                <a:lnTo>
                  <a:pt x="343788" y="78599"/>
                </a:lnTo>
                <a:lnTo>
                  <a:pt x="339783" y="86658"/>
                </a:lnTo>
                <a:lnTo>
                  <a:pt x="338728" y="87601"/>
                </a:lnTo>
                <a:lnTo>
                  <a:pt x="335914" y="88873"/>
                </a:lnTo>
                <a:lnTo>
                  <a:pt x="334808" y="90398"/>
                </a:lnTo>
                <a:lnTo>
                  <a:pt x="334831" y="92239"/>
                </a:lnTo>
                <a:lnTo>
                  <a:pt x="336355" y="94694"/>
                </a:lnTo>
                <a:lnTo>
                  <a:pt x="336698" y="96012"/>
                </a:lnTo>
                <a:lnTo>
                  <a:pt x="336566" y="97497"/>
                </a:lnTo>
                <a:lnTo>
                  <a:pt x="335745" y="99708"/>
                </a:lnTo>
                <a:lnTo>
                  <a:pt x="335195" y="100390"/>
                </a:lnTo>
                <a:lnTo>
                  <a:pt x="334154" y="100828"/>
                </a:lnTo>
                <a:lnTo>
                  <a:pt x="321838" y="100197"/>
                </a:lnTo>
                <a:lnTo>
                  <a:pt x="318240" y="100547"/>
                </a:lnTo>
                <a:lnTo>
                  <a:pt x="316926" y="101185"/>
                </a:lnTo>
                <a:lnTo>
                  <a:pt x="316161" y="102233"/>
                </a:lnTo>
                <a:lnTo>
                  <a:pt x="314415" y="106415"/>
                </a:lnTo>
                <a:lnTo>
                  <a:pt x="313194" y="108095"/>
                </a:lnTo>
                <a:lnTo>
                  <a:pt x="311744" y="109313"/>
                </a:lnTo>
                <a:lnTo>
                  <a:pt x="308056" y="110769"/>
                </a:lnTo>
                <a:lnTo>
                  <a:pt x="306629" y="111970"/>
                </a:lnTo>
                <a:lnTo>
                  <a:pt x="305206" y="114260"/>
                </a:lnTo>
                <a:lnTo>
                  <a:pt x="303427" y="119586"/>
                </a:lnTo>
                <a:lnTo>
                  <a:pt x="297358" y="125112"/>
                </a:lnTo>
                <a:lnTo>
                  <a:pt x="297003" y="125977"/>
                </a:lnTo>
                <a:lnTo>
                  <a:pt x="297180" y="127379"/>
                </a:lnTo>
                <a:lnTo>
                  <a:pt x="299686" y="129499"/>
                </a:lnTo>
                <a:lnTo>
                  <a:pt x="303318" y="131465"/>
                </a:lnTo>
                <a:lnTo>
                  <a:pt x="309030" y="133872"/>
                </a:lnTo>
                <a:lnTo>
                  <a:pt x="312651" y="136185"/>
                </a:lnTo>
                <a:lnTo>
                  <a:pt x="316198" y="137235"/>
                </a:lnTo>
                <a:lnTo>
                  <a:pt x="318762" y="139173"/>
                </a:lnTo>
                <a:lnTo>
                  <a:pt x="323054" y="140826"/>
                </a:lnTo>
                <a:lnTo>
                  <a:pt x="335814" y="148095"/>
                </a:lnTo>
                <a:lnTo>
                  <a:pt x="341854" y="150867"/>
                </a:lnTo>
                <a:lnTo>
                  <a:pt x="345458" y="153224"/>
                </a:lnTo>
                <a:lnTo>
                  <a:pt x="372281" y="166740"/>
                </a:lnTo>
                <a:lnTo>
                  <a:pt x="392878" y="176147"/>
                </a:lnTo>
                <a:lnTo>
                  <a:pt x="401847" y="179676"/>
                </a:lnTo>
                <a:lnTo>
                  <a:pt x="437014" y="191178"/>
                </a:lnTo>
                <a:lnTo>
                  <a:pt x="449640" y="196471"/>
                </a:lnTo>
                <a:lnTo>
                  <a:pt x="469008" y="202969"/>
                </a:lnTo>
                <a:lnTo>
                  <a:pt x="475245" y="204698"/>
                </a:lnTo>
                <a:lnTo>
                  <a:pt x="489493" y="209540"/>
                </a:lnTo>
                <a:lnTo>
                  <a:pt x="495970" y="211337"/>
                </a:lnTo>
                <a:lnTo>
                  <a:pt x="510768" y="216337"/>
                </a:lnTo>
                <a:lnTo>
                  <a:pt x="516987" y="218031"/>
                </a:lnTo>
                <a:lnTo>
                  <a:pt x="541595" y="226185"/>
                </a:lnTo>
                <a:lnTo>
                  <a:pt x="570150" y="234862"/>
                </a:lnTo>
                <a:lnTo>
                  <a:pt x="595428" y="243120"/>
                </a:lnTo>
                <a:lnTo>
                  <a:pt x="602096" y="244802"/>
                </a:lnTo>
                <a:lnTo>
                  <a:pt x="607251" y="246758"/>
                </a:lnTo>
                <a:lnTo>
                  <a:pt x="612198" y="247861"/>
                </a:lnTo>
                <a:lnTo>
                  <a:pt x="613824" y="247725"/>
                </a:lnTo>
                <a:lnTo>
                  <a:pt x="614498" y="246772"/>
                </a:lnTo>
                <a:lnTo>
                  <a:pt x="614519" y="245516"/>
                </a:lnTo>
                <a:lnTo>
                  <a:pt x="612894" y="244159"/>
                </a:lnTo>
                <a:lnTo>
                  <a:pt x="608781" y="243104"/>
                </a:lnTo>
                <a:lnTo>
                  <a:pt x="583829" y="234435"/>
                </a:lnTo>
                <a:lnTo>
                  <a:pt x="463523" y="194718"/>
                </a:lnTo>
                <a:lnTo>
                  <a:pt x="397958" y="172571"/>
                </a:lnTo>
                <a:lnTo>
                  <a:pt x="368685" y="159627"/>
                </a:lnTo>
                <a:lnTo>
                  <a:pt x="346733" y="149129"/>
                </a:lnTo>
                <a:lnTo>
                  <a:pt x="346089" y="148327"/>
                </a:lnTo>
                <a:lnTo>
                  <a:pt x="346439" y="147585"/>
                </a:lnTo>
                <a:lnTo>
                  <a:pt x="348736" y="146782"/>
                </a:lnTo>
                <a:lnTo>
                  <a:pt x="352755" y="146391"/>
                </a:lnTo>
                <a:lnTo>
                  <a:pt x="354431" y="143948"/>
                </a:lnTo>
                <a:lnTo>
                  <a:pt x="356045" y="143121"/>
                </a:lnTo>
                <a:lnTo>
                  <a:pt x="358004" y="143466"/>
                </a:lnTo>
                <a:lnTo>
                  <a:pt x="360289" y="144974"/>
                </a:lnTo>
                <a:lnTo>
                  <a:pt x="365291" y="150695"/>
                </a:lnTo>
                <a:lnTo>
                  <a:pt x="371099" y="150152"/>
                </a:lnTo>
                <a:lnTo>
                  <a:pt x="391116" y="159831"/>
                </a:lnTo>
                <a:lnTo>
                  <a:pt x="406272" y="165985"/>
                </a:lnTo>
                <a:lnTo>
                  <a:pt x="429458" y="172718"/>
                </a:lnTo>
                <a:lnTo>
                  <a:pt x="437423" y="174476"/>
                </a:lnTo>
                <a:lnTo>
                  <a:pt x="442417" y="176132"/>
                </a:lnTo>
                <a:lnTo>
                  <a:pt x="449966" y="177713"/>
                </a:lnTo>
                <a:lnTo>
                  <a:pt x="453365" y="179245"/>
                </a:lnTo>
                <a:lnTo>
                  <a:pt x="459861" y="181345"/>
                </a:lnTo>
                <a:lnTo>
                  <a:pt x="463295" y="183087"/>
                </a:lnTo>
                <a:lnTo>
                  <a:pt x="472753" y="186696"/>
                </a:lnTo>
                <a:lnTo>
                  <a:pt x="499165" y="196117"/>
                </a:lnTo>
                <a:lnTo>
                  <a:pt x="523528" y="204234"/>
                </a:lnTo>
                <a:lnTo>
                  <a:pt x="535886" y="207869"/>
                </a:lnTo>
                <a:lnTo>
                  <a:pt x="540441" y="209613"/>
                </a:lnTo>
                <a:lnTo>
                  <a:pt x="563566" y="216594"/>
                </a:lnTo>
                <a:lnTo>
                  <a:pt x="587371" y="223277"/>
                </a:lnTo>
                <a:lnTo>
                  <a:pt x="639921" y="236417"/>
                </a:lnTo>
                <a:lnTo>
                  <a:pt x="672953" y="243472"/>
                </a:lnTo>
                <a:lnTo>
                  <a:pt x="676761" y="243472"/>
                </a:lnTo>
                <a:lnTo>
                  <a:pt x="677981" y="242916"/>
                </a:lnTo>
                <a:lnTo>
                  <a:pt x="678732" y="242102"/>
                </a:lnTo>
                <a:lnTo>
                  <a:pt x="679381" y="239764"/>
                </a:lnTo>
                <a:lnTo>
                  <a:pt x="678934" y="238946"/>
                </a:lnTo>
                <a:lnTo>
                  <a:pt x="678082" y="238590"/>
                </a:lnTo>
                <a:lnTo>
                  <a:pt x="650856" y="233083"/>
                </a:lnTo>
                <a:lnTo>
                  <a:pt x="629494" y="227581"/>
                </a:lnTo>
                <a:lnTo>
                  <a:pt x="594868" y="219636"/>
                </a:lnTo>
                <a:lnTo>
                  <a:pt x="580905" y="215994"/>
                </a:lnTo>
                <a:lnTo>
                  <a:pt x="552507" y="207474"/>
                </a:lnTo>
                <a:lnTo>
                  <a:pt x="502045" y="190903"/>
                </a:lnTo>
                <a:lnTo>
                  <a:pt x="485421" y="185886"/>
                </a:lnTo>
                <a:lnTo>
                  <a:pt x="471521" y="181148"/>
                </a:lnTo>
                <a:lnTo>
                  <a:pt x="465746" y="179807"/>
                </a:lnTo>
                <a:lnTo>
                  <a:pt x="464417" y="179105"/>
                </a:lnTo>
                <a:lnTo>
                  <a:pt x="464177" y="178681"/>
                </a:lnTo>
                <a:lnTo>
                  <a:pt x="464536" y="177654"/>
                </a:lnTo>
                <a:lnTo>
                  <a:pt x="469781" y="173674"/>
                </a:lnTo>
                <a:lnTo>
                  <a:pt x="470711" y="172591"/>
                </a:lnTo>
                <a:lnTo>
                  <a:pt x="471281" y="170542"/>
                </a:lnTo>
                <a:lnTo>
                  <a:pt x="471343" y="165195"/>
                </a:lnTo>
                <a:lnTo>
                  <a:pt x="474930" y="160762"/>
                </a:lnTo>
                <a:lnTo>
                  <a:pt x="475473" y="158913"/>
                </a:lnTo>
                <a:lnTo>
                  <a:pt x="475452" y="155437"/>
                </a:lnTo>
                <a:lnTo>
                  <a:pt x="476334" y="154453"/>
                </a:lnTo>
                <a:lnTo>
                  <a:pt x="477986" y="154065"/>
                </a:lnTo>
                <a:lnTo>
                  <a:pt x="480353" y="154285"/>
                </a:lnTo>
                <a:lnTo>
                  <a:pt x="487023" y="156127"/>
                </a:lnTo>
                <a:lnTo>
                  <a:pt x="495317" y="157840"/>
                </a:lnTo>
                <a:lnTo>
                  <a:pt x="513870" y="162959"/>
                </a:lnTo>
                <a:lnTo>
                  <a:pt x="538724" y="169114"/>
                </a:lnTo>
                <a:lnTo>
                  <a:pt x="540728" y="169373"/>
                </a:lnTo>
                <a:lnTo>
                  <a:pt x="542222" y="169055"/>
                </a:lnTo>
                <a:lnTo>
                  <a:pt x="543063" y="168230"/>
                </a:lnTo>
                <a:lnTo>
                  <a:pt x="543113" y="166970"/>
                </a:lnTo>
                <a:lnTo>
                  <a:pt x="542271" y="165498"/>
                </a:lnTo>
                <a:lnTo>
                  <a:pt x="540885" y="164615"/>
                </a:lnTo>
                <a:lnTo>
                  <a:pt x="528925" y="161491"/>
                </a:lnTo>
                <a:lnTo>
                  <a:pt x="517600" y="159178"/>
                </a:lnTo>
                <a:lnTo>
                  <a:pt x="516031" y="158345"/>
                </a:lnTo>
                <a:lnTo>
                  <a:pt x="515619" y="157358"/>
                </a:lnTo>
                <a:lnTo>
                  <a:pt x="516111" y="156331"/>
                </a:lnTo>
                <a:lnTo>
                  <a:pt x="517440" y="155339"/>
                </a:lnTo>
                <a:lnTo>
                  <a:pt x="524573" y="152649"/>
                </a:lnTo>
                <a:lnTo>
                  <a:pt x="525288" y="151202"/>
                </a:lnTo>
                <a:lnTo>
                  <a:pt x="526258" y="146307"/>
                </a:lnTo>
                <a:lnTo>
                  <a:pt x="527976" y="144563"/>
                </a:lnTo>
                <a:lnTo>
                  <a:pt x="529847" y="144132"/>
                </a:lnTo>
                <a:lnTo>
                  <a:pt x="542773" y="143977"/>
                </a:lnTo>
                <a:lnTo>
                  <a:pt x="546188" y="143509"/>
                </a:lnTo>
                <a:lnTo>
                  <a:pt x="547311" y="142992"/>
                </a:lnTo>
                <a:lnTo>
                  <a:pt x="547722" y="142212"/>
                </a:lnTo>
                <a:lnTo>
                  <a:pt x="547100" y="136455"/>
                </a:lnTo>
                <a:lnTo>
                  <a:pt x="547390" y="133897"/>
                </a:lnTo>
                <a:lnTo>
                  <a:pt x="548356" y="131257"/>
                </a:lnTo>
                <a:lnTo>
                  <a:pt x="550748" y="126944"/>
                </a:lnTo>
                <a:lnTo>
                  <a:pt x="551206" y="124485"/>
                </a:lnTo>
                <a:lnTo>
                  <a:pt x="550724" y="121726"/>
                </a:lnTo>
                <a:lnTo>
                  <a:pt x="549313" y="120671"/>
                </a:lnTo>
                <a:lnTo>
                  <a:pt x="547403" y="121053"/>
                </a:lnTo>
                <a:lnTo>
                  <a:pt x="543540" y="124505"/>
                </a:lnTo>
                <a:lnTo>
                  <a:pt x="538284" y="130659"/>
                </a:lnTo>
                <a:lnTo>
                  <a:pt x="537495" y="132156"/>
                </a:lnTo>
                <a:lnTo>
                  <a:pt x="536989" y="134252"/>
                </a:lnTo>
                <a:lnTo>
                  <a:pt x="535187" y="135972"/>
                </a:lnTo>
                <a:lnTo>
                  <a:pt x="533012" y="136324"/>
                </a:lnTo>
                <a:lnTo>
                  <a:pt x="528483" y="135434"/>
                </a:lnTo>
                <a:lnTo>
                  <a:pt x="525466" y="135344"/>
                </a:lnTo>
                <a:lnTo>
                  <a:pt x="522562" y="135897"/>
                </a:lnTo>
                <a:lnTo>
                  <a:pt x="519237" y="137504"/>
                </a:lnTo>
                <a:lnTo>
                  <a:pt x="518263" y="139136"/>
                </a:lnTo>
                <a:lnTo>
                  <a:pt x="517161" y="144039"/>
                </a:lnTo>
                <a:lnTo>
                  <a:pt x="516675" y="144814"/>
                </a:lnTo>
                <a:lnTo>
                  <a:pt x="516024" y="145037"/>
                </a:lnTo>
                <a:lnTo>
                  <a:pt x="512993" y="143827"/>
                </a:lnTo>
                <a:lnTo>
                  <a:pt x="507653" y="142869"/>
                </a:lnTo>
                <a:lnTo>
                  <a:pt x="503821" y="140207"/>
                </a:lnTo>
                <a:lnTo>
                  <a:pt x="499883" y="138859"/>
                </a:lnTo>
                <a:lnTo>
                  <a:pt x="493826" y="134722"/>
                </a:lnTo>
                <a:lnTo>
                  <a:pt x="488352" y="132794"/>
                </a:lnTo>
                <a:lnTo>
                  <a:pt x="486237" y="132838"/>
                </a:lnTo>
                <a:lnTo>
                  <a:pt x="484484" y="133563"/>
                </a:lnTo>
                <a:lnTo>
                  <a:pt x="475975" y="141444"/>
                </a:lnTo>
                <a:lnTo>
                  <a:pt x="469983" y="145484"/>
                </a:lnTo>
                <a:lnTo>
                  <a:pt x="468364" y="146244"/>
                </a:lnTo>
                <a:lnTo>
                  <a:pt x="466647" y="146543"/>
                </a:lnTo>
                <a:lnTo>
                  <a:pt x="463587" y="146136"/>
                </a:lnTo>
                <a:lnTo>
                  <a:pt x="458255" y="144462"/>
                </a:lnTo>
                <a:lnTo>
                  <a:pt x="449667" y="142651"/>
                </a:lnTo>
                <a:lnTo>
                  <a:pt x="443294" y="140708"/>
                </a:lnTo>
                <a:lnTo>
                  <a:pt x="435798" y="139435"/>
                </a:lnTo>
                <a:lnTo>
                  <a:pt x="430245" y="137664"/>
                </a:lnTo>
                <a:lnTo>
                  <a:pt x="421597" y="136274"/>
                </a:lnTo>
                <a:lnTo>
                  <a:pt x="415724" y="134345"/>
                </a:lnTo>
                <a:lnTo>
                  <a:pt x="407339" y="133245"/>
                </a:lnTo>
                <a:lnTo>
                  <a:pt x="406997" y="133710"/>
                </a:lnTo>
                <a:lnTo>
                  <a:pt x="407197" y="134696"/>
                </a:lnTo>
                <a:lnTo>
                  <a:pt x="408997" y="135825"/>
                </a:lnTo>
                <a:lnTo>
                  <a:pt x="416619" y="137423"/>
                </a:lnTo>
                <a:lnTo>
                  <a:pt x="421766" y="139739"/>
                </a:lnTo>
                <a:lnTo>
                  <a:pt x="428539" y="140928"/>
                </a:lnTo>
                <a:lnTo>
                  <a:pt x="435643" y="143006"/>
                </a:lnTo>
                <a:lnTo>
                  <a:pt x="443346" y="144046"/>
                </a:lnTo>
                <a:lnTo>
                  <a:pt x="447517" y="146351"/>
                </a:lnTo>
                <a:lnTo>
                  <a:pt x="452356" y="147060"/>
                </a:lnTo>
                <a:lnTo>
                  <a:pt x="463685" y="150744"/>
                </a:lnTo>
                <a:lnTo>
                  <a:pt x="464462" y="151245"/>
                </a:lnTo>
                <a:lnTo>
                  <a:pt x="465357" y="152586"/>
                </a:lnTo>
                <a:lnTo>
                  <a:pt x="465021" y="155353"/>
                </a:lnTo>
                <a:lnTo>
                  <a:pt x="461630" y="160271"/>
                </a:lnTo>
                <a:lnTo>
                  <a:pt x="459669" y="162024"/>
                </a:lnTo>
                <a:lnTo>
                  <a:pt x="459187" y="162057"/>
                </a:lnTo>
                <a:lnTo>
                  <a:pt x="458306" y="161351"/>
                </a:lnTo>
                <a:lnTo>
                  <a:pt x="456155" y="157777"/>
                </a:lnTo>
                <a:lnTo>
                  <a:pt x="452561" y="153761"/>
                </a:lnTo>
                <a:lnTo>
                  <a:pt x="449475" y="151242"/>
                </a:lnTo>
                <a:lnTo>
                  <a:pt x="444531" y="148178"/>
                </a:lnTo>
                <a:lnTo>
                  <a:pt x="442671" y="148274"/>
                </a:lnTo>
                <a:lnTo>
                  <a:pt x="437272" y="151755"/>
                </a:lnTo>
                <a:lnTo>
                  <a:pt x="435176" y="152278"/>
                </a:lnTo>
                <a:lnTo>
                  <a:pt x="432388" y="151301"/>
                </a:lnTo>
                <a:lnTo>
                  <a:pt x="426065" y="150496"/>
                </a:lnTo>
                <a:lnTo>
                  <a:pt x="422036" y="148940"/>
                </a:lnTo>
                <a:lnTo>
                  <a:pt x="421960" y="145785"/>
                </a:lnTo>
                <a:lnTo>
                  <a:pt x="421320" y="144448"/>
                </a:lnTo>
                <a:lnTo>
                  <a:pt x="415559" y="140458"/>
                </a:lnTo>
                <a:lnTo>
                  <a:pt x="402151" y="139826"/>
                </a:lnTo>
                <a:lnTo>
                  <a:pt x="397194" y="139307"/>
                </a:lnTo>
                <a:lnTo>
                  <a:pt x="394916" y="138703"/>
                </a:lnTo>
                <a:lnTo>
                  <a:pt x="393642" y="137404"/>
                </a:lnTo>
                <a:lnTo>
                  <a:pt x="393330" y="135653"/>
                </a:lnTo>
                <a:lnTo>
                  <a:pt x="394039" y="133688"/>
                </a:lnTo>
                <a:lnTo>
                  <a:pt x="395397" y="132083"/>
                </a:lnTo>
                <a:lnTo>
                  <a:pt x="396859" y="131737"/>
                </a:lnTo>
                <a:lnTo>
                  <a:pt x="399591" y="132591"/>
                </a:lnTo>
                <a:lnTo>
                  <a:pt x="403637" y="133016"/>
                </a:lnTo>
                <a:lnTo>
                  <a:pt x="405034" y="132688"/>
                </a:lnTo>
                <a:lnTo>
                  <a:pt x="405082" y="132005"/>
                </a:lnTo>
                <a:lnTo>
                  <a:pt x="396727" y="129477"/>
                </a:lnTo>
                <a:lnTo>
                  <a:pt x="387851" y="122287"/>
                </a:lnTo>
                <a:lnTo>
                  <a:pt x="386251" y="121403"/>
                </a:lnTo>
                <a:lnTo>
                  <a:pt x="384777" y="121241"/>
                </a:lnTo>
                <a:lnTo>
                  <a:pt x="380772" y="122447"/>
                </a:lnTo>
                <a:lnTo>
                  <a:pt x="379571" y="122427"/>
                </a:lnTo>
                <a:lnTo>
                  <a:pt x="376834" y="118499"/>
                </a:lnTo>
                <a:lnTo>
                  <a:pt x="374149" y="115677"/>
                </a:lnTo>
                <a:lnTo>
                  <a:pt x="374141" y="114248"/>
                </a:lnTo>
                <a:lnTo>
                  <a:pt x="375014" y="113652"/>
                </a:lnTo>
                <a:lnTo>
                  <a:pt x="378962" y="113167"/>
                </a:lnTo>
                <a:lnTo>
                  <a:pt x="399429" y="112434"/>
                </a:lnTo>
                <a:lnTo>
                  <a:pt x="424651" y="110395"/>
                </a:lnTo>
                <a:lnTo>
                  <a:pt x="436406" y="109219"/>
                </a:lnTo>
                <a:lnTo>
                  <a:pt x="441424" y="107154"/>
                </a:lnTo>
                <a:lnTo>
                  <a:pt x="452398" y="107985"/>
                </a:lnTo>
                <a:lnTo>
                  <a:pt x="459874" y="106998"/>
                </a:lnTo>
                <a:lnTo>
                  <a:pt x="474518" y="106323"/>
                </a:lnTo>
                <a:lnTo>
                  <a:pt x="485390" y="105022"/>
                </a:lnTo>
                <a:lnTo>
                  <a:pt x="492811" y="103601"/>
                </a:lnTo>
                <a:lnTo>
                  <a:pt x="509872" y="102866"/>
                </a:lnTo>
                <a:lnTo>
                  <a:pt x="512941" y="102280"/>
                </a:lnTo>
                <a:lnTo>
                  <a:pt x="514007" y="101518"/>
                </a:lnTo>
                <a:lnTo>
                  <a:pt x="512851" y="101069"/>
                </a:lnTo>
                <a:lnTo>
                  <a:pt x="508523" y="100862"/>
                </a:lnTo>
                <a:lnTo>
                  <a:pt x="493086" y="101222"/>
                </a:lnTo>
                <a:lnTo>
                  <a:pt x="478736" y="102872"/>
                </a:lnTo>
                <a:lnTo>
                  <a:pt x="451637" y="104050"/>
                </a:lnTo>
                <a:lnTo>
                  <a:pt x="444152" y="105340"/>
                </a:lnTo>
                <a:lnTo>
                  <a:pt x="437820" y="105258"/>
                </a:lnTo>
                <a:lnTo>
                  <a:pt x="431443" y="106308"/>
                </a:lnTo>
                <a:lnTo>
                  <a:pt x="393884" y="107966"/>
                </a:lnTo>
                <a:lnTo>
                  <a:pt x="385591" y="109261"/>
                </a:lnTo>
                <a:lnTo>
                  <a:pt x="382632" y="109076"/>
                </a:lnTo>
                <a:lnTo>
                  <a:pt x="380237" y="106344"/>
                </a:lnTo>
                <a:lnTo>
                  <a:pt x="379158" y="105676"/>
                </a:lnTo>
                <a:lnTo>
                  <a:pt x="374744" y="107102"/>
                </a:lnTo>
                <a:lnTo>
                  <a:pt x="373711" y="107149"/>
                </a:lnTo>
                <a:lnTo>
                  <a:pt x="372581" y="106649"/>
                </a:lnTo>
                <a:lnTo>
                  <a:pt x="371933" y="105051"/>
                </a:lnTo>
                <a:lnTo>
                  <a:pt x="372499" y="102557"/>
                </a:lnTo>
                <a:lnTo>
                  <a:pt x="374747" y="100460"/>
                </a:lnTo>
                <a:lnTo>
                  <a:pt x="377111" y="99363"/>
                </a:lnTo>
                <a:lnTo>
                  <a:pt x="383067" y="98068"/>
                </a:lnTo>
                <a:lnTo>
                  <a:pt x="392129" y="96976"/>
                </a:lnTo>
                <a:lnTo>
                  <a:pt x="405113" y="97867"/>
                </a:lnTo>
                <a:lnTo>
                  <a:pt x="414372" y="96859"/>
                </a:lnTo>
                <a:lnTo>
                  <a:pt x="444416" y="96292"/>
                </a:lnTo>
                <a:lnTo>
                  <a:pt x="459669" y="95287"/>
                </a:lnTo>
                <a:lnTo>
                  <a:pt x="473615" y="94969"/>
                </a:lnTo>
                <a:lnTo>
                  <a:pt x="481882" y="93772"/>
                </a:lnTo>
                <a:lnTo>
                  <a:pt x="505134" y="93320"/>
                </a:lnTo>
                <a:lnTo>
                  <a:pt x="526400" y="92382"/>
                </a:lnTo>
                <a:lnTo>
                  <a:pt x="531331" y="92002"/>
                </a:lnTo>
                <a:lnTo>
                  <a:pt x="533813" y="91274"/>
                </a:lnTo>
                <a:lnTo>
                  <a:pt x="533496" y="90385"/>
                </a:lnTo>
                <a:lnTo>
                  <a:pt x="532507" y="90048"/>
                </a:lnTo>
                <a:lnTo>
                  <a:pt x="519793" y="89458"/>
                </a:lnTo>
                <a:lnTo>
                  <a:pt x="508224" y="90236"/>
                </a:lnTo>
                <a:lnTo>
                  <a:pt x="467813" y="90801"/>
                </a:lnTo>
                <a:lnTo>
                  <a:pt x="464630" y="91058"/>
                </a:lnTo>
                <a:lnTo>
                  <a:pt x="459345" y="92117"/>
                </a:lnTo>
                <a:lnTo>
                  <a:pt x="442887" y="92341"/>
                </a:lnTo>
                <a:lnTo>
                  <a:pt x="432037" y="93381"/>
                </a:lnTo>
                <a:lnTo>
                  <a:pt x="407964" y="93783"/>
                </a:lnTo>
                <a:lnTo>
                  <a:pt x="389755" y="95277"/>
                </a:lnTo>
                <a:lnTo>
                  <a:pt x="372929" y="94959"/>
                </a:lnTo>
                <a:lnTo>
                  <a:pt x="371976" y="94744"/>
                </a:lnTo>
                <a:lnTo>
                  <a:pt x="370757" y="93702"/>
                </a:lnTo>
                <a:lnTo>
                  <a:pt x="369892" y="92172"/>
                </a:lnTo>
                <a:lnTo>
                  <a:pt x="369437" y="90370"/>
                </a:lnTo>
                <a:lnTo>
                  <a:pt x="369445" y="88509"/>
                </a:lnTo>
                <a:lnTo>
                  <a:pt x="370581" y="85027"/>
                </a:lnTo>
                <a:lnTo>
                  <a:pt x="370960" y="82269"/>
                </a:lnTo>
                <a:lnTo>
                  <a:pt x="370664" y="80991"/>
                </a:lnTo>
                <a:lnTo>
                  <a:pt x="368926" y="78280"/>
                </a:lnTo>
                <a:lnTo>
                  <a:pt x="370556" y="76609"/>
                </a:lnTo>
                <a:lnTo>
                  <a:pt x="415743" y="76314"/>
                </a:lnTo>
                <a:lnTo>
                  <a:pt x="467565" y="75005"/>
                </a:lnTo>
                <a:lnTo>
                  <a:pt x="484098" y="73762"/>
                </a:lnTo>
                <a:lnTo>
                  <a:pt x="512275" y="72978"/>
                </a:lnTo>
                <a:lnTo>
                  <a:pt x="517671" y="72267"/>
                </a:lnTo>
                <a:lnTo>
                  <a:pt x="517934" y="71720"/>
                </a:lnTo>
                <a:lnTo>
                  <a:pt x="516588" y="71299"/>
                </a:lnTo>
                <a:lnTo>
                  <a:pt x="502446" y="70848"/>
                </a:lnTo>
                <a:lnTo>
                  <a:pt x="422763" y="70754"/>
                </a:lnTo>
                <a:lnTo>
                  <a:pt x="402605" y="71386"/>
                </a:lnTo>
                <a:close/>
                <a:moveTo>
                  <a:pt x="355429" y="87891"/>
                </a:moveTo>
                <a:lnTo>
                  <a:pt x="356702" y="89859"/>
                </a:lnTo>
                <a:lnTo>
                  <a:pt x="359694" y="93209"/>
                </a:lnTo>
                <a:lnTo>
                  <a:pt x="359972" y="94420"/>
                </a:lnTo>
                <a:lnTo>
                  <a:pt x="359399" y="95580"/>
                </a:lnTo>
                <a:lnTo>
                  <a:pt x="358605" y="96583"/>
                </a:lnTo>
                <a:lnTo>
                  <a:pt x="351538" y="96878"/>
                </a:lnTo>
                <a:lnTo>
                  <a:pt x="349008" y="96322"/>
                </a:lnTo>
                <a:lnTo>
                  <a:pt x="348242" y="94034"/>
                </a:lnTo>
                <a:lnTo>
                  <a:pt x="348217" y="91662"/>
                </a:lnTo>
                <a:lnTo>
                  <a:pt x="348781" y="89558"/>
                </a:lnTo>
                <a:lnTo>
                  <a:pt x="349843" y="87872"/>
                </a:lnTo>
                <a:lnTo>
                  <a:pt x="352166" y="86450"/>
                </a:lnTo>
                <a:lnTo>
                  <a:pt x="354803" y="86345"/>
                </a:lnTo>
                <a:lnTo>
                  <a:pt x="355429" y="87891"/>
                </a:lnTo>
                <a:close/>
                <a:moveTo>
                  <a:pt x="357477" y="99549"/>
                </a:moveTo>
                <a:lnTo>
                  <a:pt x="360426" y="100492"/>
                </a:lnTo>
                <a:lnTo>
                  <a:pt x="361901" y="101691"/>
                </a:lnTo>
                <a:lnTo>
                  <a:pt x="362930" y="103281"/>
                </a:lnTo>
                <a:lnTo>
                  <a:pt x="363466" y="105206"/>
                </a:lnTo>
                <a:lnTo>
                  <a:pt x="363476" y="107618"/>
                </a:lnTo>
                <a:lnTo>
                  <a:pt x="363104" y="108635"/>
                </a:lnTo>
                <a:lnTo>
                  <a:pt x="362071" y="109394"/>
                </a:lnTo>
                <a:lnTo>
                  <a:pt x="360824" y="109564"/>
                </a:lnTo>
                <a:lnTo>
                  <a:pt x="359925" y="109199"/>
                </a:lnTo>
                <a:lnTo>
                  <a:pt x="355758" y="105420"/>
                </a:lnTo>
                <a:lnTo>
                  <a:pt x="350741" y="103835"/>
                </a:lnTo>
                <a:lnTo>
                  <a:pt x="349334" y="102840"/>
                </a:lnTo>
                <a:lnTo>
                  <a:pt x="348514" y="101695"/>
                </a:lnTo>
                <a:lnTo>
                  <a:pt x="348407" y="100524"/>
                </a:lnTo>
                <a:lnTo>
                  <a:pt x="349287" y="99006"/>
                </a:lnTo>
                <a:lnTo>
                  <a:pt x="357477" y="99549"/>
                </a:lnTo>
                <a:close/>
                <a:moveTo>
                  <a:pt x="332405" y="107656"/>
                </a:moveTo>
                <a:lnTo>
                  <a:pt x="332794" y="108222"/>
                </a:lnTo>
                <a:lnTo>
                  <a:pt x="332878" y="110046"/>
                </a:lnTo>
                <a:lnTo>
                  <a:pt x="331581" y="113778"/>
                </a:lnTo>
                <a:lnTo>
                  <a:pt x="329070" y="117533"/>
                </a:lnTo>
                <a:lnTo>
                  <a:pt x="326776" y="119698"/>
                </a:lnTo>
                <a:lnTo>
                  <a:pt x="323866" y="121933"/>
                </a:lnTo>
                <a:lnTo>
                  <a:pt x="322467" y="122551"/>
                </a:lnTo>
                <a:lnTo>
                  <a:pt x="321270" y="122569"/>
                </a:lnTo>
                <a:lnTo>
                  <a:pt x="318266" y="121529"/>
                </a:lnTo>
                <a:lnTo>
                  <a:pt x="316109" y="121863"/>
                </a:lnTo>
                <a:lnTo>
                  <a:pt x="316253" y="123064"/>
                </a:lnTo>
                <a:lnTo>
                  <a:pt x="317309" y="124748"/>
                </a:lnTo>
                <a:lnTo>
                  <a:pt x="321571" y="128675"/>
                </a:lnTo>
                <a:lnTo>
                  <a:pt x="323179" y="134073"/>
                </a:lnTo>
                <a:lnTo>
                  <a:pt x="323273" y="135625"/>
                </a:lnTo>
                <a:lnTo>
                  <a:pt x="322934" y="136608"/>
                </a:lnTo>
                <a:lnTo>
                  <a:pt x="321767" y="137192"/>
                </a:lnTo>
                <a:lnTo>
                  <a:pt x="319676" y="136874"/>
                </a:lnTo>
                <a:lnTo>
                  <a:pt x="315696" y="134514"/>
                </a:lnTo>
                <a:lnTo>
                  <a:pt x="311126" y="132595"/>
                </a:lnTo>
                <a:lnTo>
                  <a:pt x="310202" y="130482"/>
                </a:lnTo>
                <a:lnTo>
                  <a:pt x="310410" y="126882"/>
                </a:lnTo>
                <a:lnTo>
                  <a:pt x="312029" y="123655"/>
                </a:lnTo>
                <a:lnTo>
                  <a:pt x="314740" y="121638"/>
                </a:lnTo>
                <a:lnTo>
                  <a:pt x="314718" y="119359"/>
                </a:lnTo>
                <a:lnTo>
                  <a:pt x="315539" y="117794"/>
                </a:lnTo>
                <a:lnTo>
                  <a:pt x="318804" y="115172"/>
                </a:lnTo>
                <a:lnTo>
                  <a:pt x="322239" y="111249"/>
                </a:lnTo>
                <a:lnTo>
                  <a:pt x="327097" y="107394"/>
                </a:lnTo>
                <a:lnTo>
                  <a:pt x="329794" y="107003"/>
                </a:lnTo>
                <a:lnTo>
                  <a:pt x="332405" y="107656"/>
                </a:lnTo>
                <a:close/>
                <a:moveTo>
                  <a:pt x="344816" y="121236"/>
                </a:moveTo>
                <a:lnTo>
                  <a:pt x="347088" y="125022"/>
                </a:lnTo>
                <a:lnTo>
                  <a:pt x="348848" y="129240"/>
                </a:lnTo>
                <a:lnTo>
                  <a:pt x="348440" y="131500"/>
                </a:lnTo>
                <a:lnTo>
                  <a:pt x="346849" y="132688"/>
                </a:lnTo>
                <a:lnTo>
                  <a:pt x="345631" y="132633"/>
                </a:lnTo>
                <a:lnTo>
                  <a:pt x="344769" y="132053"/>
                </a:lnTo>
                <a:lnTo>
                  <a:pt x="343386" y="127268"/>
                </a:lnTo>
                <a:lnTo>
                  <a:pt x="342407" y="125815"/>
                </a:lnTo>
                <a:lnTo>
                  <a:pt x="340778" y="124819"/>
                </a:lnTo>
                <a:lnTo>
                  <a:pt x="337837" y="123743"/>
                </a:lnTo>
                <a:lnTo>
                  <a:pt x="338089" y="121531"/>
                </a:lnTo>
                <a:lnTo>
                  <a:pt x="338765" y="120664"/>
                </a:lnTo>
                <a:lnTo>
                  <a:pt x="340323" y="119716"/>
                </a:lnTo>
                <a:lnTo>
                  <a:pt x="343094" y="119612"/>
                </a:lnTo>
                <a:lnTo>
                  <a:pt x="344816" y="121236"/>
                </a:lnTo>
                <a:close/>
                <a:moveTo>
                  <a:pt x="378328" y="124621"/>
                </a:moveTo>
                <a:lnTo>
                  <a:pt x="378556" y="127345"/>
                </a:lnTo>
                <a:lnTo>
                  <a:pt x="377926" y="128909"/>
                </a:lnTo>
                <a:lnTo>
                  <a:pt x="373555" y="131441"/>
                </a:lnTo>
                <a:lnTo>
                  <a:pt x="369703" y="136297"/>
                </a:lnTo>
                <a:lnTo>
                  <a:pt x="368929" y="136362"/>
                </a:lnTo>
                <a:lnTo>
                  <a:pt x="368282" y="135969"/>
                </a:lnTo>
                <a:lnTo>
                  <a:pt x="367313" y="134355"/>
                </a:lnTo>
                <a:lnTo>
                  <a:pt x="367087" y="131724"/>
                </a:lnTo>
                <a:lnTo>
                  <a:pt x="370211" y="129755"/>
                </a:lnTo>
                <a:lnTo>
                  <a:pt x="372199" y="126067"/>
                </a:lnTo>
                <a:lnTo>
                  <a:pt x="373713" y="124665"/>
                </a:lnTo>
                <a:lnTo>
                  <a:pt x="376239" y="123952"/>
                </a:lnTo>
                <a:lnTo>
                  <a:pt x="377706" y="124114"/>
                </a:lnTo>
                <a:lnTo>
                  <a:pt x="378328" y="124621"/>
                </a:lnTo>
                <a:close/>
                <a:moveTo>
                  <a:pt x="487221" y="146976"/>
                </a:moveTo>
                <a:lnTo>
                  <a:pt x="487629" y="149165"/>
                </a:lnTo>
                <a:lnTo>
                  <a:pt x="486463" y="150496"/>
                </a:lnTo>
                <a:lnTo>
                  <a:pt x="484206" y="150564"/>
                </a:lnTo>
                <a:lnTo>
                  <a:pt x="482066" y="149277"/>
                </a:lnTo>
                <a:lnTo>
                  <a:pt x="481972" y="148548"/>
                </a:lnTo>
                <a:lnTo>
                  <a:pt x="482454" y="147765"/>
                </a:lnTo>
                <a:lnTo>
                  <a:pt x="484718" y="146305"/>
                </a:lnTo>
                <a:lnTo>
                  <a:pt x="486394" y="146080"/>
                </a:lnTo>
                <a:lnTo>
                  <a:pt x="487221" y="146976"/>
                </a:lnTo>
                <a:close/>
                <a:moveTo>
                  <a:pt x="401561" y="148146"/>
                </a:moveTo>
                <a:lnTo>
                  <a:pt x="404144" y="148573"/>
                </a:lnTo>
                <a:lnTo>
                  <a:pt x="405577" y="149307"/>
                </a:lnTo>
                <a:lnTo>
                  <a:pt x="408592" y="154480"/>
                </a:lnTo>
                <a:lnTo>
                  <a:pt x="410723" y="156197"/>
                </a:lnTo>
                <a:lnTo>
                  <a:pt x="413924" y="157453"/>
                </a:lnTo>
                <a:lnTo>
                  <a:pt x="420427" y="158399"/>
                </a:lnTo>
                <a:lnTo>
                  <a:pt x="428104" y="160192"/>
                </a:lnTo>
                <a:lnTo>
                  <a:pt x="429388" y="160913"/>
                </a:lnTo>
                <a:lnTo>
                  <a:pt x="432641" y="163821"/>
                </a:lnTo>
                <a:lnTo>
                  <a:pt x="435115" y="164986"/>
                </a:lnTo>
                <a:lnTo>
                  <a:pt x="440667" y="163255"/>
                </a:lnTo>
                <a:lnTo>
                  <a:pt x="444966" y="160603"/>
                </a:lnTo>
                <a:lnTo>
                  <a:pt x="446222" y="160395"/>
                </a:lnTo>
                <a:lnTo>
                  <a:pt x="448811" y="162887"/>
                </a:lnTo>
                <a:lnTo>
                  <a:pt x="453841" y="170987"/>
                </a:lnTo>
                <a:lnTo>
                  <a:pt x="454203" y="172633"/>
                </a:lnTo>
                <a:lnTo>
                  <a:pt x="453934" y="174774"/>
                </a:lnTo>
                <a:lnTo>
                  <a:pt x="453082" y="175511"/>
                </a:lnTo>
                <a:lnTo>
                  <a:pt x="452178" y="175459"/>
                </a:lnTo>
                <a:lnTo>
                  <a:pt x="439509" y="171234"/>
                </a:lnTo>
                <a:lnTo>
                  <a:pt x="433401" y="169713"/>
                </a:lnTo>
                <a:lnTo>
                  <a:pt x="428076" y="167681"/>
                </a:lnTo>
                <a:lnTo>
                  <a:pt x="411166" y="162750"/>
                </a:lnTo>
                <a:lnTo>
                  <a:pt x="401775" y="159355"/>
                </a:lnTo>
                <a:lnTo>
                  <a:pt x="391156" y="154623"/>
                </a:lnTo>
                <a:lnTo>
                  <a:pt x="388254" y="152976"/>
                </a:lnTo>
                <a:lnTo>
                  <a:pt x="387389" y="151738"/>
                </a:lnTo>
                <a:lnTo>
                  <a:pt x="388366" y="150481"/>
                </a:lnTo>
                <a:lnTo>
                  <a:pt x="391908" y="148063"/>
                </a:lnTo>
                <a:lnTo>
                  <a:pt x="394447" y="147478"/>
                </a:lnTo>
                <a:lnTo>
                  <a:pt x="401561" y="148146"/>
                </a:lnTo>
                <a:close/>
                <a:moveTo>
                  <a:pt x="510371" y="154163"/>
                </a:moveTo>
                <a:lnTo>
                  <a:pt x="510997" y="155542"/>
                </a:lnTo>
                <a:lnTo>
                  <a:pt x="509704" y="156400"/>
                </a:lnTo>
                <a:lnTo>
                  <a:pt x="506716" y="156162"/>
                </a:lnTo>
                <a:lnTo>
                  <a:pt x="505607" y="155124"/>
                </a:lnTo>
                <a:lnTo>
                  <a:pt x="505962" y="154391"/>
                </a:lnTo>
                <a:lnTo>
                  <a:pt x="507440" y="153719"/>
                </a:lnTo>
                <a:lnTo>
                  <a:pt x="509314" y="153714"/>
                </a:lnTo>
                <a:lnTo>
                  <a:pt x="510371" y="154163"/>
                </a:lnTo>
                <a:close/>
                <a:moveTo>
                  <a:pt x="374692" y="87473"/>
                </a:moveTo>
                <a:lnTo>
                  <a:pt x="374437" y="88774"/>
                </a:lnTo>
                <a:lnTo>
                  <a:pt x="375027" y="90106"/>
                </a:lnTo>
                <a:lnTo>
                  <a:pt x="375888" y="90428"/>
                </a:lnTo>
                <a:lnTo>
                  <a:pt x="377100" y="89881"/>
                </a:lnTo>
                <a:lnTo>
                  <a:pt x="377648" y="88668"/>
                </a:lnTo>
                <a:lnTo>
                  <a:pt x="377325" y="87808"/>
                </a:lnTo>
                <a:lnTo>
                  <a:pt x="375993" y="87217"/>
                </a:lnTo>
                <a:lnTo>
                  <a:pt x="374692" y="87473"/>
                </a:lnTo>
                <a:close/>
                <a:moveTo>
                  <a:pt x="549691" y="96583"/>
                </a:moveTo>
                <a:lnTo>
                  <a:pt x="541757" y="97476"/>
                </a:lnTo>
                <a:lnTo>
                  <a:pt x="539813" y="98148"/>
                </a:lnTo>
                <a:lnTo>
                  <a:pt x="539607" y="98721"/>
                </a:lnTo>
                <a:lnTo>
                  <a:pt x="540415" y="99340"/>
                </a:lnTo>
                <a:lnTo>
                  <a:pt x="542336" y="99613"/>
                </a:lnTo>
                <a:lnTo>
                  <a:pt x="547304" y="99466"/>
                </a:lnTo>
                <a:lnTo>
                  <a:pt x="551990" y="98867"/>
                </a:lnTo>
                <a:lnTo>
                  <a:pt x="553500" y="98189"/>
                </a:lnTo>
                <a:lnTo>
                  <a:pt x="553651" y="97480"/>
                </a:lnTo>
                <a:lnTo>
                  <a:pt x="553220" y="96624"/>
                </a:lnTo>
                <a:lnTo>
                  <a:pt x="552115" y="96118"/>
                </a:lnTo>
                <a:lnTo>
                  <a:pt x="549691" y="96583"/>
                </a:lnTo>
                <a:close/>
                <a:moveTo>
                  <a:pt x="529843" y="98672"/>
                </a:moveTo>
                <a:lnTo>
                  <a:pt x="529718" y="99732"/>
                </a:lnTo>
                <a:lnTo>
                  <a:pt x="531473" y="100134"/>
                </a:lnTo>
                <a:lnTo>
                  <a:pt x="533330" y="99780"/>
                </a:lnTo>
                <a:lnTo>
                  <a:pt x="534352" y="98764"/>
                </a:lnTo>
                <a:lnTo>
                  <a:pt x="534064" y="98357"/>
                </a:lnTo>
                <a:lnTo>
                  <a:pt x="532713" y="98067"/>
                </a:lnTo>
                <a:lnTo>
                  <a:pt x="530997" y="98179"/>
                </a:lnTo>
                <a:lnTo>
                  <a:pt x="529843" y="98672"/>
                </a:lnTo>
                <a:close/>
                <a:moveTo>
                  <a:pt x="517641" y="100636"/>
                </a:moveTo>
                <a:lnTo>
                  <a:pt x="516514" y="101520"/>
                </a:lnTo>
                <a:lnTo>
                  <a:pt x="517890" y="102131"/>
                </a:lnTo>
                <a:lnTo>
                  <a:pt x="521274" y="102060"/>
                </a:lnTo>
                <a:lnTo>
                  <a:pt x="522061" y="101718"/>
                </a:lnTo>
                <a:lnTo>
                  <a:pt x="522321" y="101179"/>
                </a:lnTo>
                <a:lnTo>
                  <a:pt x="522043" y="100645"/>
                </a:lnTo>
                <a:lnTo>
                  <a:pt x="520796" y="100218"/>
                </a:lnTo>
                <a:lnTo>
                  <a:pt x="517641" y="100636"/>
                </a:lnTo>
                <a:close/>
                <a:moveTo>
                  <a:pt x="239223" y="101388"/>
                </a:moveTo>
                <a:lnTo>
                  <a:pt x="239127" y="101999"/>
                </a:lnTo>
                <a:lnTo>
                  <a:pt x="239714" y="102534"/>
                </a:lnTo>
                <a:lnTo>
                  <a:pt x="243188" y="103865"/>
                </a:lnTo>
                <a:lnTo>
                  <a:pt x="246201" y="105880"/>
                </a:lnTo>
                <a:lnTo>
                  <a:pt x="249952" y="107395"/>
                </a:lnTo>
                <a:lnTo>
                  <a:pt x="253279" y="109259"/>
                </a:lnTo>
                <a:lnTo>
                  <a:pt x="257233" y="110769"/>
                </a:lnTo>
                <a:lnTo>
                  <a:pt x="260372" y="112823"/>
                </a:lnTo>
                <a:lnTo>
                  <a:pt x="262388" y="113144"/>
                </a:lnTo>
                <a:lnTo>
                  <a:pt x="263535" y="112395"/>
                </a:lnTo>
                <a:lnTo>
                  <a:pt x="263582" y="111494"/>
                </a:lnTo>
                <a:lnTo>
                  <a:pt x="262916" y="110565"/>
                </a:lnTo>
                <a:lnTo>
                  <a:pt x="258162" y="107673"/>
                </a:lnTo>
                <a:lnTo>
                  <a:pt x="254325" y="106482"/>
                </a:lnTo>
                <a:lnTo>
                  <a:pt x="251149" y="104522"/>
                </a:lnTo>
                <a:lnTo>
                  <a:pt x="246730" y="103077"/>
                </a:lnTo>
                <a:lnTo>
                  <a:pt x="243336" y="101431"/>
                </a:lnTo>
                <a:lnTo>
                  <a:pt x="240830" y="100932"/>
                </a:lnTo>
                <a:lnTo>
                  <a:pt x="239223" y="101388"/>
                </a:lnTo>
                <a:close/>
                <a:moveTo>
                  <a:pt x="758912" y="115219"/>
                </a:moveTo>
                <a:lnTo>
                  <a:pt x="756559" y="116920"/>
                </a:lnTo>
                <a:lnTo>
                  <a:pt x="755672" y="118872"/>
                </a:lnTo>
                <a:lnTo>
                  <a:pt x="751025" y="144788"/>
                </a:lnTo>
                <a:lnTo>
                  <a:pt x="748934" y="154460"/>
                </a:lnTo>
                <a:lnTo>
                  <a:pt x="747656" y="164537"/>
                </a:lnTo>
                <a:lnTo>
                  <a:pt x="745624" y="172732"/>
                </a:lnTo>
                <a:lnTo>
                  <a:pt x="743839" y="184441"/>
                </a:lnTo>
                <a:lnTo>
                  <a:pt x="742934" y="187059"/>
                </a:lnTo>
                <a:lnTo>
                  <a:pt x="741534" y="188845"/>
                </a:lnTo>
                <a:lnTo>
                  <a:pt x="739378" y="190300"/>
                </a:lnTo>
                <a:lnTo>
                  <a:pt x="706679" y="205161"/>
                </a:lnTo>
                <a:lnTo>
                  <a:pt x="703392" y="207263"/>
                </a:lnTo>
                <a:lnTo>
                  <a:pt x="702418" y="208568"/>
                </a:lnTo>
                <a:lnTo>
                  <a:pt x="703564" y="209976"/>
                </a:lnTo>
                <a:lnTo>
                  <a:pt x="705548" y="210710"/>
                </a:lnTo>
                <a:lnTo>
                  <a:pt x="737727" y="211535"/>
                </a:lnTo>
                <a:lnTo>
                  <a:pt x="740522" y="213035"/>
                </a:lnTo>
                <a:lnTo>
                  <a:pt x="741793" y="214820"/>
                </a:lnTo>
                <a:lnTo>
                  <a:pt x="741895" y="218614"/>
                </a:lnTo>
                <a:lnTo>
                  <a:pt x="741108" y="220717"/>
                </a:lnTo>
                <a:lnTo>
                  <a:pt x="740006" y="221775"/>
                </a:lnTo>
                <a:lnTo>
                  <a:pt x="738294" y="222688"/>
                </a:lnTo>
                <a:lnTo>
                  <a:pt x="729144" y="226343"/>
                </a:lnTo>
                <a:lnTo>
                  <a:pt x="707079" y="234010"/>
                </a:lnTo>
                <a:lnTo>
                  <a:pt x="702167" y="236257"/>
                </a:lnTo>
                <a:lnTo>
                  <a:pt x="686322" y="241943"/>
                </a:lnTo>
                <a:lnTo>
                  <a:pt x="683020" y="243557"/>
                </a:lnTo>
                <a:lnTo>
                  <a:pt x="681554" y="245126"/>
                </a:lnTo>
                <a:lnTo>
                  <a:pt x="681931" y="246323"/>
                </a:lnTo>
                <a:lnTo>
                  <a:pt x="683196" y="247638"/>
                </a:lnTo>
                <a:lnTo>
                  <a:pt x="740317" y="247805"/>
                </a:lnTo>
                <a:lnTo>
                  <a:pt x="741467" y="248683"/>
                </a:lnTo>
                <a:lnTo>
                  <a:pt x="741792" y="250545"/>
                </a:lnTo>
                <a:lnTo>
                  <a:pt x="742023" y="259076"/>
                </a:lnTo>
                <a:lnTo>
                  <a:pt x="741520" y="262728"/>
                </a:lnTo>
                <a:lnTo>
                  <a:pt x="739658" y="264282"/>
                </a:lnTo>
                <a:lnTo>
                  <a:pt x="735715" y="266387"/>
                </a:lnTo>
                <a:lnTo>
                  <a:pt x="711569" y="275760"/>
                </a:lnTo>
                <a:lnTo>
                  <a:pt x="702439" y="273582"/>
                </a:lnTo>
                <a:lnTo>
                  <a:pt x="696780" y="271046"/>
                </a:lnTo>
                <a:lnTo>
                  <a:pt x="671333" y="263162"/>
                </a:lnTo>
                <a:lnTo>
                  <a:pt x="653988" y="257351"/>
                </a:lnTo>
                <a:lnTo>
                  <a:pt x="647999" y="256468"/>
                </a:lnTo>
                <a:lnTo>
                  <a:pt x="647052" y="256873"/>
                </a:lnTo>
                <a:lnTo>
                  <a:pt x="646901" y="257680"/>
                </a:lnTo>
                <a:lnTo>
                  <a:pt x="647379" y="258944"/>
                </a:lnTo>
                <a:lnTo>
                  <a:pt x="648516" y="259870"/>
                </a:lnTo>
                <a:lnTo>
                  <a:pt x="654584" y="261558"/>
                </a:lnTo>
                <a:lnTo>
                  <a:pt x="667172" y="266656"/>
                </a:lnTo>
                <a:lnTo>
                  <a:pt x="675991" y="269715"/>
                </a:lnTo>
                <a:lnTo>
                  <a:pt x="688957" y="273304"/>
                </a:lnTo>
                <a:lnTo>
                  <a:pt x="700504" y="275997"/>
                </a:lnTo>
                <a:lnTo>
                  <a:pt x="702260" y="276995"/>
                </a:lnTo>
                <a:lnTo>
                  <a:pt x="703561" y="278474"/>
                </a:lnTo>
                <a:lnTo>
                  <a:pt x="703490" y="279233"/>
                </a:lnTo>
                <a:lnTo>
                  <a:pt x="702052" y="281918"/>
                </a:lnTo>
                <a:lnTo>
                  <a:pt x="702274" y="282725"/>
                </a:lnTo>
                <a:lnTo>
                  <a:pt x="703202" y="283436"/>
                </a:lnTo>
                <a:lnTo>
                  <a:pt x="734111" y="284507"/>
                </a:lnTo>
                <a:lnTo>
                  <a:pt x="739965" y="284997"/>
                </a:lnTo>
                <a:lnTo>
                  <a:pt x="740713" y="285443"/>
                </a:lnTo>
                <a:lnTo>
                  <a:pt x="740960" y="287038"/>
                </a:lnTo>
                <a:lnTo>
                  <a:pt x="740743" y="289563"/>
                </a:lnTo>
                <a:lnTo>
                  <a:pt x="739221" y="296924"/>
                </a:lnTo>
                <a:lnTo>
                  <a:pt x="737023" y="312684"/>
                </a:lnTo>
                <a:lnTo>
                  <a:pt x="735564" y="319953"/>
                </a:lnTo>
                <a:lnTo>
                  <a:pt x="734363" y="330424"/>
                </a:lnTo>
                <a:lnTo>
                  <a:pt x="732248" y="340094"/>
                </a:lnTo>
                <a:lnTo>
                  <a:pt x="727331" y="373588"/>
                </a:lnTo>
                <a:lnTo>
                  <a:pt x="722053" y="404759"/>
                </a:lnTo>
                <a:lnTo>
                  <a:pt x="717811" y="433614"/>
                </a:lnTo>
                <a:lnTo>
                  <a:pt x="715585" y="445383"/>
                </a:lnTo>
                <a:lnTo>
                  <a:pt x="715561" y="447295"/>
                </a:lnTo>
                <a:lnTo>
                  <a:pt x="716235" y="449161"/>
                </a:lnTo>
                <a:lnTo>
                  <a:pt x="717620" y="449715"/>
                </a:lnTo>
                <a:lnTo>
                  <a:pt x="720395" y="448634"/>
                </a:lnTo>
                <a:lnTo>
                  <a:pt x="757415" y="422033"/>
                </a:lnTo>
                <a:lnTo>
                  <a:pt x="759186" y="420978"/>
                </a:lnTo>
                <a:lnTo>
                  <a:pt x="760834" y="420631"/>
                </a:lnTo>
                <a:lnTo>
                  <a:pt x="762611" y="420920"/>
                </a:lnTo>
                <a:lnTo>
                  <a:pt x="763941" y="421626"/>
                </a:lnTo>
                <a:lnTo>
                  <a:pt x="793344" y="443775"/>
                </a:lnTo>
                <a:lnTo>
                  <a:pt x="799349" y="447899"/>
                </a:lnTo>
                <a:lnTo>
                  <a:pt x="803289" y="449964"/>
                </a:lnTo>
                <a:lnTo>
                  <a:pt x="804301" y="448622"/>
                </a:lnTo>
                <a:lnTo>
                  <a:pt x="804657" y="447386"/>
                </a:lnTo>
                <a:lnTo>
                  <a:pt x="804582" y="442637"/>
                </a:lnTo>
                <a:lnTo>
                  <a:pt x="802463" y="432188"/>
                </a:lnTo>
                <a:lnTo>
                  <a:pt x="801241" y="421346"/>
                </a:lnTo>
                <a:lnTo>
                  <a:pt x="799470" y="411746"/>
                </a:lnTo>
                <a:lnTo>
                  <a:pt x="797851" y="398703"/>
                </a:lnTo>
                <a:lnTo>
                  <a:pt x="796326" y="391114"/>
                </a:lnTo>
                <a:lnTo>
                  <a:pt x="794372" y="374848"/>
                </a:lnTo>
                <a:lnTo>
                  <a:pt x="792753" y="367761"/>
                </a:lnTo>
                <a:lnTo>
                  <a:pt x="790904" y="353340"/>
                </a:lnTo>
                <a:lnTo>
                  <a:pt x="789280" y="346298"/>
                </a:lnTo>
                <a:lnTo>
                  <a:pt x="787708" y="332964"/>
                </a:lnTo>
                <a:lnTo>
                  <a:pt x="785991" y="323523"/>
                </a:lnTo>
                <a:lnTo>
                  <a:pt x="784657" y="311607"/>
                </a:lnTo>
                <a:lnTo>
                  <a:pt x="782439" y="299278"/>
                </a:lnTo>
                <a:lnTo>
                  <a:pt x="781268" y="288588"/>
                </a:lnTo>
                <a:lnTo>
                  <a:pt x="782772" y="286916"/>
                </a:lnTo>
                <a:lnTo>
                  <a:pt x="802081" y="287009"/>
                </a:lnTo>
                <a:lnTo>
                  <a:pt x="816358" y="287635"/>
                </a:lnTo>
                <a:lnTo>
                  <a:pt x="819352" y="286930"/>
                </a:lnTo>
                <a:lnTo>
                  <a:pt x="820755" y="285287"/>
                </a:lnTo>
                <a:lnTo>
                  <a:pt x="816621" y="282320"/>
                </a:lnTo>
                <a:lnTo>
                  <a:pt x="784113" y="266152"/>
                </a:lnTo>
                <a:lnTo>
                  <a:pt x="779304" y="262555"/>
                </a:lnTo>
                <a:lnTo>
                  <a:pt x="779603" y="249833"/>
                </a:lnTo>
                <a:lnTo>
                  <a:pt x="780059" y="248802"/>
                </a:lnTo>
                <a:lnTo>
                  <a:pt x="781275" y="248135"/>
                </a:lnTo>
                <a:lnTo>
                  <a:pt x="787212" y="247655"/>
                </a:lnTo>
                <a:lnTo>
                  <a:pt x="837428" y="247721"/>
                </a:lnTo>
                <a:lnTo>
                  <a:pt x="838719" y="246439"/>
                </a:lnTo>
                <a:lnTo>
                  <a:pt x="839042" y="245321"/>
                </a:lnTo>
                <a:lnTo>
                  <a:pt x="838556" y="244379"/>
                </a:lnTo>
                <a:lnTo>
                  <a:pt x="835108" y="242786"/>
                </a:lnTo>
                <a:lnTo>
                  <a:pt x="827561" y="240031"/>
                </a:lnTo>
                <a:lnTo>
                  <a:pt x="814746" y="234497"/>
                </a:lnTo>
                <a:lnTo>
                  <a:pt x="809222" y="232789"/>
                </a:lnTo>
                <a:lnTo>
                  <a:pt x="784056" y="222851"/>
                </a:lnTo>
                <a:lnTo>
                  <a:pt x="781295" y="221174"/>
                </a:lnTo>
                <a:lnTo>
                  <a:pt x="779570" y="219171"/>
                </a:lnTo>
                <a:lnTo>
                  <a:pt x="779023" y="217098"/>
                </a:lnTo>
                <a:lnTo>
                  <a:pt x="779236" y="216115"/>
                </a:lnTo>
                <a:lnTo>
                  <a:pt x="780724" y="214418"/>
                </a:lnTo>
                <a:lnTo>
                  <a:pt x="782291" y="213873"/>
                </a:lnTo>
                <a:lnTo>
                  <a:pt x="789424" y="213730"/>
                </a:lnTo>
                <a:lnTo>
                  <a:pt x="817955" y="214335"/>
                </a:lnTo>
                <a:lnTo>
                  <a:pt x="819447" y="213013"/>
                </a:lnTo>
                <a:lnTo>
                  <a:pt x="819748" y="212124"/>
                </a:lnTo>
                <a:lnTo>
                  <a:pt x="815835" y="209016"/>
                </a:lnTo>
                <a:lnTo>
                  <a:pt x="782103" y="189518"/>
                </a:lnTo>
                <a:lnTo>
                  <a:pt x="780011" y="187550"/>
                </a:lnTo>
                <a:lnTo>
                  <a:pt x="778836" y="184699"/>
                </a:lnTo>
                <a:lnTo>
                  <a:pt x="777872" y="174773"/>
                </a:lnTo>
                <a:lnTo>
                  <a:pt x="776191" y="167720"/>
                </a:lnTo>
                <a:lnTo>
                  <a:pt x="774503" y="157229"/>
                </a:lnTo>
                <a:lnTo>
                  <a:pt x="770755" y="137439"/>
                </a:lnTo>
                <a:lnTo>
                  <a:pt x="769181" y="130899"/>
                </a:lnTo>
                <a:lnTo>
                  <a:pt x="767257" y="119534"/>
                </a:lnTo>
                <a:lnTo>
                  <a:pt x="766034" y="117042"/>
                </a:lnTo>
                <a:lnTo>
                  <a:pt x="763571" y="114672"/>
                </a:lnTo>
                <a:lnTo>
                  <a:pt x="761829" y="114329"/>
                </a:lnTo>
                <a:lnTo>
                  <a:pt x="758912" y="115219"/>
                </a:lnTo>
                <a:close/>
                <a:moveTo>
                  <a:pt x="761545" y="131891"/>
                </a:moveTo>
                <a:lnTo>
                  <a:pt x="760829" y="133072"/>
                </a:lnTo>
                <a:lnTo>
                  <a:pt x="760154" y="133008"/>
                </a:lnTo>
                <a:lnTo>
                  <a:pt x="759831" y="132560"/>
                </a:lnTo>
                <a:lnTo>
                  <a:pt x="759779" y="131431"/>
                </a:lnTo>
                <a:lnTo>
                  <a:pt x="760352" y="130752"/>
                </a:lnTo>
                <a:lnTo>
                  <a:pt x="761274" y="130977"/>
                </a:lnTo>
                <a:lnTo>
                  <a:pt x="761545" y="131891"/>
                </a:lnTo>
                <a:close/>
                <a:moveTo>
                  <a:pt x="763341" y="145054"/>
                </a:moveTo>
                <a:lnTo>
                  <a:pt x="765122" y="147262"/>
                </a:lnTo>
                <a:lnTo>
                  <a:pt x="765222" y="149362"/>
                </a:lnTo>
                <a:lnTo>
                  <a:pt x="764371" y="150582"/>
                </a:lnTo>
                <a:lnTo>
                  <a:pt x="762798" y="151573"/>
                </a:lnTo>
                <a:lnTo>
                  <a:pt x="761090" y="152134"/>
                </a:lnTo>
                <a:lnTo>
                  <a:pt x="759784" y="151961"/>
                </a:lnTo>
                <a:lnTo>
                  <a:pt x="757033" y="149160"/>
                </a:lnTo>
                <a:lnTo>
                  <a:pt x="756839" y="148475"/>
                </a:lnTo>
                <a:lnTo>
                  <a:pt x="757251" y="147228"/>
                </a:lnTo>
                <a:lnTo>
                  <a:pt x="758452" y="145321"/>
                </a:lnTo>
                <a:lnTo>
                  <a:pt x="759924" y="144115"/>
                </a:lnTo>
                <a:lnTo>
                  <a:pt x="761549" y="144028"/>
                </a:lnTo>
                <a:lnTo>
                  <a:pt x="763341" y="145054"/>
                </a:lnTo>
                <a:close/>
                <a:moveTo>
                  <a:pt x="756238" y="154957"/>
                </a:moveTo>
                <a:lnTo>
                  <a:pt x="756666" y="155923"/>
                </a:lnTo>
                <a:lnTo>
                  <a:pt x="755893" y="157046"/>
                </a:lnTo>
                <a:lnTo>
                  <a:pt x="754303" y="158379"/>
                </a:lnTo>
                <a:lnTo>
                  <a:pt x="753173" y="158403"/>
                </a:lnTo>
                <a:lnTo>
                  <a:pt x="752542" y="156666"/>
                </a:lnTo>
                <a:lnTo>
                  <a:pt x="752962" y="154867"/>
                </a:lnTo>
                <a:lnTo>
                  <a:pt x="754333" y="154196"/>
                </a:lnTo>
                <a:lnTo>
                  <a:pt x="756238" y="154957"/>
                </a:lnTo>
                <a:close/>
                <a:moveTo>
                  <a:pt x="767938" y="154957"/>
                </a:moveTo>
                <a:lnTo>
                  <a:pt x="768386" y="156714"/>
                </a:lnTo>
                <a:lnTo>
                  <a:pt x="768018" y="157423"/>
                </a:lnTo>
                <a:lnTo>
                  <a:pt x="767328" y="157554"/>
                </a:lnTo>
                <a:lnTo>
                  <a:pt x="766196" y="156629"/>
                </a:lnTo>
                <a:lnTo>
                  <a:pt x="765962" y="155388"/>
                </a:lnTo>
                <a:lnTo>
                  <a:pt x="766817" y="154448"/>
                </a:lnTo>
                <a:lnTo>
                  <a:pt x="767938" y="154957"/>
                </a:lnTo>
                <a:close/>
                <a:moveTo>
                  <a:pt x="764971" y="163356"/>
                </a:moveTo>
                <a:lnTo>
                  <a:pt x="766768" y="165516"/>
                </a:lnTo>
                <a:lnTo>
                  <a:pt x="767158" y="167189"/>
                </a:lnTo>
                <a:lnTo>
                  <a:pt x="765598" y="169457"/>
                </a:lnTo>
                <a:lnTo>
                  <a:pt x="763249" y="171124"/>
                </a:lnTo>
                <a:lnTo>
                  <a:pt x="760584" y="172131"/>
                </a:lnTo>
                <a:lnTo>
                  <a:pt x="756965" y="169891"/>
                </a:lnTo>
                <a:lnTo>
                  <a:pt x="755555" y="168530"/>
                </a:lnTo>
                <a:lnTo>
                  <a:pt x="755126" y="166578"/>
                </a:lnTo>
                <a:lnTo>
                  <a:pt x="755482" y="164974"/>
                </a:lnTo>
                <a:lnTo>
                  <a:pt x="759847" y="161386"/>
                </a:lnTo>
                <a:lnTo>
                  <a:pt x="760952" y="161073"/>
                </a:lnTo>
                <a:lnTo>
                  <a:pt x="762144" y="161292"/>
                </a:lnTo>
                <a:lnTo>
                  <a:pt x="764971" y="163356"/>
                </a:lnTo>
                <a:close/>
                <a:moveTo>
                  <a:pt x="771531" y="172507"/>
                </a:moveTo>
                <a:lnTo>
                  <a:pt x="772600" y="175103"/>
                </a:lnTo>
                <a:lnTo>
                  <a:pt x="773392" y="178576"/>
                </a:lnTo>
                <a:lnTo>
                  <a:pt x="772898" y="179720"/>
                </a:lnTo>
                <a:lnTo>
                  <a:pt x="771978" y="179968"/>
                </a:lnTo>
                <a:lnTo>
                  <a:pt x="770076" y="179417"/>
                </a:lnTo>
                <a:lnTo>
                  <a:pt x="768670" y="178482"/>
                </a:lnTo>
                <a:lnTo>
                  <a:pt x="767012" y="176775"/>
                </a:lnTo>
                <a:lnTo>
                  <a:pt x="766449" y="175500"/>
                </a:lnTo>
                <a:lnTo>
                  <a:pt x="766958" y="174236"/>
                </a:lnTo>
                <a:lnTo>
                  <a:pt x="769289" y="171986"/>
                </a:lnTo>
                <a:lnTo>
                  <a:pt x="770378" y="171647"/>
                </a:lnTo>
                <a:lnTo>
                  <a:pt x="771531" y="172507"/>
                </a:lnTo>
                <a:close/>
                <a:moveTo>
                  <a:pt x="754775" y="173594"/>
                </a:moveTo>
                <a:lnTo>
                  <a:pt x="755818" y="175171"/>
                </a:lnTo>
                <a:lnTo>
                  <a:pt x="755191" y="176884"/>
                </a:lnTo>
                <a:lnTo>
                  <a:pt x="752374" y="179713"/>
                </a:lnTo>
                <a:lnTo>
                  <a:pt x="750811" y="180525"/>
                </a:lnTo>
                <a:lnTo>
                  <a:pt x="749617" y="180463"/>
                </a:lnTo>
                <a:lnTo>
                  <a:pt x="748866" y="179530"/>
                </a:lnTo>
                <a:lnTo>
                  <a:pt x="748633" y="177730"/>
                </a:lnTo>
                <a:lnTo>
                  <a:pt x="749011" y="174986"/>
                </a:lnTo>
                <a:lnTo>
                  <a:pt x="749923" y="173121"/>
                </a:lnTo>
                <a:lnTo>
                  <a:pt x="751259" y="172216"/>
                </a:lnTo>
                <a:lnTo>
                  <a:pt x="752053" y="172147"/>
                </a:lnTo>
                <a:lnTo>
                  <a:pt x="754775" y="173594"/>
                </a:lnTo>
                <a:close/>
                <a:moveTo>
                  <a:pt x="763759" y="180488"/>
                </a:moveTo>
                <a:lnTo>
                  <a:pt x="767670" y="184696"/>
                </a:lnTo>
                <a:lnTo>
                  <a:pt x="768021" y="185377"/>
                </a:lnTo>
                <a:lnTo>
                  <a:pt x="767561" y="186106"/>
                </a:lnTo>
                <a:lnTo>
                  <a:pt x="765873" y="186472"/>
                </a:lnTo>
                <a:lnTo>
                  <a:pt x="760918" y="186547"/>
                </a:lnTo>
                <a:lnTo>
                  <a:pt x="755868" y="186276"/>
                </a:lnTo>
                <a:lnTo>
                  <a:pt x="754457" y="185800"/>
                </a:lnTo>
                <a:lnTo>
                  <a:pt x="754278" y="185416"/>
                </a:lnTo>
                <a:lnTo>
                  <a:pt x="754875" y="184258"/>
                </a:lnTo>
                <a:lnTo>
                  <a:pt x="759163" y="179945"/>
                </a:lnTo>
                <a:lnTo>
                  <a:pt x="761918" y="180026"/>
                </a:lnTo>
                <a:lnTo>
                  <a:pt x="763759" y="180488"/>
                </a:lnTo>
                <a:close/>
                <a:moveTo>
                  <a:pt x="763425" y="191896"/>
                </a:moveTo>
                <a:lnTo>
                  <a:pt x="763666" y="192377"/>
                </a:lnTo>
                <a:lnTo>
                  <a:pt x="763281" y="193238"/>
                </a:lnTo>
                <a:lnTo>
                  <a:pt x="761367" y="194017"/>
                </a:lnTo>
                <a:lnTo>
                  <a:pt x="759187" y="193757"/>
                </a:lnTo>
                <a:lnTo>
                  <a:pt x="758144" y="192543"/>
                </a:lnTo>
                <a:lnTo>
                  <a:pt x="758411" y="191854"/>
                </a:lnTo>
                <a:lnTo>
                  <a:pt x="759673" y="191310"/>
                </a:lnTo>
                <a:lnTo>
                  <a:pt x="762163" y="191334"/>
                </a:lnTo>
                <a:lnTo>
                  <a:pt x="763425" y="191896"/>
                </a:lnTo>
                <a:close/>
                <a:moveTo>
                  <a:pt x="774707" y="193149"/>
                </a:moveTo>
                <a:lnTo>
                  <a:pt x="775365" y="195973"/>
                </a:lnTo>
                <a:lnTo>
                  <a:pt x="775442" y="200302"/>
                </a:lnTo>
                <a:lnTo>
                  <a:pt x="774483" y="202990"/>
                </a:lnTo>
                <a:lnTo>
                  <a:pt x="773200" y="203325"/>
                </a:lnTo>
                <a:lnTo>
                  <a:pt x="771388" y="202509"/>
                </a:lnTo>
                <a:lnTo>
                  <a:pt x="767749" y="199907"/>
                </a:lnTo>
                <a:lnTo>
                  <a:pt x="767034" y="198313"/>
                </a:lnTo>
                <a:lnTo>
                  <a:pt x="768103" y="196215"/>
                </a:lnTo>
                <a:lnTo>
                  <a:pt x="770738" y="193901"/>
                </a:lnTo>
                <a:lnTo>
                  <a:pt x="773286" y="192554"/>
                </a:lnTo>
                <a:lnTo>
                  <a:pt x="773934" y="192569"/>
                </a:lnTo>
                <a:lnTo>
                  <a:pt x="774707" y="193149"/>
                </a:lnTo>
                <a:close/>
                <a:moveTo>
                  <a:pt x="752018" y="194152"/>
                </a:moveTo>
                <a:lnTo>
                  <a:pt x="754415" y="196824"/>
                </a:lnTo>
                <a:lnTo>
                  <a:pt x="755022" y="198041"/>
                </a:lnTo>
                <a:lnTo>
                  <a:pt x="754955" y="198850"/>
                </a:lnTo>
                <a:lnTo>
                  <a:pt x="753434" y="200305"/>
                </a:lnTo>
                <a:lnTo>
                  <a:pt x="750108" y="202182"/>
                </a:lnTo>
                <a:lnTo>
                  <a:pt x="748914" y="202452"/>
                </a:lnTo>
                <a:lnTo>
                  <a:pt x="747718" y="202101"/>
                </a:lnTo>
                <a:lnTo>
                  <a:pt x="746918" y="201290"/>
                </a:lnTo>
                <a:lnTo>
                  <a:pt x="746498" y="199702"/>
                </a:lnTo>
                <a:lnTo>
                  <a:pt x="746593" y="194623"/>
                </a:lnTo>
                <a:lnTo>
                  <a:pt x="747830" y="193456"/>
                </a:lnTo>
                <a:lnTo>
                  <a:pt x="749135" y="193045"/>
                </a:lnTo>
                <a:lnTo>
                  <a:pt x="750540" y="193275"/>
                </a:lnTo>
                <a:lnTo>
                  <a:pt x="752018" y="194152"/>
                </a:lnTo>
                <a:close/>
                <a:moveTo>
                  <a:pt x="785279" y="196785"/>
                </a:moveTo>
                <a:lnTo>
                  <a:pt x="798200" y="204768"/>
                </a:lnTo>
                <a:lnTo>
                  <a:pt x="799451" y="206430"/>
                </a:lnTo>
                <a:lnTo>
                  <a:pt x="799319" y="207607"/>
                </a:lnTo>
                <a:lnTo>
                  <a:pt x="796763" y="208309"/>
                </a:lnTo>
                <a:lnTo>
                  <a:pt x="791568" y="208264"/>
                </a:lnTo>
                <a:lnTo>
                  <a:pt x="782574" y="207165"/>
                </a:lnTo>
                <a:lnTo>
                  <a:pt x="780098" y="206312"/>
                </a:lnTo>
                <a:lnTo>
                  <a:pt x="779178" y="205560"/>
                </a:lnTo>
                <a:lnTo>
                  <a:pt x="779720" y="195642"/>
                </a:lnTo>
                <a:lnTo>
                  <a:pt x="780378" y="195143"/>
                </a:lnTo>
                <a:lnTo>
                  <a:pt x="781758" y="195197"/>
                </a:lnTo>
                <a:lnTo>
                  <a:pt x="785279" y="196785"/>
                </a:lnTo>
                <a:close/>
                <a:moveTo>
                  <a:pt x="741028" y="196492"/>
                </a:moveTo>
                <a:lnTo>
                  <a:pt x="741952" y="198336"/>
                </a:lnTo>
                <a:lnTo>
                  <a:pt x="742078" y="200711"/>
                </a:lnTo>
                <a:lnTo>
                  <a:pt x="741557" y="203952"/>
                </a:lnTo>
                <a:lnTo>
                  <a:pt x="740605" y="204813"/>
                </a:lnTo>
                <a:lnTo>
                  <a:pt x="737153" y="205383"/>
                </a:lnTo>
                <a:lnTo>
                  <a:pt x="730269" y="205634"/>
                </a:lnTo>
                <a:lnTo>
                  <a:pt x="725400" y="205572"/>
                </a:lnTo>
                <a:lnTo>
                  <a:pt x="724227" y="205148"/>
                </a:lnTo>
                <a:lnTo>
                  <a:pt x="724791" y="203638"/>
                </a:lnTo>
                <a:lnTo>
                  <a:pt x="727406" y="201213"/>
                </a:lnTo>
                <a:lnTo>
                  <a:pt x="732143" y="199445"/>
                </a:lnTo>
                <a:lnTo>
                  <a:pt x="739812" y="195902"/>
                </a:lnTo>
                <a:lnTo>
                  <a:pt x="741028" y="196492"/>
                </a:lnTo>
                <a:close/>
                <a:moveTo>
                  <a:pt x="763007" y="203011"/>
                </a:moveTo>
                <a:lnTo>
                  <a:pt x="764768" y="204708"/>
                </a:lnTo>
                <a:lnTo>
                  <a:pt x="764914" y="205617"/>
                </a:lnTo>
                <a:lnTo>
                  <a:pt x="764262" y="206281"/>
                </a:lnTo>
                <a:lnTo>
                  <a:pt x="760935" y="206645"/>
                </a:lnTo>
                <a:lnTo>
                  <a:pt x="759522" y="206312"/>
                </a:lnTo>
                <a:lnTo>
                  <a:pt x="758656" y="205680"/>
                </a:lnTo>
                <a:lnTo>
                  <a:pt x="758447" y="204244"/>
                </a:lnTo>
                <a:lnTo>
                  <a:pt x="759624" y="202449"/>
                </a:lnTo>
                <a:lnTo>
                  <a:pt x="761095" y="202168"/>
                </a:lnTo>
                <a:lnTo>
                  <a:pt x="763007" y="203011"/>
                </a:lnTo>
                <a:close/>
                <a:moveTo>
                  <a:pt x="761754" y="214168"/>
                </a:moveTo>
                <a:lnTo>
                  <a:pt x="760787" y="214860"/>
                </a:lnTo>
                <a:lnTo>
                  <a:pt x="760088" y="214324"/>
                </a:lnTo>
                <a:lnTo>
                  <a:pt x="760695" y="213805"/>
                </a:lnTo>
                <a:lnTo>
                  <a:pt x="761754" y="214168"/>
                </a:lnTo>
                <a:close/>
                <a:moveTo>
                  <a:pt x="774707" y="214627"/>
                </a:moveTo>
                <a:lnTo>
                  <a:pt x="775441" y="216050"/>
                </a:lnTo>
                <a:lnTo>
                  <a:pt x="775489" y="217487"/>
                </a:lnTo>
                <a:lnTo>
                  <a:pt x="774804" y="219816"/>
                </a:lnTo>
                <a:lnTo>
                  <a:pt x="774008" y="220752"/>
                </a:lnTo>
                <a:lnTo>
                  <a:pt x="772255" y="221315"/>
                </a:lnTo>
                <a:lnTo>
                  <a:pt x="770744" y="221125"/>
                </a:lnTo>
                <a:lnTo>
                  <a:pt x="768267" y="220115"/>
                </a:lnTo>
                <a:lnTo>
                  <a:pt x="767359" y="219372"/>
                </a:lnTo>
                <a:lnTo>
                  <a:pt x="767154" y="218550"/>
                </a:lnTo>
                <a:lnTo>
                  <a:pt x="767662" y="217582"/>
                </a:lnTo>
                <a:lnTo>
                  <a:pt x="771280" y="214666"/>
                </a:lnTo>
                <a:lnTo>
                  <a:pt x="773278" y="213872"/>
                </a:lnTo>
                <a:lnTo>
                  <a:pt x="774707" y="214627"/>
                </a:lnTo>
                <a:close/>
                <a:moveTo>
                  <a:pt x="752686" y="215923"/>
                </a:moveTo>
                <a:lnTo>
                  <a:pt x="754211" y="217234"/>
                </a:lnTo>
                <a:lnTo>
                  <a:pt x="754878" y="218401"/>
                </a:lnTo>
                <a:lnTo>
                  <a:pt x="754690" y="219409"/>
                </a:lnTo>
                <a:lnTo>
                  <a:pt x="753651" y="220246"/>
                </a:lnTo>
                <a:lnTo>
                  <a:pt x="751767" y="220895"/>
                </a:lnTo>
                <a:lnTo>
                  <a:pt x="749358" y="221056"/>
                </a:lnTo>
                <a:lnTo>
                  <a:pt x="747528" y="220287"/>
                </a:lnTo>
                <a:lnTo>
                  <a:pt x="746668" y="219278"/>
                </a:lnTo>
                <a:lnTo>
                  <a:pt x="745991" y="216863"/>
                </a:lnTo>
                <a:lnTo>
                  <a:pt x="746098" y="216005"/>
                </a:lnTo>
                <a:lnTo>
                  <a:pt x="746937" y="214812"/>
                </a:lnTo>
                <a:lnTo>
                  <a:pt x="749389" y="214436"/>
                </a:lnTo>
                <a:lnTo>
                  <a:pt x="752686" y="215923"/>
                </a:lnTo>
                <a:close/>
                <a:moveTo>
                  <a:pt x="767019" y="226954"/>
                </a:moveTo>
                <a:lnTo>
                  <a:pt x="767868" y="227336"/>
                </a:lnTo>
                <a:lnTo>
                  <a:pt x="768265" y="227957"/>
                </a:lnTo>
                <a:lnTo>
                  <a:pt x="767747" y="229466"/>
                </a:lnTo>
                <a:lnTo>
                  <a:pt x="763231" y="232221"/>
                </a:lnTo>
                <a:lnTo>
                  <a:pt x="761084" y="232998"/>
                </a:lnTo>
                <a:lnTo>
                  <a:pt x="756598" y="231310"/>
                </a:lnTo>
                <a:lnTo>
                  <a:pt x="753908" y="229697"/>
                </a:lnTo>
                <a:lnTo>
                  <a:pt x="753034" y="228652"/>
                </a:lnTo>
                <a:lnTo>
                  <a:pt x="753513" y="227384"/>
                </a:lnTo>
                <a:lnTo>
                  <a:pt x="755250" y="226672"/>
                </a:lnTo>
                <a:lnTo>
                  <a:pt x="767019" y="226954"/>
                </a:lnTo>
                <a:close/>
                <a:moveTo>
                  <a:pt x="741070" y="227831"/>
                </a:moveTo>
                <a:lnTo>
                  <a:pt x="741857" y="228555"/>
                </a:lnTo>
                <a:lnTo>
                  <a:pt x="742146" y="229477"/>
                </a:lnTo>
                <a:lnTo>
                  <a:pt x="742227" y="232779"/>
                </a:lnTo>
                <a:lnTo>
                  <a:pt x="741534" y="237765"/>
                </a:lnTo>
                <a:lnTo>
                  <a:pt x="740384" y="239480"/>
                </a:lnTo>
                <a:lnTo>
                  <a:pt x="739297" y="239503"/>
                </a:lnTo>
                <a:lnTo>
                  <a:pt x="732217" y="235879"/>
                </a:lnTo>
                <a:lnTo>
                  <a:pt x="729765" y="234211"/>
                </a:lnTo>
                <a:lnTo>
                  <a:pt x="728602" y="232686"/>
                </a:lnTo>
                <a:lnTo>
                  <a:pt x="728781" y="231825"/>
                </a:lnTo>
                <a:lnTo>
                  <a:pt x="729957" y="231072"/>
                </a:lnTo>
                <a:lnTo>
                  <a:pt x="734750" y="229560"/>
                </a:lnTo>
                <a:lnTo>
                  <a:pt x="738906" y="227744"/>
                </a:lnTo>
                <a:lnTo>
                  <a:pt x="741070" y="227831"/>
                </a:lnTo>
                <a:close/>
                <a:moveTo>
                  <a:pt x="785780" y="229586"/>
                </a:moveTo>
                <a:lnTo>
                  <a:pt x="792548" y="232159"/>
                </a:lnTo>
                <a:lnTo>
                  <a:pt x="792967" y="233240"/>
                </a:lnTo>
                <a:lnTo>
                  <a:pt x="792383" y="234768"/>
                </a:lnTo>
                <a:lnTo>
                  <a:pt x="790926" y="236218"/>
                </a:lnTo>
                <a:lnTo>
                  <a:pt x="784161" y="239628"/>
                </a:lnTo>
                <a:lnTo>
                  <a:pt x="781638" y="240143"/>
                </a:lnTo>
                <a:lnTo>
                  <a:pt x="780135" y="239854"/>
                </a:lnTo>
                <a:lnTo>
                  <a:pt x="779584" y="239140"/>
                </a:lnTo>
                <a:lnTo>
                  <a:pt x="779265" y="235785"/>
                </a:lnTo>
                <a:lnTo>
                  <a:pt x="779424" y="231556"/>
                </a:lnTo>
                <a:lnTo>
                  <a:pt x="780014" y="229043"/>
                </a:lnTo>
                <a:lnTo>
                  <a:pt x="782114" y="228531"/>
                </a:lnTo>
                <a:lnTo>
                  <a:pt x="785780" y="229586"/>
                </a:lnTo>
                <a:close/>
                <a:moveTo>
                  <a:pt x="774415" y="232929"/>
                </a:moveTo>
                <a:lnTo>
                  <a:pt x="775298" y="235371"/>
                </a:lnTo>
                <a:lnTo>
                  <a:pt x="775174" y="239023"/>
                </a:lnTo>
                <a:lnTo>
                  <a:pt x="774534" y="239970"/>
                </a:lnTo>
                <a:lnTo>
                  <a:pt x="773387" y="240441"/>
                </a:lnTo>
                <a:lnTo>
                  <a:pt x="771233" y="240013"/>
                </a:lnTo>
                <a:lnTo>
                  <a:pt x="769755" y="239039"/>
                </a:lnTo>
                <a:lnTo>
                  <a:pt x="768439" y="237568"/>
                </a:lnTo>
                <a:lnTo>
                  <a:pt x="767798" y="236196"/>
                </a:lnTo>
                <a:lnTo>
                  <a:pt x="767938" y="235410"/>
                </a:lnTo>
                <a:lnTo>
                  <a:pt x="769057" y="234280"/>
                </a:lnTo>
                <a:lnTo>
                  <a:pt x="772408" y="232529"/>
                </a:lnTo>
                <a:lnTo>
                  <a:pt x="773469" y="232284"/>
                </a:lnTo>
                <a:lnTo>
                  <a:pt x="774415" y="232929"/>
                </a:lnTo>
                <a:close/>
                <a:moveTo>
                  <a:pt x="752143" y="234643"/>
                </a:moveTo>
                <a:lnTo>
                  <a:pt x="753044" y="235582"/>
                </a:lnTo>
                <a:lnTo>
                  <a:pt x="753262" y="236655"/>
                </a:lnTo>
                <a:lnTo>
                  <a:pt x="752789" y="237949"/>
                </a:lnTo>
                <a:lnTo>
                  <a:pt x="751648" y="239394"/>
                </a:lnTo>
                <a:lnTo>
                  <a:pt x="750726" y="240022"/>
                </a:lnTo>
                <a:lnTo>
                  <a:pt x="748811" y="240399"/>
                </a:lnTo>
                <a:lnTo>
                  <a:pt x="747149" y="239742"/>
                </a:lnTo>
                <a:lnTo>
                  <a:pt x="746543" y="239076"/>
                </a:lnTo>
                <a:lnTo>
                  <a:pt x="746042" y="237175"/>
                </a:lnTo>
                <a:lnTo>
                  <a:pt x="746530" y="235286"/>
                </a:lnTo>
                <a:lnTo>
                  <a:pt x="747374" y="234254"/>
                </a:lnTo>
                <a:lnTo>
                  <a:pt x="748523" y="233713"/>
                </a:lnTo>
                <a:lnTo>
                  <a:pt x="749888" y="233684"/>
                </a:lnTo>
                <a:lnTo>
                  <a:pt x="752143" y="234643"/>
                </a:lnTo>
                <a:close/>
                <a:moveTo>
                  <a:pt x="717628" y="237024"/>
                </a:moveTo>
                <a:lnTo>
                  <a:pt x="718154" y="237904"/>
                </a:lnTo>
                <a:lnTo>
                  <a:pt x="718230" y="238962"/>
                </a:lnTo>
                <a:lnTo>
                  <a:pt x="717628" y="240451"/>
                </a:lnTo>
                <a:lnTo>
                  <a:pt x="716866" y="241117"/>
                </a:lnTo>
                <a:lnTo>
                  <a:pt x="711178" y="241231"/>
                </a:lnTo>
                <a:lnTo>
                  <a:pt x="709477" y="240801"/>
                </a:lnTo>
                <a:lnTo>
                  <a:pt x="708734" y="240060"/>
                </a:lnTo>
                <a:lnTo>
                  <a:pt x="709199" y="238582"/>
                </a:lnTo>
                <a:lnTo>
                  <a:pt x="711028" y="237632"/>
                </a:lnTo>
                <a:lnTo>
                  <a:pt x="715531" y="236468"/>
                </a:lnTo>
                <a:lnTo>
                  <a:pt x="716802" y="236509"/>
                </a:lnTo>
                <a:lnTo>
                  <a:pt x="717628" y="237024"/>
                </a:lnTo>
                <a:close/>
                <a:moveTo>
                  <a:pt x="812732" y="238946"/>
                </a:moveTo>
                <a:lnTo>
                  <a:pt x="818523" y="241345"/>
                </a:lnTo>
                <a:lnTo>
                  <a:pt x="819555" y="242453"/>
                </a:lnTo>
                <a:lnTo>
                  <a:pt x="818916" y="243083"/>
                </a:lnTo>
                <a:lnTo>
                  <a:pt x="817229" y="243475"/>
                </a:lnTo>
                <a:lnTo>
                  <a:pt x="811013" y="243832"/>
                </a:lnTo>
                <a:lnTo>
                  <a:pt x="806506" y="243459"/>
                </a:lnTo>
                <a:lnTo>
                  <a:pt x="804918" y="241475"/>
                </a:lnTo>
                <a:lnTo>
                  <a:pt x="803957" y="238988"/>
                </a:lnTo>
                <a:lnTo>
                  <a:pt x="804392" y="237901"/>
                </a:lnTo>
                <a:lnTo>
                  <a:pt x="806527" y="237275"/>
                </a:lnTo>
                <a:lnTo>
                  <a:pt x="809970" y="237868"/>
                </a:lnTo>
                <a:lnTo>
                  <a:pt x="812732" y="238946"/>
                </a:lnTo>
                <a:close/>
                <a:moveTo>
                  <a:pt x="727406" y="238111"/>
                </a:moveTo>
                <a:lnTo>
                  <a:pt x="727874" y="239850"/>
                </a:lnTo>
                <a:lnTo>
                  <a:pt x="726843" y="241131"/>
                </a:lnTo>
                <a:lnTo>
                  <a:pt x="725381" y="240840"/>
                </a:lnTo>
                <a:lnTo>
                  <a:pt x="723766" y="239394"/>
                </a:lnTo>
                <a:lnTo>
                  <a:pt x="724015" y="238528"/>
                </a:lnTo>
                <a:lnTo>
                  <a:pt x="725191" y="237813"/>
                </a:lnTo>
                <a:lnTo>
                  <a:pt x="726638" y="237719"/>
                </a:lnTo>
                <a:lnTo>
                  <a:pt x="727406" y="238111"/>
                </a:lnTo>
                <a:close/>
                <a:moveTo>
                  <a:pt x="797689" y="238445"/>
                </a:moveTo>
                <a:lnTo>
                  <a:pt x="798516" y="239316"/>
                </a:lnTo>
                <a:lnTo>
                  <a:pt x="799091" y="241087"/>
                </a:lnTo>
                <a:lnTo>
                  <a:pt x="798943" y="242248"/>
                </a:lnTo>
                <a:lnTo>
                  <a:pt x="798198" y="243075"/>
                </a:lnTo>
                <a:lnTo>
                  <a:pt x="797109" y="243629"/>
                </a:lnTo>
                <a:lnTo>
                  <a:pt x="795126" y="243879"/>
                </a:lnTo>
                <a:lnTo>
                  <a:pt x="793771" y="243610"/>
                </a:lnTo>
                <a:lnTo>
                  <a:pt x="792168" y="242648"/>
                </a:lnTo>
                <a:lnTo>
                  <a:pt x="792540" y="241452"/>
                </a:lnTo>
                <a:lnTo>
                  <a:pt x="795901" y="238574"/>
                </a:lnTo>
                <a:lnTo>
                  <a:pt x="796761" y="238108"/>
                </a:lnTo>
                <a:lnTo>
                  <a:pt x="797689" y="238445"/>
                </a:lnTo>
                <a:close/>
                <a:moveTo>
                  <a:pt x="761962" y="241078"/>
                </a:moveTo>
                <a:lnTo>
                  <a:pt x="762459" y="241983"/>
                </a:lnTo>
                <a:lnTo>
                  <a:pt x="761478" y="242543"/>
                </a:lnTo>
                <a:lnTo>
                  <a:pt x="759204" y="242481"/>
                </a:lnTo>
                <a:lnTo>
                  <a:pt x="758518" y="241882"/>
                </a:lnTo>
                <a:lnTo>
                  <a:pt x="759051" y="240947"/>
                </a:lnTo>
                <a:lnTo>
                  <a:pt x="759920" y="240584"/>
                </a:lnTo>
                <a:lnTo>
                  <a:pt x="761962" y="241078"/>
                </a:lnTo>
                <a:close/>
                <a:moveTo>
                  <a:pt x="764846" y="248557"/>
                </a:moveTo>
                <a:lnTo>
                  <a:pt x="765008" y="249056"/>
                </a:lnTo>
                <a:lnTo>
                  <a:pt x="764552" y="249988"/>
                </a:lnTo>
                <a:lnTo>
                  <a:pt x="761679" y="251136"/>
                </a:lnTo>
                <a:lnTo>
                  <a:pt x="759121" y="250855"/>
                </a:lnTo>
                <a:lnTo>
                  <a:pt x="757399" y="249820"/>
                </a:lnTo>
                <a:lnTo>
                  <a:pt x="757012" y="249060"/>
                </a:lnTo>
                <a:lnTo>
                  <a:pt x="757832" y="248042"/>
                </a:lnTo>
                <a:lnTo>
                  <a:pt x="760249" y="247661"/>
                </a:lnTo>
                <a:lnTo>
                  <a:pt x="763126" y="247853"/>
                </a:lnTo>
                <a:lnTo>
                  <a:pt x="764846" y="248557"/>
                </a:lnTo>
                <a:close/>
                <a:moveTo>
                  <a:pt x="774540" y="250187"/>
                </a:moveTo>
                <a:lnTo>
                  <a:pt x="775296" y="252732"/>
                </a:lnTo>
                <a:lnTo>
                  <a:pt x="775285" y="257751"/>
                </a:lnTo>
                <a:lnTo>
                  <a:pt x="774540" y="260006"/>
                </a:lnTo>
                <a:lnTo>
                  <a:pt x="773297" y="260538"/>
                </a:lnTo>
                <a:lnTo>
                  <a:pt x="767045" y="256501"/>
                </a:lnTo>
                <a:lnTo>
                  <a:pt x="766641" y="256024"/>
                </a:lnTo>
                <a:lnTo>
                  <a:pt x="766512" y="254826"/>
                </a:lnTo>
                <a:lnTo>
                  <a:pt x="767871" y="252687"/>
                </a:lnTo>
                <a:lnTo>
                  <a:pt x="770863" y="250563"/>
                </a:lnTo>
                <a:lnTo>
                  <a:pt x="773422" y="249419"/>
                </a:lnTo>
                <a:lnTo>
                  <a:pt x="774540" y="250187"/>
                </a:lnTo>
                <a:close/>
                <a:moveTo>
                  <a:pt x="752018" y="251023"/>
                </a:moveTo>
                <a:lnTo>
                  <a:pt x="754463" y="253577"/>
                </a:lnTo>
                <a:lnTo>
                  <a:pt x="755026" y="254989"/>
                </a:lnTo>
                <a:lnTo>
                  <a:pt x="754821" y="256042"/>
                </a:lnTo>
                <a:lnTo>
                  <a:pt x="753057" y="257459"/>
                </a:lnTo>
                <a:lnTo>
                  <a:pt x="749230" y="259598"/>
                </a:lnTo>
                <a:lnTo>
                  <a:pt x="747449" y="260135"/>
                </a:lnTo>
                <a:lnTo>
                  <a:pt x="746255" y="259909"/>
                </a:lnTo>
                <a:lnTo>
                  <a:pt x="745638" y="258626"/>
                </a:lnTo>
                <a:lnTo>
                  <a:pt x="745477" y="254317"/>
                </a:lnTo>
                <a:lnTo>
                  <a:pt x="745778" y="251318"/>
                </a:lnTo>
                <a:lnTo>
                  <a:pt x="746460" y="249644"/>
                </a:lnTo>
                <a:lnTo>
                  <a:pt x="749605" y="250084"/>
                </a:lnTo>
                <a:lnTo>
                  <a:pt x="752018" y="251023"/>
                </a:lnTo>
                <a:close/>
                <a:moveTo>
                  <a:pt x="765055" y="259839"/>
                </a:moveTo>
                <a:lnTo>
                  <a:pt x="767447" y="262356"/>
                </a:lnTo>
                <a:lnTo>
                  <a:pt x="767436" y="262702"/>
                </a:lnTo>
                <a:lnTo>
                  <a:pt x="766641" y="263152"/>
                </a:lnTo>
                <a:lnTo>
                  <a:pt x="759682" y="263422"/>
                </a:lnTo>
                <a:lnTo>
                  <a:pt x="757309" y="263094"/>
                </a:lnTo>
                <a:lnTo>
                  <a:pt x="756201" y="262383"/>
                </a:lnTo>
                <a:lnTo>
                  <a:pt x="756090" y="261863"/>
                </a:lnTo>
                <a:lnTo>
                  <a:pt x="756685" y="260453"/>
                </a:lnTo>
                <a:lnTo>
                  <a:pt x="758870" y="257666"/>
                </a:lnTo>
                <a:lnTo>
                  <a:pt x="762269" y="257890"/>
                </a:lnTo>
                <a:lnTo>
                  <a:pt x="765055" y="259839"/>
                </a:lnTo>
                <a:close/>
                <a:moveTo>
                  <a:pt x="764595" y="268196"/>
                </a:moveTo>
                <a:lnTo>
                  <a:pt x="765161" y="269139"/>
                </a:lnTo>
                <a:lnTo>
                  <a:pt x="764562" y="270050"/>
                </a:lnTo>
                <a:lnTo>
                  <a:pt x="760082" y="271623"/>
                </a:lnTo>
                <a:lnTo>
                  <a:pt x="757256" y="270171"/>
                </a:lnTo>
                <a:lnTo>
                  <a:pt x="756345" y="269133"/>
                </a:lnTo>
                <a:lnTo>
                  <a:pt x="756823" y="268280"/>
                </a:lnTo>
                <a:lnTo>
                  <a:pt x="758954" y="267664"/>
                </a:lnTo>
                <a:lnTo>
                  <a:pt x="762674" y="267627"/>
                </a:lnTo>
                <a:lnTo>
                  <a:pt x="764595" y="268196"/>
                </a:lnTo>
                <a:close/>
                <a:moveTo>
                  <a:pt x="751056" y="270954"/>
                </a:moveTo>
                <a:lnTo>
                  <a:pt x="752413" y="271773"/>
                </a:lnTo>
                <a:lnTo>
                  <a:pt x="754018" y="273404"/>
                </a:lnTo>
                <a:lnTo>
                  <a:pt x="754799" y="275091"/>
                </a:lnTo>
                <a:lnTo>
                  <a:pt x="754692" y="276010"/>
                </a:lnTo>
                <a:lnTo>
                  <a:pt x="753627" y="276947"/>
                </a:lnTo>
                <a:lnTo>
                  <a:pt x="750884" y="277666"/>
                </a:lnTo>
                <a:lnTo>
                  <a:pt x="747904" y="277449"/>
                </a:lnTo>
                <a:lnTo>
                  <a:pt x="746418" y="276721"/>
                </a:lnTo>
                <a:lnTo>
                  <a:pt x="745588" y="275767"/>
                </a:lnTo>
                <a:lnTo>
                  <a:pt x="745311" y="274444"/>
                </a:lnTo>
                <a:lnTo>
                  <a:pt x="745497" y="271465"/>
                </a:lnTo>
                <a:lnTo>
                  <a:pt x="746080" y="270310"/>
                </a:lnTo>
                <a:lnTo>
                  <a:pt x="747873" y="269904"/>
                </a:lnTo>
                <a:lnTo>
                  <a:pt x="751056" y="270954"/>
                </a:lnTo>
                <a:close/>
                <a:moveTo>
                  <a:pt x="775125" y="271706"/>
                </a:moveTo>
                <a:lnTo>
                  <a:pt x="775514" y="274260"/>
                </a:lnTo>
                <a:lnTo>
                  <a:pt x="775310" y="277135"/>
                </a:lnTo>
                <a:lnTo>
                  <a:pt x="774786" y="278490"/>
                </a:lnTo>
                <a:lnTo>
                  <a:pt x="773903" y="279186"/>
                </a:lnTo>
                <a:lnTo>
                  <a:pt x="772170" y="279079"/>
                </a:lnTo>
                <a:lnTo>
                  <a:pt x="768087" y="276893"/>
                </a:lnTo>
                <a:lnTo>
                  <a:pt x="767113" y="275890"/>
                </a:lnTo>
                <a:lnTo>
                  <a:pt x="767057" y="275090"/>
                </a:lnTo>
                <a:lnTo>
                  <a:pt x="767812" y="273545"/>
                </a:lnTo>
                <a:lnTo>
                  <a:pt x="770962" y="270892"/>
                </a:lnTo>
                <a:lnTo>
                  <a:pt x="773527" y="270129"/>
                </a:lnTo>
                <a:lnTo>
                  <a:pt x="774353" y="270560"/>
                </a:lnTo>
                <a:lnTo>
                  <a:pt x="775125" y="271706"/>
                </a:lnTo>
                <a:close/>
                <a:moveTo>
                  <a:pt x="740861" y="271456"/>
                </a:moveTo>
                <a:lnTo>
                  <a:pt x="741605" y="272872"/>
                </a:lnTo>
                <a:lnTo>
                  <a:pt x="741670" y="274621"/>
                </a:lnTo>
                <a:lnTo>
                  <a:pt x="741076" y="276220"/>
                </a:lnTo>
                <a:lnTo>
                  <a:pt x="739774" y="277598"/>
                </a:lnTo>
                <a:lnTo>
                  <a:pt x="727249" y="278063"/>
                </a:lnTo>
                <a:lnTo>
                  <a:pt x="725924" y="277866"/>
                </a:lnTo>
                <a:lnTo>
                  <a:pt x="724857" y="276930"/>
                </a:lnTo>
                <a:lnTo>
                  <a:pt x="725689" y="275710"/>
                </a:lnTo>
                <a:lnTo>
                  <a:pt x="726711" y="274971"/>
                </a:lnTo>
                <a:lnTo>
                  <a:pt x="732569" y="273140"/>
                </a:lnTo>
                <a:lnTo>
                  <a:pt x="737249" y="271100"/>
                </a:lnTo>
                <a:lnTo>
                  <a:pt x="739165" y="270702"/>
                </a:lnTo>
                <a:lnTo>
                  <a:pt x="740861" y="271456"/>
                </a:lnTo>
                <a:close/>
                <a:moveTo>
                  <a:pt x="785989" y="271915"/>
                </a:moveTo>
                <a:lnTo>
                  <a:pt x="798078" y="278229"/>
                </a:lnTo>
                <a:lnTo>
                  <a:pt x="799058" y="279045"/>
                </a:lnTo>
                <a:lnTo>
                  <a:pt x="799138" y="280154"/>
                </a:lnTo>
                <a:lnTo>
                  <a:pt x="797750" y="280849"/>
                </a:lnTo>
                <a:lnTo>
                  <a:pt x="790836" y="280816"/>
                </a:lnTo>
                <a:lnTo>
                  <a:pt x="783508" y="280297"/>
                </a:lnTo>
                <a:lnTo>
                  <a:pt x="781049" y="279483"/>
                </a:lnTo>
                <a:lnTo>
                  <a:pt x="780224" y="278573"/>
                </a:lnTo>
                <a:lnTo>
                  <a:pt x="779530" y="276589"/>
                </a:lnTo>
                <a:lnTo>
                  <a:pt x="779338" y="273425"/>
                </a:lnTo>
                <a:lnTo>
                  <a:pt x="779735" y="271625"/>
                </a:lnTo>
                <a:lnTo>
                  <a:pt x="780359" y="270982"/>
                </a:lnTo>
                <a:lnTo>
                  <a:pt x="781988" y="270583"/>
                </a:lnTo>
                <a:lnTo>
                  <a:pt x="784000" y="270914"/>
                </a:lnTo>
                <a:lnTo>
                  <a:pt x="785989" y="271915"/>
                </a:lnTo>
                <a:close/>
                <a:moveTo>
                  <a:pt x="763049" y="285663"/>
                </a:moveTo>
                <a:lnTo>
                  <a:pt x="763796" y="286755"/>
                </a:lnTo>
                <a:lnTo>
                  <a:pt x="762756" y="288128"/>
                </a:lnTo>
                <a:lnTo>
                  <a:pt x="761023" y="288936"/>
                </a:lnTo>
                <a:lnTo>
                  <a:pt x="760040" y="288823"/>
                </a:lnTo>
                <a:lnTo>
                  <a:pt x="759298" y="288234"/>
                </a:lnTo>
                <a:lnTo>
                  <a:pt x="758829" y="286540"/>
                </a:lnTo>
                <a:lnTo>
                  <a:pt x="759432" y="285677"/>
                </a:lnTo>
                <a:lnTo>
                  <a:pt x="761419" y="285263"/>
                </a:lnTo>
                <a:lnTo>
                  <a:pt x="763049" y="285663"/>
                </a:lnTo>
                <a:close/>
                <a:moveTo>
                  <a:pt x="749218" y="287752"/>
                </a:moveTo>
                <a:lnTo>
                  <a:pt x="753860" y="290796"/>
                </a:lnTo>
                <a:lnTo>
                  <a:pt x="754553" y="292638"/>
                </a:lnTo>
                <a:lnTo>
                  <a:pt x="753727" y="293719"/>
                </a:lnTo>
                <a:lnTo>
                  <a:pt x="748474" y="296803"/>
                </a:lnTo>
                <a:lnTo>
                  <a:pt x="746154" y="297185"/>
                </a:lnTo>
                <a:lnTo>
                  <a:pt x="745238" y="296307"/>
                </a:lnTo>
                <a:lnTo>
                  <a:pt x="744804" y="294494"/>
                </a:lnTo>
                <a:lnTo>
                  <a:pt x="745333" y="288464"/>
                </a:lnTo>
                <a:lnTo>
                  <a:pt x="746416" y="287092"/>
                </a:lnTo>
                <a:lnTo>
                  <a:pt x="747590" y="287098"/>
                </a:lnTo>
                <a:lnTo>
                  <a:pt x="749218" y="287752"/>
                </a:lnTo>
                <a:close/>
                <a:moveTo>
                  <a:pt x="776170" y="288337"/>
                </a:moveTo>
                <a:lnTo>
                  <a:pt x="777368" y="290168"/>
                </a:lnTo>
                <a:lnTo>
                  <a:pt x="777955" y="292321"/>
                </a:lnTo>
                <a:lnTo>
                  <a:pt x="777688" y="295240"/>
                </a:lnTo>
                <a:lnTo>
                  <a:pt x="776745" y="296367"/>
                </a:lnTo>
                <a:lnTo>
                  <a:pt x="775580" y="296457"/>
                </a:lnTo>
                <a:lnTo>
                  <a:pt x="773214" y="295590"/>
                </a:lnTo>
                <a:lnTo>
                  <a:pt x="769605" y="293762"/>
                </a:lnTo>
                <a:lnTo>
                  <a:pt x="768245" y="292679"/>
                </a:lnTo>
                <a:lnTo>
                  <a:pt x="768141" y="291577"/>
                </a:lnTo>
                <a:lnTo>
                  <a:pt x="768885" y="290244"/>
                </a:lnTo>
                <a:lnTo>
                  <a:pt x="771757" y="287915"/>
                </a:lnTo>
                <a:lnTo>
                  <a:pt x="774164" y="287332"/>
                </a:lnTo>
                <a:lnTo>
                  <a:pt x="776170" y="288337"/>
                </a:lnTo>
                <a:close/>
                <a:moveTo>
                  <a:pt x="764428" y="296778"/>
                </a:moveTo>
                <a:lnTo>
                  <a:pt x="771105" y="300871"/>
                </a:lnTo>
                <a:lnTo>
                  <a:pt x="772367" y="302043"/>
                </a:lnTo>
                <a:lnTo>
                  <a:pt x="772564" y="302783"/>
                </a:lnTo>
                <a:lnTo>
                  <a:pt x="772007" y="304117"/>
                </a:lnTo>
                <a:lnTo>
                  <a:pt x="770446" y="305687"/>
                </a:lnTo>
                <a:lnTo>
                  <a:pt x="764959" y="309756"/>
                </a:lnTo>
                <a:lnTo>
                  <a:pt x="762795" y="310864"/>
                </a:lnTo>
                <a:lnTo>
                  <a:pt x="760479" y="311381"/>
                </a:lnTo>
                <a:lnTo>
                  <a:pt x="757985" y="310668"/>
                </a:lnTo>
                <a:lnTo>
                  <a:pt x="751694" y="306266"/>
                </a:lnTo>
                <a:lnTo>
                  <a:pt x="748648" y="302878"/>
                </a:lnTo>
                <a:lnTo>
                  <a:pt x="748643" y="302044"/>
                </a:lnTo>
                <a:lnTo>
                  <a:pt x="749683" y="300946"/>
                </a:lnTo>
                <a:lnTo>
                  <a:pt x="759523" y="295570"/>
                </a:lnTo>
                <a:lnTo>
                  <a:pt x="760939" y="295371"/>
                </a:lnTo>
                <a:lnTo>
                  <a:pt x="764428" y="296778"/>
                </a:lnTo>
                <a:close/>
                <a:moveTo>
                  <a:pt x="746836" y="307851"/>
                </a:moveTo>
                <a:lnTo>
                  <a:pt x="753416" y="312555"/>
                </a:lnTo>
                <a:lnTo>
                  <a:pt x="754820" y="314597"/>
                </a:lnTo>
                <a:lnTo>
                  <a:pt x="754942" y="315874"/>
                </a:lnTo>
                <a:lnTo>
                  <a:pt x="744726" y="323354"/>
                </a:lnTo>
                <a:lnTo>
                  <a:pt x="740652" y="324941"/>
                </a:lnTo>
                <a:lnTo>
                  <a:pt x="739466" y="323397"/>
                </a:lnTo>
                <a:lnTo>
                  <a:pt x="739242" y="322293"/>
                </a:lnTo>
                <a:lnTo>
                  <a:pt x="741085" y="315942"/>
                </a:lnTo>
                <a:lnTo>
                  <a:pt x="742333" y="308827"/>
                </a:lnTo>
                <a:lnTo>
                  <a:pt x="743493" y="307501"/>
                </a:lnTo>
                <a:lnTo>
                  <a:pt x="744959" y="307415"/>
                </a:lnTo>
                <a:lnTo>
                  <a:pt x="746836" y="307851"/>
                </a:lnTo>
                <a:close/>
                <a:moveTo>
                  <a:pt x="778175" y="308144"/>
                </a:moveTo>
                <a:lnTo>
                  <a:pt x="779908" y="311986"/>
                </a:lnTo>
                <a:lnTo>
                  <a:pt x="781427" y="319006"/>
                </a:lnTo>
                <a:lnTo>
                  <a:pt x="781697" y="323716"/>
                </a:lnTo>
                <a:lnTo>
                  <a:pt x="781456" y="324581"/>
                </a:lnTo>
                <a:lnTo>
                  <a:pt x="780459" y="325290"/>
                </a:lnTo>
                <a:lnTo>
                  <a:pt x="778756" y="324681"/>
                </a:lnTo>
                <a:lnTo>
                  <a:pt x="769144" y="317993"/>
                </a:lnTo>
                <a:lnTo>
                  <a:pt x="766768" y="315749"/>
                </a:lnTo>
                <a:lnTo>
                  <a:pt x="769169" y="312839"/>
                </a:lnTo>
                <a:lnTo>
                  <a:pt x="775498" y="307742"/>
                </a:lnTo>
                <a:lnTo>
                  <a:pt x="776893" y="307442"/>
                </a:lnTo>
                <a:lnTo>
                  <a:pt x="778175" y="308144"/>
                </a:lnTo>
                <a:close/>
                <a:moveTo>
                  <a:pt x="765013" y="320303"/>
                </a:moveTo>
                <a:lnTo>
                  <a:pt x="773889" y="326438"/>
                </a:lnTo>
                <a:lnTo>
                  <a:pt x="777380" y="328140"/>
                </a:lnTo>
                <a:lnTo>
                  <a:pt x="777868" y="328890"/>
                </a:lnTo>
                <a:lnTo>
                  <a:pt x="777975" y="330486"/>
                </a:lnTo>
                <a:lnTo>
                  <a:pt x="777486" y="331753"/>
                </a:lnTo>
                <a:lnTo>
                  <a:pt x="776275" y="332839"/>
                </a:lnTo>
                <a:lnTo>
                  <a:pt x="772398" y="335099"/>
                </a:lnTo>
                <a:lnTo>
                  <a:pt x="764935" y="340388"/>
                </a:lnTo>
                <a:lnTo>
                  <a:pt x="762349" y="340921"/>
                </a:lnTo>
                <a:lnTo>
                  <a:pt x="760028" y="339977"/>
                </a:lnTo>
                <a:lnTo>
                  <a:pt x="750328" y="333252"/>
                </a:lnTo>
                <a:lnTo>
                  <a:pt x="748115" y="330916"/>
                </a:lnTo>
                <a:lnTo>
                  <a:pt x="747857" y="329528"/>
                </a:lnTo>
                <a:lnTo>
                  <a:pt x="749273" y="327513"/>
                </a:lnTo>
                <a:lnTo>
                  <a:pt x="759779" y="319812"/>
                </a:lnTo>
                <a:lnTo>
                  <a:pt x="761879" y="319091"/>
                </a:lnTo>
                <a:lnTo>
                  <a:pt x="765013" y="320303"/>
                </a:lnTo>
                <a:close/>
                <a:moveTo>
                  <a:pt x="742198" y="335304"/>
                </a:moveTo>
                <a:lnTo>
                  <a:pt x="752613" y="342705"/>
                </a:lnTo>
                <a:lnTo>
                  <a:pt x="754650" y="344602"/>
                </a:lnTo>
                <a:lnTo>
                  <a:pt x="755103" y="345977"/>
                </a:lnTo>
                <a:lnTo>
                  <a:pt x="753355" y="347798"/>
                </a:lnTo>
                <a:lnTo>
                  <a:pt x="738929" y="357369"/>
                </a:lnTo>
                <a:lnTo>
                  <a:pt x="736142" y="358343"/>
                </a:lnTo>
                <a:lnTo>
                  <a:pt x="735149" y="357426"/>
                </a:lnTo>
                <a:lnTo>
                  <a:pt x="734807" y="353548"/>
                </a:lnTo>
                <a:lnTo>
                  <a:pt x="735964" y="343600"/>
                </a:lnTo>
                <a:lnTo>
                  <a:pt x="737060" y="338339"/>
                </a:lnTo>
                <a:lnTo>
                  <a:pt x="738359" y="335385"/>
                </a:lnTo>
                <a:lnTo>
                  <a:pt x="739500" y="334375"/>
                </a:lnTo>
                <a:lnTo>
                  <a:pt x="740672" y="334258"/>
                </a:lnTo>
                <a:lnTo>
                  <a:pt x="742198" y="335304"/>
                </a:lnTo>
                <a:close/>
                <a:moveTo>
                  <a:pt x="783816" y="335555"/>
                </a:moveTo>
                <a:lnTo>
                  <a:pt x="784453" y="337193"/>
                </a:lnTo>
                <a:lnTo>
                  <a:pt x="785627" y="348205"/>
                </a:lnTo>
                <a:lnTo>
                  <a:pt x="787034" y="354985"/>
                </a:lnTo>
                <a:lnTo>
                  <a:pt x="786578" y="356595"/>
                </a:lnTo>
                <a:lnTo>
                  <a:pt x="785382" y="357132"/>
                </a:lnTo>
                <a:lnTo>
                  <a:pt x="782674" y="356316"/>
                </a:lnTo>
                <a:lnTo>
                  <a:pt x="770227" y="347416"/>
                </a:lnTo>
                <a:lnTo>
                  <a:pt x="768822" y="346098"/>
                </a:lnTo>
                <a:lnTo>
                  <a:pt x="768556" y="345328"/>
                </a:lnTo>
                <a:lnTo>
                  <a:pt x="768952" y="343812"/>
                </a:lnTo>
                <a:lnTo>
                  <a:pt x="770282" y="342202"/>
                </a:lnTo>
                <a:lnTo>
                  <a:pt x="777042" y="337728"/>
                </a:lnTo>
                <a:lnTo>
                  <a:pt x="780345" y="334885"/>
                </a:lnTo>
                <a:lnTo>
                  <a:pt x="781936" y="334719"/>
                </a:lnTo>
                <a:lnTo>
                  <a:pt x="783816" y="335555"/>
                </a:lnTo>
                <a:close/>
                <a:moveTo>
                  <a:pt x="764052" y="350347"/>
                </a:moveTo>
                <a:lnTo>
                  <a:pt x="781384" y="362120"/>
                </a:lnTo>
                <a:lnTo>
                  <a:pt x="781576" y="362771"/>
                </a:lnTo>
                <a:lnTo>
                  <a:pt x="781031" y="363787"/>
                </a:lnTo>
                <a:lnTo>
                  <a:pt x="777573" y="366608"/>
                </a:lnTo>
                <a:lnTo>
                  <a:pt x="763125" y="373403"/>
                </a:lnTo>
                <a:lnTo>
                  <a:pt x="759777" y="373874"/>
                </a:lnTo>
                <a:lnTo>
                  <a:pt x="757238" y="373122"/>
                </a:lnTo>
                <a:lnTo>
                  <a:pt x="745848" y="367086"/>
                </a:lnTo>
                <a:lnTo>
                  <a:pt x="743580" y="365614"/>
                </a:lnTo>
                <a:lnTo>
                  <a:pt x="741574" y="363714"/>
                </a:lnTo>
                <a:lnTo>
                  <a:pt x="741319" y="362784"/>
                </a:lnTo>
                <a:lnTo>
                  <a:pt x="742438" y="361525"/>
                </a:lnTo>
                <a:lnTo>
                  <a:pt x="757888" y="350651"/>
                </a:lnTo>
                <a:lnTo>
                  <a:pt x="760970" y="349500"/>
                </a:lnTo>
                <a:lnTo>
                  <a:pt x="764052" y="350347"/>
                </a:lnTo>
                <a:close/>
                <a:moveTo>
                  <a:pt x="787703" y="367814"/>
                </a:moveTo>
                <a:lnTo>
                  <a:pt x="788372" y="369922"/>
                </a:lnTo>
                <a:lnTo>
                  <a:pt x="789614" y="379268"/>
                </a:lnTo>
                <a:lnTo>
                  <a:pt x="790959" y="385323"/>
                </a:lnTo>
                <a:lnTo>
                  <a:pt x="790720" y="387803"/>
                </a:lnTo>
                <a:lnTo>
                  <a:pt x="789728" y="389186"/>
                </a:lnTo>
                <a:lnTo>
                  <a:pt x="788297" y="389072"/>
                </a:lnTo>
                <a:lnTo>
                  <a:pt x="785655" y="387928"/>
                </a:lnTo>
                <a:lnTo>
                  <a:pt x="770547" y="380229"/>
                </a:lnTo>
                <a:lnTo>
                  <a:pt x="768883" y="378985"/>
                </a:lnTo>
                <a:lnTo>
                  <a:pt x="768467" y="376889"/>
                </a:lnTo>
                <a:lnTo>
                  <a:pt x="768922" y="375786"/>
                </a:lnTo>
                <a:lnTo>
                  <a:pt x="769595" y="375214"/>
                </a:lnTo>
                <a:lnTo>
                  <a:pt x="773880" y="373568"/>
                </a:lnTo>
                <a:lnTo>
                  <a:pt x="781021" y="369891"/>
                </a:lnTo>
                <a:lnTo>
                  <a:pt x="784700" y="367549"/>
                </a:lnTo>
                <a:lnTo>
                  <a:pt x="786470" y="367233"/>
                </a:lnTo>
                <a:lnTo>
                  <a:pt x="787703" y="367814"/>
                </a:lnTo>
                <a:close/>
                <a:moveTo>
                  <a:pt x="738771" y="369067"/>
                </a:moveTo>
                <a:lnTo>
                  <a:pt x="750080" y="375357"/>
                </a:lnTo>
                <a:lnTo>
                  <a:pt x="751134" y="376469"/>
                </a:lnTo>
                <a:lnTo>
                  <a:pt x="751147" y="377776"/>
                </a:lnTo>
                <a:lnTo>
                  <a:pt x="750315" y="379106"/>
                </a:lnTo>
                <a:lnTo>
                  <a:pt x="748692" y="380189"/>
                </a:lnTo>
                <a:lnTo>
                  <a:pt x="743670" y="382051"/>
                </a:lnTo>
                <a:lnTo>
                  <a:pt x="734260" y="386834"/>
                </a:lnTo>
                <a:lnTo>
                  <a:pt x="732128" y="387061"/>
                </a:lnTo>
                <a:lnTo>
                  <a:pt x="731246" y="386080"/>
                </a:lnTo>
                <a:lnTo>
                  <a:pt x="731083" y="384904"/>
                </a:lnTo>
                <a:lnTo>
                  <a:pt x="731877" y="374980"/>
                </a:lnTo>
                <a:lnTo>
                  <a:pt x="732921" y="368190"/>
                </a:lnTo>
                <a:lnTo>
                  <a:pt x="733670" y="367691"/>
                </a:lnTo>
                <a:lnTo>
                  <a:pt x="735314" y="367594"/>
                </a:lnTo>
                <a:lnTo>
                  <a:pt x="738771" y="369067"/>
                </a:lnTo>
                <a:close/>
                <a:moveTo>
                  <a:pt x="763216" y="382564"/>
                </a:moveTo>
                <a:lnTo>
                  <a:pt x="780653" y="392149"/>
                </a:lnTo>
                <a:lnTo>
                  <a:pt x="781816" y="393178"/>
                </a:lnTo>
                <a:lnTo>
                  <a:pt x="782216" y="395008"/>
                </a:lnTo>
                <a:lnTo>
                  <a:pt x="781971" y="396156"/>
                </a:lnTo>
                <a:lnTo>
                  <a:pt x="781027" y="397173"/>
                </a:lnTo>
                <a:lnTo>
                  <a:pt x="763404" y="410254"/>
                </a:lnTo>
                <a:lnTo>
                  <a:pt x="761773" y="411171"/>
                </a:lnTo>
                <a:lnTo>
                  <a:pt x="760207" y="411286"/>
                </a:lnTo>
                <a:lnTo>
                  <a:pt x="757268" y="409813"/>
                </a:lnTo>
                <a:lnTo>
                  <a:pt x="742775" y="398616"/>
                </a:lnTo>
                <a:lnTo>
                  <a:pt x="738479" y="394948"/>
                </a:lnTo>
                <a:lnTo>
                  <a:pt x="737161" y="392939"/>
                </a:lnTo>
                <a:lnTo>
                  <a:pt x="737476" y="392049"/>
                </a:lnTo>
                <a:lnTo>
                  <a:pt x="738657" y="391241"/>
                </a:lnTo>
                <a:lnTo>
                  <a:pt x="753649" y="383706"/>
                </a:lnTo>
                <a:lnTo>
                  <a:pt x="757179" y="381542"/>
                </a:lnTo>
                <a:lnTo>
                  <a:pt x="760097" y="381203"/>
                </a:lnTo>
                <a:lnTo>
                  <a:pt x="763216" y="382564"/>
                </a:lnTo>
                <a:close/>
                <a:moveTo>
                  <a:pt x="735429" y="400657"/>
                </a:moveTo>
                <a:lnTo>
                  <a:pt x="751665" y="412658"/>
                </a:lnTo>
                <a:lnTo>
                  <a:pt x="753590" y="414454"/>
                </a:lnTo>
                <a:lnTo>
                  <a:pt x="754232" y="415825"/>
                </a:lnTo>
                <a:lnTo>
                  <a:pt x="753419" y="417122"/>
                </a:lnTo>
                <a:lnTo>
                  <a:pt x="750696" y="419541"/>
                </a:lnTo>
                <a:lnTo>
                  <a:pt x="746047" y="422590"/>
                </a:lnTo>
                <a:lnTo>
                  <a:pt x="727314" y="436520"/>
                </a:lnTo>
                <a:lnTo>
                  <a:pt x="726005" y="436760"/>
                </a:lnTo>
                <a:lnTo>
                  <a:pt x="724859" y="436004"/>
                </a:lnTo>
                <a:lnTo>
                  <a:pt x="724716" y="433352"/>
                </a:lnTo>
                <a:lnTo>
                  <a:pt x="728733" y="400648"/>
                </a:lnTo>
                <a:lnTo>
                  <a:pt x="729469" y="398593"/>
                </a:lnTo>
                <a:lnTo>
                  <a:pt x="730693" y="397981"/>
                </a:lnTo>
                <a:lnTo>
                  <a:pt x="732612" y="398704"/>
                </a:lnTo>
                <a:lnTo>
                  <a:pt x="735429" y="400657"/>
                </a:lnTo>
                <a:close/>
                <a:moveTo>
                  <a:pt x="791714" y="401117"/>
                </a:moveTo>
                <a:lnTo>
                  <a:pt x="792479" y="404662"/>
                </a:lnTo>
                <a:lnTo>
                  <a:pt x="794486" y="422211"/>
                </a:lnTo>
                <a:lnTo>
                  <a:pt x="795370" y="434275"/>
                </a:lnTo>
                <a:lnTo>
                  <a:pt x="795262" y="436232"/>
                </a:lnTo>
                <a:lnTo>
                  <a:pt x="794634" y="437272"/>
                </a:lnTo>
                <a:lnTo>
                  <a:pt x="794129" y="437443"/>
                </a:lnTo>
                <a:lnTo>
                  <a:pt x="791872" y="436538"/>
                </a:lnTo>
                <a:lnTo>
                  <a:pt x="771604" y="420671"/>
                </a:lnTo>
                <a:lnTo>
                  <a:pt x="768360" y="417758"/>
                </a:lnTo>
                <a:lnTo>
                  <a:pt x="767186" y="415993"/>
                </a:lnTo>
                <a:lnTo>
                  <a:pt x="768684" y="414290"/>
                </a:lnTo>
                <a:lnTo>
                  <a:pt x="773418" y="410662"/>
                </a:lnTo>
                <a:lnTo>
                  <a:pt x="787590" y="400732"/>
                </a:lnTo>
                <a:lnTo>
                  <a:pt x="790460" y="399613"/>
                </a:lnTo>
                <a:lnTo>
                  <a:pt x="791714" y="401117"/>
                </a:lnTo>
                <a:close/>
                <a:moveTo>
                  <a:pt x="257818" y="129217"/>
                </a:moveTo>
                <a:lnTo>
                  <a:pt x="255002" y="130667"/>
                </a:lnTo>
                <a:lnTo>
                  <a:pt x="252078" y="133291"/>
                </a:lnTo>
                <a:lnTo>
                  <a:pt x="248055" y="134610"/>
                </a:lnTo>
                <a:lnTo>
                  <a:pt x="245480" y="136182"/>
                </a:lnTo>
                <a:lnTo>
                  <a:pt x="237545" y="146505"/>
                </a:lnTo>
                <a:lnTo>
                  <a:pt x="236665" y="148130"/>
                </a:lnTo>
                <a:lnTo>
                  <a:pt x="236529" y="149708"/>
                </a:lnTo>
                <a:lnTo>
                  <a:pt x="239663" y="160521"/>
                </a:lnTo>
                <a:lnTo>
                  <a:pt x="239611" y="162296"/>
                </a:lnTo>
                <a:lnTo>
                  <a:pt x="232992" y="170308"/>
                </a:lnTo>
                <a:lnTo>
                  <a:pt x="229266" y="177595"/>
                </a:lnTo>
                <a:lnTo>
                  <a:pt x="228101" y="178414"/>
                </a:lnTo>
                <a:lnTo>
                  <a:pt x="224903" y="178596"/>
                </a:lnTo>
                <a:lnTo>
                  <a:pt x="222116" y="180219"/>
                </a:lnTo>
                <a:lnTo>
                  <a:pt x="217583" y="185320"/>
                </a:lnTo>
                <a:lnTo>
                  <a:pt x="216169" y="188692"/>
                </a:lnTo>
                <a:lnTo>
                  <a:pt x="216114" y="190337"/>
                </a:lnTo>
                <a:lnTo>
                  <a:pt x="217187" y="193222"/>
                </a:lnTo>
                <a:lnTo>
                  <a:pt x="222210" y="201834"/>
                </a:lnTo>
                <a:lnTo>
                  <a:pt x="221828" y="202737"/>
                </a:lnTo>
                <a:lnTo>
                  <a:pt x="219155" y="204923"/>
                </a:lnTo>
                <a:lnTo>
                  <a:pt x="218054" y="206651"/>
                </a:lnTo>
                <a:lnTo>
                  <a:pt x="217888" y="208572"/>
                </a:lnTo>
                <a:lnTo>
                  <a:pt x="218879" y="212710"/>
                </a:lnTo>
                <a:lnTo>
                  <a:pt x="217272" y="217690"/>
                </a:lnTo>
                <a:lnTo>
                  <a:pt x="217209" y="220595"/>
                </a:lnTo>
                <a:lnTo>
                  <a:pt x="220419" y="226546"/>
                </a:lnTo>
                <a:lnTo>
                  <a:pt x="223968" y="231644"/>
                </a:lnTo>
                <a:lnTo>
                  <a:pt x="224623" y="233775"/>
                </a:lnTo>
                <a:lnTo>
                  <a:pt x="225084" y="238884"/>
                </a:lnTo>
                <a:lnTo>
                  <a:pt x="227163" y="243971"/>
                </a:lnTo>
                <a:lnTo>
                  <a:pt x="227881" y="247732"/>
                </a:lnTo>
                <a:lnTo>
                  <a:pt x="228698" y="249064"/>
                </a:lnTo>
                <a:lnTo>
                  <a:pt x="229705" y="249516"/>
                </a:lnTo>
                <a:lnTo>
                  <a:pt x="233091" y="249700"/>
                </a:lnTo>
                <a:lnTo>
                  <a:pt x="235734" y="248938"/>
                </a:lnTo>
                <a:lnTo>
                  <a:pt x="236843" y="247508"/>
                </a:lnTo>
                <a:lnTo>
                  <a:pt x="237490" y="244462"/>
                </a:lnTo>
                <a:lnTo>
                  <a:pt x="236726" y="240536"/>
                </a:lnTo>
                <a:lnTo>
                  <a:pt x="234099" y="235739"/>
                </a:lnTo>
                <a:lnTo>
                  <a:pt x="233040" y="230141"/>
                </a:lnTo>
                <a:lnTo>
                  <a:pt x="231503" y="225841"/>
                </a:lnTo>
                <a:lnTo>
                  <a:pt x="229493" y="222027"/>
                </a:lnTo>
                <a:lnTo>
                  <a:pt x="226896" y="218680"/>
                </a:lnTo>
                <a:lnTo>
                  <a:pt x="227690" y="210741"/>
                </a:lnTo>
                <a:lnTo>
                  <a:pt x="232275" y="203445"/>
                </a:lnTo>
                <a:lnTo>
                  <a:pt x="233943" y="199036"/>
                </a:lnTo>
                <a:lnTo>
                  <a:pt x="233951" y="195518"/>
                </a:lnTo>
                <a:lnTo>
                  <a:pt x="231869" y="192105"/>
                </a:lnTo>
                <a:lnTo>
                  <a:pt x="237233" y="189431"/>
                </a:lnTo>
                <a:lnTo>
                  <a:pt x="239890" y="186964"/>
                </a:lnTo>
                <a:lnTo>
                  <a:pt x="240172" y="184665"/>
                </a:lnTo>
                <a:lnTo>
                  <a:pt x="238471" y="179987"/>
                </a:lnTo>
                <a:lnTo>
                  <a:pt x="240543" y="175173"/>
                </a:lnTo>
                <a:lnTo>
                  <a:pt x="246309" y="168561"/>
                </a:lnTo>
                <a:lnTo>
                  <a:pt x="248365" y="164699"/>
                </a:lnTo>
                <a:lnTo>
                  <a:pt x="248746" y="162768"/>
                </a:lnTo>
                <a:lnTo>
                  <a:pt x="248674" y="159991"/>
                </a:lnTo>
                <a:lnTo>
                  <a:pt x="247327" y="155836"/>
                </a:lnTo>
                <a:lnTo>
                  <a:pt x="246871" y="152387"/>
                </a:lnTo>
                <a:lnTo>
                  <a:pt x="247037" y="150152"/>
                </a:lnTo>
                <a:lnTo>
                  <a:pt x="247591" y="148663"/>
                </a:lnTo>
                <a:lnTo>
                  <a:pt x="249111" y="146261"/>
                </a:lnTo>
                <a:lnTo>
                  <a:pt x="250958" y="144298"/>
                </a:lnTo>
                <a:lnTo>
                  <a:pt x="255796" y="141899"/>
                </a:lnTo>
                <a:lnTo>
                  <a:pt x="258528" y="139831"/>
                </a:lnTo>
                <a:lnTo>
                  <a:pt x="261740" y="136371"/>
                </a:lnTo>
                <a:lnTo>
                  <a:pt x="263327" y="133771"/>
                </a:lnTo>
                <a:lnTo>
                  <a:pt x="263649" y="132205"/>
                </a:lnTo>
                <a:lnTo>
                  <a:pt x="263501" y="130554"/>
                </a:lnTo>
                <a:lnTo>
                  <a:pt x="262481" y="128453"/>
                </a:lnTo>
                <a:lnTo>
                  <a:pt x="260804" y="128292"/>
                </a:lnTo>
                <a:lnTo>
                  <a:pt x="257818" y="129217"/>
                </a:lnTo>
                <a:close/>
                <a:moveTo>
                  <a:pt x="621855" y="247220"/>
                </a:moveTo>
                <a:lnTo>
                  <a:pt x="620643" y="248306"/>
                </a:lnTo>
                <a:lnTo>
                  <a:pt x="621175" y="250614"/>
                </a:lnTo>
                <a:lnTo>
                  <a:pt x="623292" y="253667"/>
                </a:lnTo>
                <a:lnTo>
                  <a:pt x="625015" y="254166"/>
                </a:lnTo>
                <a:lnTo>
                  <a:pt x="630435" y="254248"/>
                </a:lnTo>
                <a:lnTo>
                  <a:pt x="633506" y="253692"/>
                </a:lnTo>
                <a:lnTo>
                  <a:pt x="636466" y="251165"/>
                </a:lnTo>
                <a:lnTo>
                  <a:pt x="637650" y="249017"/>
                </a:lnTo>
                <a:lnTo>
                  <a:pt x="637254" y="247876"/>
                </a:lnTo>
                <a:lnTo>
                  <a:pt x="635461" y="246943"/>
                </a:lnTo>
                <a:lnTo>
                  <a:pt x="632958" y="247082"/>
                </a:lnTo>
                <a:lnTo>
                  <a:pt x="629120" y="248818"/>
                </a:lnTo>
                <a:lnTo>
                  <a:pt x="624117" y="246970"/>
                </a:lnTo>
                <a:lnTo>
                  <a:pt x="621855" y="247220"/>
                </a:lnTo>
                <a:close/>
                <a:moveTo>
                  <a:pt x="8859" y="255953"/>
                </a:moveTo>
                <a:lnTo>
                  <a:pt x="6010" y="256321"/>
                </a:lnTo>
                <a:lnTo>
                  <a:pt x="4306" y="257411"/>
                </a:lnTo>
                <a:lnTo>
                  <a:pt x="3797" y="258502"/>
                </a:lnTo>
                <a:lnTo>
                  <a:pt x="3300" y="262330"/>
                </a:lnTo>
                <a:lnTo>
                  <a:pt x="3552" y="285621"/>
                </a:lnTo>
                <a:lnTo>
                  <a:pt x="5442" y="287120"/>
                </a:lnTo>
                <a:lnTo>
                  <a:pt x="7558" y="287512"/>
                </a:lnTo>
                <a:lnTo>
                  <a:pt x="9798" y="287295"/>
                </a:lnTo>
                <a:lnTo>
                  <a:pt x="12118" y="286081"/>
                </a:lnTo>
                <a:lnTo>
                  <a:pt x="12118" y="265271"/>
                </a:lnTo>
                <a:lnTo>
                  <a:pt x="13706" y="263308"/>
                </a:lnTo>
                <a:lnTo>
                  <a:pt x="21153" y="262912"/>
                </a:lnTo>
                <a:lnTo>
                  <a:pt x="23093" y="262510"/>
                </a:lnTo>
                <a:lnTo>
                  <a:pt x="24499" y="261335"/>
                </a:lnTo>
                <a:lnTo>
                  <a:pt x="25320" y="259556"/>
                </a:lnTo>
                <a:lnTo>
                  <a:pt x="24901" y="257903"/>
                </a:lnTo>
                <a:lnTo>
                  <a:pt x="22666" y="256315"/>
                </a:lnTo>
                <a:lnTo>
                  <a:pt x="16063" y="255714"/>
                </a:lnTo>
                <a:lnTo>
                  <a:pt x="8859" y="255953"/>
                </a:lnTo>
                <a:close/>
                <a:moveTo>
                  <a:pt x="44836" y="256037"/>
                </a:moveTo>
                <a:lnTo>
                  <a:pt x="43630" y="256939"/>
                </a:lnTo>
                <a:lnTo>
                  <a:pt x="42454" y="258628"/>
                </a:lnTo>
                <a:lnTo>
                  <a:pt x="42621" y="285872"/>
                </a:lnTo>
                <a:lnTo>
                  <a:pt x="44570" y="287362"/>
                </a:lnTo>
                <a:lnTo>
                  <a:pt x="46822" y="287715"/>
                </a:lnTo>
                <a:lnTo>
                  <a:pt x="50770" y="286290"/>
                </a:lnTo>
                <a:lnTo>
                  <a:pt x="51188" y="278434"/>
                </a:lnTo>
                <a:lnTo>
                  <a:pt x="53444" y="277146"/>
                </a:lnTo>
                <a:lnTo>
                  <a:pt x="58467" y="276155"/>
                </a:lnTo>
                <a:lnTo>
                  <a:pt x="61561" y="275117"/>
                </a:lnTo>
                <a:lnTo>
                  <a:pt x="65269" y="272835"/>
                </a:lnTo>
                <a:lnTo>
                  <a:pt x="66780" y="270076"/>
                </a:lnTo>
                <a:lnTo>
                  <a:pt x="67157" y="268420"/>
                </a:lnTo>
                <a:lnTo>
                  <a:pt x="67197" y="264890"/>
                </a:lnTo>
                <a:lnTo>
                  <a:pt x="66339" y="261516"/>
                </a:lnTo>
                <a:lnTo>
                  <a:pt x="65594" y="260054"/>
                </a:lnTo>
                <a:lnTo>
                  <a:pt x="64650" y="258832"/>
                </a:lnTo>
                <a:lnTo>
                  <a:pt x="62362" y="257418"/>
                </a:lnTo>
                <a:lnTo>
                  <a:pt x="58758" y="256542"/>
                </a:lnTo>
                <a:lnTo>
                  <a:pt x="51868" y="255718"/>
                </a:lnTo>
                <a:lnTo>
                  <a:pt x="47653" y="255635"/>
                </a:lnTo>
                <a:lnTo>
                  <a:pt x="44836" y="256037"/>
                </a:lnTo>
                <a:close/>
                <a:moveTo>
                  <a:pt x="57246" y="263516"/>
                </a:moveTo>
                <a:lnTo>
                  <a:pt x="58837" y="264722"/>
                </a:lnTo>
                <a:lnTo>
                  <a:pt x="59193" y="265768"/>
                </a:lnTo>
                <a:lnTo>
                  <a:pt x="58876" y="267026"/>
                </a:lnTo>
                <a:lnTo>
                  <a:pt x="57381" y="268827"/>
                </a:lnTo>
                <a:lnTo>
                  <a:pt x="56396" y="269355"/>
                </a:lnTo>
                <a:lnTo>
                  <a:pt x="54269" y="269685"/>
                </a:lnTo>
                <a:lnTo>
                  <a:pt x="52353" y="269078"/>
                </a:lnTo>
                <a:lnTo>
                  <a:pt x="51631" y="268433"/>
                </a:lnTo>
                <a:lnTo>
                  <a:pt x="51152" y="267567"/>
                </a:lnTo>
                <a:lnTo>
                  <a:pt x="51063" y="265542"/>
                </a:lnTo>
                <a:lnTo>
                  <a:pt x="52210" y="263501"/>
                </a:lnTo>
                <a:lnTo>
                  <a:pt x="54400" y="262770"/>
                </a:lnTo>
                <a:lnTo>
                  <a:pt x="57246" y="263516"/>
                </a:lnTo>
                <a:close/>
                <a:moveTo>
                  <a:pt x="85243" y="255828"/>
                </a:moveTo>
                <a:lnTo>
                  <a:pt x="83928" y="256991"/>
                </a:lnTo>
                <a:lnTo>
                  <a:pt x="83608" y="258157"/>
                </a:lnTo>
                <a:lnTo>
                  <a:pt x="83744" y="259514"/>
                </a:lnTo>
                <a:lnTo>
                  <a:pt x="90475" y="272973"/>
                </a:lnTo>
                <a:lnTo>
                  <a:pt x="92764" y="278601"/>
                </a:lnTo>
                <a:lnTo>
                  <a:pt x="92425" y="279760"/>
                </a:lnTo>
                <a:lnTo>
                  <a:pt x="91492" y="280608"/>
                </a:lnTo>
                <a:lnTo>
                  <a:pt x="88459" y="281215"/>
                </a:lnTo>
                <a:lnTo>
                  <a:pt x="87269" y="281981"/>
                </a:lnTo>
                <a:lnTo>
                  <a:pt x="86621" y="283366"/>
                </a:lnTo>
                <a:lnTo>
                  <a:pt x="86575" y="285601"/>
                </a:lnTo>
                <a:lnTo>
                  <a:pt x="87189" y="287136"/>
                </a:lnTo>
                <a:lnTo>
                  <a:pt x="88387" y="288086"/>
                </a:lnTo>
                <a:lnTo>
                  <a:pt x="90137" y="288435"/>
                </a:lnTo>
                <a:lnTo>
                  <a:pt x="92406" y="288165"/>
                </a:lnTo>
                <a:lnTo>
                  <a:pt x="96304" y="286574"/>
                </a:lnTo>
                <a:lnTo>
                  <a:pt x="98331" y="284846"/>
                </a:lnTo>
                <a:lnTo>
                  <a:pt x="99384" y="283395"/>
                </a:lnTo>
                <a:lnTo>
                  <a:pt x="109176" y="261487"/>
                </a:lnTo>
                <a:lnTo>
                  <a:pt x="109799" y="259381"/>
                </a:lnTo>
                <a:lnTo>
                  <a:pt x="109745" y="257635"/>
                </a:lnTo>
                <a:lnTo>
                  <a:pt x="109044" y="256360"/>
                </a:lnTo>
                <a:lnTo>
                  <a:pt x="107727" y="255669"/>
                </a:lnTo>
                <a:lnTo>
                  <a:pt x="106097" y="255648"/>
                </a:lnTo>
                <a:lnTo>
                  <a:pt x="104685" y="256227"/>
                </a:lnTo>
                <a:lnTo>
                  <a:pt x="103367" y="257416"/>
                </a:lnTo>
                <a:lnTo>
                  <a:pt x="102120" y="259246"/>
                </a:lnTo>
                <a:lnTo>
                  <a:pt x="99283" y="265650"/>
                </a:lnTo>
                <a:lnTo>
                  <a:pt x="98301" y="266704"/>
                </a:lnTo>
                <a:lnTo>
                  <a:pt x="97784" y="266718"/>
                </a:lnTo>
                <a:lnTo>
                  <a:pt x="95890" y="264639"/>
                </a:lnTo>
                <a:lnTo>
                  <a:pt x="91651" y="257408"/>
                </a:lnTo>
                <a:lnTo>
                  <a:pt x="88965" y="256135"/>
                </a:lnTo>
                <a:lnTo>
                  <a:pt x="85243" y="255828"/>
                </a:lnTo>
                <a:close/>
                <a:moveTo>
                  <a:pt x="133004" y="255995"/>
                </a:moveTo>
                <a:lnTo>
                  <a:pt x="129658" y="256506"/>
                </a:lnTo>
                <a:lnTo>
                  <a:pt x="127446" y="258210"/>
                </a:lnTo>
                <a:lnTo>
                  <a:pt x="127489" y="278443"/>
                </a:lnTo>
                <a:lnTo>
                  <a:pt x="127864" y="286081"/>
                </a:lnTo>
                <a:lnTo>
                  <a:pt x="129657" y="287318"/>
                </a:lnTo>
                <a:lnTo>
                  <a:pt x="132455" y="287717"/>
                </a:lnTo>
                <a:lnTo>
                  <a:pt x="134988" y="287165"/>
                </a:lnTo>
                <a:lnTo>
                  <a:pt x="136556" y="285788"/>
                </a:lnTo>
                <a:lnTo>
                  <a:pt x="136472" y="264686"/>
                </a:lnTo>
                <a:lnTo>
                  <a:pt x="138044" y="263519"/>
                </a:lnTo>
                <a:lnTo>
                  <a:pt x="140432" y="263131"/>
                </a:lnTo>
                <a:lnTo>
                  <a:pt x="142865" y="263704"/>
                </a:lnTo>
                <a:lnTo>
                  <a:pt x="144011" y="264533"/>
                </a:lnTo>
                <a:lnTo>
                  <a:pt x="144375" y="265316"/>
                </a:lnTo>
                <a:lnTo>
                  <a:pt x="144411" y="285788"/>
                </a:lnTo>
                <a:lnTo>
                  <a:pt x="146019" y="286957"/>
                </a:lnTo>
                <a:lnTo>
                  <a:pt x="148606" y="287639"/>
                </a:lnTo>
                <a:lnTo>
                  <a:pt x="151289" y="287482"/>
                </a:lnTo>
                <a:lnTo>
                  <a:pt x="152572" y="286917"/>
                </a:lnTo>
                <a:lnTo>
                  <a:pt x="153008" y="286202"/>
                </a:lnTo>
                <a:lnTo>
                  <a:pt x="153239" y="282116"/>
                </a:lnTo>
                <a:lnTo>
                  <a:pt x="153354" y="257792"/>
                </a:lnTo>
                <a:lnTo>
                  <a:pt x="151473" y="256079"/>
                </a:lnTo>
                <a:lnTo>
                  <a:pt x="133004" y="255995"/>
                </a:lnTo>
                <a:close/>
                <a:moveTo>
                  <a:pt x="177046" y="255953"/>
                </a:moveTo>
                <a:lnTo>
                  <a:pt x="175150" y="256740"/>
                </a:lnTo>
                <a:lnTo>
                  <a:pt x="173703" y="258043"/>
                </a:lnTo>
                <a:lnTo>
                  <a:pt x="173745" y="285705"/>
                </a:lnTo>
                <a:lnTo>
                  <a:pt x="175048" y="286962"/>
                </a:lnTo>
                <a:lnTo>
                  <a:pt x="177770" y="287619"/>
                </a:lnTo>
                <a:lnTo>
                  <a:pt x="180736" y="287252"/>
                </a:lnTo>
                <a:lnTo>
                  <a:pt x="182436" y="285955"/>
                </a:lnTo>
                <a:lnTo>
                  <a:pt x="182812" y="264686"/>
                </a:lnTo>
                <a:lnTo>
                  <a:pt x="184572" y="263411"/>
                </a:lnTo>
                <a:lnTo>
                  <a:pt x="187194" y="263010"/>
                </a:lnTo>
                <a:lnTo>
                  <a:pt x="189532" y="263941"/>
                </a:lnTo>
                <a:lnTo>
                  <a:pt x="190543" y="265898"/>
                </a:lnTo>
                <a:lnTo>
                  <a:pt x="190501" y="285621"/>
                </a:lnTo>
                <a:lnTo>
                  <a:pt x="191832" y="286825"/>
                </a:lnTo>
                <a:lnTo>
                  <a:pt x="194185" y="287545"/>
                </a:lnTo>
                <a:lnTo>
                  <a:pt x="196903" y="287475"/>
                </a:lnTo>
                <a:lnTo>
                  <a:pt x="199025" y="286582"/>
                </a:lnTo>
                <a:lnTo>
                  <a:pt x="199736" y="285955"/>
                </a:lnTo>
                <a:lnTo>
                  <a:pt x="199711" y="264620"/>
                </a:lnTo>
                <a:lnTo>
                  <a:pt x="199391" y="258575"/>
                </a:lnTo>
                <a:lnTo>
                  <a:pt x="198814" y="256943"/>
                </a:lnTo>
                <a:lnTo>
                  <a:pt x="197806" y="256368"/>
                </a:lnTo>
                <a:lnTo>
                  <a:pt x="194223" y="256039"/>
                </a:lnTo>
                <a:lnTo>
                  <a:pt x="177046" y="255953"/>
                </a:lnTo>
                <a:close/>
                <a:moveTo>
                  <a:pt x="228066" y="256246"/>
                </a:moveTo>
                <a:lnTo>
                  <a:pt x="226211" y="258179"/>
                </a:lnTo>
                <a:lnTo>
                  <a:pt x="224556" y="261860"/>
                </a:lnTo>
                <a:lnTo>
                  <a:pt x="219561" y="278344"/>
                </a:lnTo>
                <a:lnTo>
                  <a:pt x="217499" y="283722"/>
                </a:lnTo>
                <a:lnTo>
                  <a:pt x="217568" y="286274"/>
                </a:lnTo>
                <a:lnTo>
                  <a:pt x="219193" y="287573"/>
                </a:lnTo>
                <a:lnTo>
                  <a:pt x="222621" y="287260"/>
                </a:lnTo>
                <a:lnTo>
                  <a:pt x="224010" y="286103"/>
                </a:lnTo>
                <a:lnTo>
                  <a:pt x="225855" y="282954"/>
                </a:lnTo>
                <a:lnTo>
                  <a:pt x="227215" y="281505"/>
                </a:lnTo>
                <a:lnTo>
                  <a:pt x="228812" y="280779"/>
                </a:lnTo>
                <a:lnTo>
                  <a:pt x="230817" y="280670"/>
                </a:lnTo>
                <a:lnTo>
                  <a:pt x="232601" y="281039"/>
                </a:lnTo>
                <a:lnTo>
                  <a:pt x="233520" y="281605"/>
                </a:lnTo>
                <a:lnTo>
                  <a:pt x="237343" y="287017"/>
                </a:lnTo>
                <a:lnTo>
                  <a:pt x="239583" y="287691"/>
                </a:lnTo>
                <a:lnTo>
                  <a:pt x="242830" y="287172"/>
                </a:lnTo>
                <a:lnTo>
                  <a:pt x="244488" y="285329"/>
                </a:lnTo>
                <a:lnTo>
                  <a:pt x="243820" y="282487"/>
                </a:lnTo>
                <a:lnTo>
                  <a:pt x="236053" y="258652"/>
                </a:lnTo>
                <a:lnTo>
                  <a:pt x="234557" y="256971"/>
                </a:lnTo>
                <a:lnTo>
                  <a:pt x="232242" y="255925"/>
                </a:lnTo>
                <a:lnTo>
                  <a:pt x="230030" y="255664"/>
                </a:lnTo>
                <a:lnTo>
                  <a:pt x="228066" y="256246"/>
                </a:lnTo>
                <a:close/>
                <a:moveTo>
                  <a:pt x="231409" y="270996"/>
                </a:moveTo>
                <a:lnTo>
                  <a:pt x="231946" y="271725"/>
                </a:lnTo>
                <a:lnTo>
                  <a:pt x="231387" y="272637"/>
                </a:lnTo>
                <a:lnTo>
                  <a:pt x="229665" y="272892"/>
                </a:lnTo>
                <a:lnTo>
                  <a:pt x="228744" y="272432"/>
                </a:lnTo>
                <a:lnTo>
                  <a:pt x="228723" y="271431"/>
                </a:lnTo>
                <a:lnTo>
                  <a:pt x="229404" y="270787"/>
                </a:lnTo>
                <a:lnTo>
                  <a:pt x="230345" y="270625"/>
                </a:lnTo>
                <a:lnTo>
                  <a:pt x="231409" y="270996"/>
                </a:lnTo>
                <a:close/>
                <a:moveTo>
                  <a:pt x="291288" y="256120"/>
                </a:moveTo>
                <a:lnTo>
                  <a:pt x="289933" y="257398"/>
                </a:lnTo>
                <a:lnTo>
                  <a:pt x="289336" y="260612"/>
                </a:lnTo>
                <a:lnTo>
                  <a:pt x="289157" y="285203"/>
                </a:lnTo>
                <a:lnTo>
                  <a:pt x="290593" y="286822"/>
                </a:lnTo>
                <a:lnTo>
                  <a:pt x="291622" y="287366"/>
                </a:lnTo>
                <a:lnTo>
                  <a:pt x="294101" y="287482"/>
                </a:lnTo>
                <a:lnTo>
                  <a:pt x="295878" y="286978"/>
                </a:lnTo>
                <a:lnTo>
                  <a:pt x="296820" y="285667"/>
                </a:lnTo>
                <a:lnTo>
                  <a:pt x="297280" y="281036"/>
                </a:lnTo>
                <a:lnTo>
                  <a:pt x="297846" y="279309"/>
                </a:lnTo>
                <a:lnTo>
                  <a:pt x="298812" y="278178"/>
                </a:lnTo>
                <a:lnTo>
                  <a:pt x="301065" y="277363"/>
                </a:lnTo>
                <a:lnTo>
                  <a:pt x="302038" y="277588"/>
                </a:lnTo>
                <a:lnTo>
                  <a:pt x="302860" y="278324"/>
                </a:lnTo>
                <a:lnTo>
                  <a:pt x="305667" y="283801"/>
                </a:lnTo>
                <a:lnTo>
                  <a:pt x="308368" y="287115"/>
                </a:lnTo>
                <a:lnTo>
                  <a:pt x="311059" y="287764"/>
                </a:lnTo>
                <a:lnTo>
                  <a:pt x="315575" y="287023"/>
                </a:lnTo>
                <a:lnTo>
                  <a:pt x="316156" y="286211"/>
                </a:lnTo>
                <a:lnTo>
                  <a:pt x="315468" y="283803"/>
                </a:lnTo>
                <a:lnTo>
                  <a:pt x="308065" y="270208"/>
                </a:lnTo>
                <a:lnTo>
                  <a:pt x="307663" y="268688"/>
                </a:lnTo>
                <a:lnTo>
                  <a:pt x="307945" y="267000"/>
                </a:lnTo>
                <a:lnTo>
                  <a:pt x="308975" y="264987"/>
                </a:lnTo>
                <a:lnTo>
                  <a:pt x="313039" y="259450"/>
                </a:lnTo>
                <a:lnTo>
                  <a:pt x="313355" y="257978"/>
                </a:lnTo>
                <a:lnTo>
                  <a:pt x="313037" y="256743"/>
                </a:lnTo>
                <a:lnTo>
                  <a:pt x="312119" y="255893"/>
                </a:lnTo>
                <a:lnTo>
                  <a:pt x="310635" y="255577"/>
                </a:lnTo>
                <a:lnTo>
                  <a:pt x="308772" y="256078"/>
                </a:lnTo>
                <a:lnTo>
                  <a:pt x="306558" y="257283"/>
                </a:lnTo>
                <a:lnTo>
                  <a:pt x="304774" y="258745"/>
                </a:lnTo>
                <a:lnTo>
                  <a:pt x="300935" y="263987"/>
                </a:lnTo>
                <a:lnTo>
                  <a:pt x="298559" y="266441"/>
                </a:lnTo>
                <a:lnTo>
                  <a:pt x="297801" y="266023"/>
                </a:lnTo>
                <a:lnTo>
                  <a:pt x="297322" y="264718"/>
                </a:lnTo>
                <a:lnTo>
                  <a:pt x="297001" y="258929"/>
                </a:lnTo>
                <a:lnTo>
                  <a:pt x="296396" y="257309"/>
                </a:lnTo>
                <a:lnTo>
                  <a:pt x="295356" y="256370"/>
                </a:lnTo>
                <a:lnTo>
                  <a:pt x="293827" y="255797"/>
                </a:lnTo>
                <a:lnTo>
                  <a:pt x="291288" y="256120"/>
                </a:lnTo>
                <a:close/>
                <a:moveTo>
                  <a:pt x="343144" y="256204"/>
                </a:moveTo>
                <a:lnTo>
                  <a:pt x="340289" y="257270"/>
                </a:lnTo>
                <a:lnTo>
                  <a:pt x="337913" y="258743"/>
                </a:lnTo>
                <a:lnTo>
                  <a:pt x="335156" y="261816"/>
                </a:lnTo>
                <a:lnTo>
                  <a:pt x="333795" y="264509"/>
                </a:lnTo>
                <a:lnTo>
                  <a:pt x="332634" y="268242"/>
                </a:lnTo>
                <a:lnTo>
                  <a:pt x="332361" y="272892"/>
                </a:lnTo>
                <a:lnTo>
                  <a:pt x="334260" y="280599"/>
                </a:lnTo>
                <a:lnTo>
                  <a:pt x="335373" y="282655"/>
                </a:lnTo>
                <a:lnTo>
                  <a:pt x="337085" y="284618"/>
                </a:lnTo>
                <a:lnTo>
                  <a:pt x="338939" y="286248"/>
                </a:lnTo>
                <a:lnTo>
                  <a:pt x="341066" y="287228"/>
                </a:lnTo>
                <a:lnTo>
                  <a:pt x="345383" y="288376"/>
                </a:lnTo>
                <a:lnTo>
                  <a:pt x="347772" y="288384"/>
                </a:lnTo>
                <a:lnTo>
                  <a:pt x="352462" y="287293"/>
                </a:lnTo>
                <a:lnTo>
                  <a:pt x="353884" y="286624"/>
                </a:lnTo>
                <a:lnTo>
                  <a:pt x="357014" y="283812"/>
                </a:lnTo>
                <a:lnTo>
                  <a:pt x="359070" y="280971"/>
                </a:lnTo>
                <a:lnTo>
                  <a:pt x="360820" y="277515"/>
                </a:lnTo>
                <a:lnTo>
                  <a:pt x="360649" y="267255"/>
                </a:lnTo>
                <a:lnTo>
                  <a:pt x="359393" y="263250"/>
                </a:lnTo>
                <a:lnTo>
                  <a:pt x="356680" y="259573"/>
                </a:lnTo>
                <a:lnTo>
                  <a:pt x="354697" y="257767"/>
                </a:lnTo>
                <a:lnTo>
                  <a:pt x="351544" y="256539"/>
                </a:lnTo>
                <a:lnTo>
                  <a:pt x="348530" y="255897"/>
                </a:lnTo>
                <a:lnTo>
                  <a:pt x="345718" y="255788"/>
                </a:lnTo>
                <a:lnTo>
                  <a:pt x="343144" y="256204"/>
                </a:lnTo>
                <a:close/>
                <a:moveTo>
                  <a:pt x="349454" y="263934"/>
                </a:moveTo>
                <a:lnTo>
                  <a:pt x="350801" y="265610"/>
                </a:lnTo>
                <a:lnTo>
                  <a:pt x="351707" y="268001"/>
                </a:lnTo>
                <a:lnTo>
                  <a:pt x="352151" y="272348"/>
                </a:lnTo>
                <a:lnTo>
                  <a:pt x="351778" y="275362"/>
                </a:lnTo>
                <a:lnTo>
                  <a:pt x="350714" y="278419"/>
                </a:lnTo>
                <a:lnTo>
                  <a:pt x="349538" y="280079"/>
                </a:lnTo>
                <a:lnTo>
                  <a:pt x="348045" y="280916"/>
                </a:lnTo>
                <a:lnTo>
                  <a:pt x="345640" y="280924"/>
                </a:lnTo>
                <a:lnTo>
                  <a:pt x="344152" y="280116"/>
                </a:lnTo>
                <a:lnTo>
                  <a:pt x="343278" y="279121"/>
                </a:lnTo>
                <a:lnTo>
                  <a:pt x="341515" y="275668"/>
                </a:lnTo>
                <a:lnTo>
                  <a:pt x="340999" y="273285"/>
                </a:lnTo>
                <a:lnTo>
                  <a:pt x="341346" y="269627"/>
                </a:lnTo>
                <a:lnTo>
                  <a:pt x="342607" y="266079"/>
                </a:lnTo>
                <a:lnTo>
                  <a:pt x="344398" y="263767"/>
                </a:lnTo>
                <a:lnTo>
                  <a:pt x="346926" y="263130"/>
                </a:lnTo>
                <a:lnTo>
                  <a:pt x="349454" y="263934"/>
                </a:lnTo>
                <a:close/>
                <a:moveTo>
                  <a:pt x="382423" y="255995"/>
                </a:moveTo>
                <a:lnTo>
                  <a:pt x="381179" y="257213"/>
                </a:lnTo>
                <a:lnTo>
                  <a:pt x="380594" y="260773"/>
                </a:lnTo>
                <a:lnTo>
                  <a:pt x="380459" y="286164"/>
                </a:lnTo>
                <a:lnTo>
                  <a:pt x="382310" y="287440"/>
                </a:lnTo>
                <a:lnTo>
                  <a:pt x="383802" y="287710"/>
                </a:lnTo>
                <a:lnTo>
                  <a:pt x="385294" y="287440"/>
                </a:lnTo>
                <a:lnTo>
                  <a:pt x="387145" y="286164"/>
                </a:lnTo>
                <a:lnTo>
                  <a:pt x="387771" y="276019"/>
                </a:lnTo>
                <a:lnTo>
                  <a:pt x="387939" y="275091"/>
                </a:lnTo>
                <a:lnTo>
                  <a:pt x="388696" y="274366"/>
                </a:lnTo>
                <a:lnTo>
                  <a:pt x="389823" y="275891"/>
                </a:lnTo>
                <a:lnTo>
                  <a:pt x="392429" y="284008"/>
                </a:lnTo>
                <a:lnTo>
                  <a:pt x="393710" y="286112"/>
                </a:lnTo>
                <a:lnTo>
                  <a:pt x="395197" y="287244"/>
                </a:lnTo>
                <a:lnTo>
                  <a:pt x="397967" y="287293"/>
                </a:lnTo>
                <a:lnTo>
                  <a:pt x="399643" y="286246"/>
                </a:lnTo>
                <a:lnTo>
                  <a:pt x="400412" y="284636"/>
                </a:lnTo>
                <a:lnTo>
                  <a:pt x="401796" y="279123"/>
                </a:lnTo>
                <a:lnTo>
                  <a:pt x="402864" y="277624"/>
                </a:lnTo>
                <a:lnTo>
                  <a:pt x="404151" y="276971"/>
                </a:lnTo>
                <a:lnTo>
                  <a:pt x="405110" y="277192"/>
                </a:lnTo>
                <a:lnTo>
                  <a:pt x="405457" y="277854"/>
                </a:lnTo>
                <a:lnTo>
                  <a:pt x="405196" y="285287"/>
                </a:lnTo>
                <a:lnTo>
                  <a:pt x="406157" y="286290"/>
                </a:lnTo>
                <a:lnTo>
                  <a:pt x="407625" y="287267"/>
                </a:lnTo>
                <a:lnTo>
                  <a:pt x="409416" y="287658"/>
                </a:lnTo>
                <a:lnTo>
                  <a:pt x="412032" y="287204"/>
                </a:lnTo>
                <a:lnTo>
                  <a:pt x="413278" y="286246"/>
                </a:lnTo>
                <a:lnTo>
                  <a:pt x="413721" y="285201"/>
                </a:lnTo>
                <a:lnTo>
                  <a:pt x="413925" y="282602"/>
                </a:lnTo>
                <a:lnTo>
                  <a:pt x="414096" y="267325"/>
                </a:lnTo>
                <a:lnTo>
                  <a:pt x="413826" y="259370"/>
                </a:lnTo>
                <a:lnTo>
                  <a:pt x="413095" y="257035"/>
                </a:lnTo>
                <a:lnTo>
                  <a:pt x="411615" y="256104"/>
                </a:lnTo>
                <a:lnTo>
                  <a:pt x="407132" y="255661"/>
                </a:lnTo>
                <a:lnTo>
                  <a:pt x="405158" y="256196"/>
                </a:lnTo>
                <a:lnTo>
                  <a:pt x="402941" y="257502"/>
                </a:lnTo>
                <a:lnTo>
                  <a:pt x="401573" y="259762"/>
                </a:lnTo>
                <a:lnTo>
                  <a:pt x="399409" y="267768"/>
                </a:lnTo>
                <a:lnTo>
                  <a:pt x="398478" y="269108"/>
                </a:lnTo>
                <a:lnTo>
                  <a:pt x="396421" y="270286"/>
                </a:lnTo>
                <a:lnTo>
                  <a:pt x="395038" y="268305"/>
                </a:lnTo>
                <a:lnTo>
                  <a:pt x="392451" y="259756"/>
                </a:lnTo>
                <a:lnTo>
                  <a:pt x="390766" y="257107"/>
                </a:lnTo>
                <a:lnTo>
                  <a:pt x="389851" y="256362"/>
                </a:lnTo>
                <a:lnTo>
                  <a:pt x="387555" y="255799"/>
                </a:lnTo>
                <a:lnTo>
                  <a:pt x="384678" y="255643"/>
                </a:lnTo>
                <a:lnTo>
                  <a:pt x="382423" y="255995"/>
                </a:lnTo>
                <a:close/>
                <a:moveTo>
                  <a:pt x="437705" y="255911"/>
                </a:moveTo>
                <a:lnTo>
                  <a:pt x="436097" y="256525"/>
                </a:lnTo>
                <a:lnTo>
                  <a:pt x="434571" y="257792"/>
                </a:lnTo>
                <a:lnTo>
                  <a:pt x="434571" y="285955"/>
                </a:lnTo>
                <a:lnTo>
                  <a:pt x="436466" y="287263"/>
                </a:lnTo>
                <a:lnTo>
                  <a:pt x="438387" y="287575"/>
                </a:lnTo>
                <a:lnTo>
                  <a:pt x="441399" y="286848"/>
                </a:lnTo>
                <a:lnTo>
                  <a:pt x="442261" y="285930"/>
                </a:lnTo>
                <a:lnTo>
                  <a:pt x="442897" y="280635"/>
                </a:lnTo>
                <a:lnTo>
                  <a:pt x="442929" y="265271"/>
                </a:lnTo>
                <a:lnTo>
                  <a:pt x="445629" y="263344"/>
                </a:lnTo>
                <a:lnTo>
                  <a:pt x="448476" y="263124"/>
                </a:lnTo>
                <a:lnTo>
                  <a:pt x="450149" y="263528"/>
                </a:lnTo>
                <a:lnTo>
                  <a:pt x="450708" y="264044"/>
                </a:lnTo>
                <a:lnTo>
                  <a:pt x="451387" y="266041"/>
                </a:lnTo>
                <a:lnTo>
                  <a:pt x="451495" y="285579"/>
                </a:lnTo>
                <a:lnTo>
                  <a:pt x="452830" y="286898"/>
                </a:lnTo>
                <a:lnTo>
                  <a:pt x="454367" y="287468"/>
                </a:lnTo>
                <a:lnTo>
                  <a:pt x="457024" y="287396"/>
                </a:lnTo>
                <a:lnTo>
                  <a:pt x="458579" y="286779"/>
                </a:lnTo>
                <a:lnTo>
                  <a:pt x="459601" y="285746"/>
                </a:lnTo>
                <a:lnTo>
                  <a:pt x="459889" y="283028"/>
                </a:lnTo>
                <a:lnTo>
                  <a:pt x="460061" y="258419"/>
                </a:lnTo>
                <a:lnTo>
                  <a:pt x="458178" y="256649"/>
                </a:lnTo>
                <a:lnTo>
                  <a:pt x="456634" y="255953"/>
                </a:lnTo>
                <a:lnTo>
                  <a:pt x="437705" y="255911"/>
                </a:lnTo>
                <a:close/>
                <a:moveTo>
                  <a:pt x="488475" y="256496"/>
                </a:moveTo>
                <a:lnTo>
                  <a:pt x="486360" y="258566"/>
                </a:lnTo>
                <a:lnTo>
                  <a:pt x="485260" y="260890"/>
                </a:lnTo>
                <a:lnTo>
                  <a:pt x="483222" y="268537"/>
                </a:lnTo>
                <a:lnTo>
                  <a:pt x="478149" y="283128"/>
                </a:lnTo>
                <a:lnTo>
                  <a:pt x="477968" y="285831"/>
                </a:lnTo>
                <a:lnTo>
                  <a:pt x="479543" y="287533"/>
                </a:lnTo>
                <a:lnTo>
                  <a:pt x="482836" y="287525"/>
                </a:lnTo>
                <a:lnTo>
                  <a:pt x="484414" y="286264"/>
                </a:lnTo>
                <a:lnTo>
                  <a:pt x="486167" y="282977"/>
                </a:lnTo>
                <a:lnTo>
                  <a:pt x="487347" y="281636"/>
                </a:lnTo>
                <a:lnTo>
                  <a:pt x="488932" y="280937"/>
                </a:lnTo>
                <a:lnTo>
                  <a:pt x="491885" y="280708"/>
                </a:lnTo>
                <a:lnTo>
                  <a:pt x="493620" y="281197"/>
                </a:lnTo>
                <a:lnTo>
                  <a:pt x="494494" y="281924"/>
                </a:lnTo>
                <a:lnTo>
                  <a:pt x="496649" y="285650"/>
                </a:lnTo>
                <a:lnTo>
                  <a:pt x="498028" y="286900"/>
                </a:lnTo>
                <a:lnTo>
                  <a:pt x="500468" y="287627"/>
                </a:lnTo>
                <a:lnTo>
                  <a:pt x="503502" y="287219"/>
                </a:lnTo>
                <a:lnTo>
                  <a:pt x="504437" y="286283"/>
                </a:lnTo>
                <a:lnTo>
                  <a:pt x="504688" y="285370"/>
                </a:lnTo>
                <a:lnTo>
                  <a:pt x="504139" y="281542"/>
                </a:lnTo>
                <a:lnTo>
                  <a:pt x="498689" y="265399"/>
                </a:lnTo>
                <a:lnTo>
                  <a:pt x="496835" y="258790"/>
                </a:lnTo>
                <a:lnTo>
                  <a:pt x="495913" y="257358"/>
                </a:lnTo>
                <a:lnTo>
                  <a:pt x="493897" y="256124"/>
                </a:lnTo>
                <a:lnTo>
                  <a:pt x="490358" y="255678"/>
                </a:lnTo>
                <a:lnTo>
                  <a:pt x="488475" y="256496"/>
                </a:lnTo>
                <a:close/>
                <a:moveTo>
                  <a:pt x="491985" y="270996"/>
                </a:moveTo>
                <a:lnTo>
                  <a:pt x="492440" y="272124"/>
                </a:lnTo>
                <a:lnTo>
                  <a:pt x="491851" y="273019"/>
                </a:lnTo>
                <a:lnTo>
                  <a:pt x="490031" y="273398"/>
                </a:lnTo>
                <a:lnTo>
                  <a:pt x="489105" y="272823"/>
                </a:lnTo>
                <a:lnTo>
                  <a:pt x="488946" y="271385"/>
                </a:lnTo>
                <a:lnTo>
                  <a:pt x="489620" y="270409"/>
                </a:lnTo>
                <a:lnTo>
                  <a:pt x="490764" y="270246"/>
                </a:lnTo>
                <a:lnTo>
                  <a:pt x="491985" y="270996"/>
                </a:lnTo>
                <a:close/>
                <a:moveTo>
                  <a:pt x="525748" y="255995"/>
                </a:moveTo>
                <a:lnTo>
                  <a:pt x="524412" y="257211"/>
                </a:lnTo>
                <a:lnTo>
                  <a:pt x="523774" y="260664"/>
                </a:lnTo>
                <a:lnTo>
                  <a:pt x="523627" y="279610"/>
                </a:lnTo>
                <a:lnTo>
                  <a:pt x="523788" y="285254"/>
                </a:lnTo>
                <a:lnTo>
                  <a:pt x="524099" y="286156"/>
                </a:lnTo>
                <a:lnTo>
                  <a:pt x="525822" y="287380"/>
                </a:lnTo>
                <a:lnTo>
                  <a:pt x="528214" y="287696"/>
                </a:lnTo>
                <a:lnTo>
                  <a:pt x="529741" y="287310"/>
                </a:lnTo>
                <a:lnTo>
                  <a:pt x="531431" y="286081"/>
                </a:lnTo>
                <a:lnTo>
                  <a:pt x="531706" y="278539"/>
                </a:lnTo>
                <a:lnTo>
                  <a:pt x="532151" y="276188"/>
                </a:lnTo>
                <a:lnTo>
                  <a:pt x="533773" y="274938"/>
                </a:lnTo>
                <a:lnTo>
                  <a:pt x="536586" y="274584"/>
                </a:lnTo>
                <a:lnTo>
                  <a:pt x="539252" y="275167"/>
                </a:lnTo>
                <a:lnTo>
                  <a:pt x="540289" y="276052"/>
                </a:lnTo>
                <a:lnTo>
                  <a:pt x="540707" y="285705"/>
                </a:lnTo>
                <a:lnTo>
                  <a:pt x="542266" y="287160"/>
                </a:lnTo>
                <a:lnTo>
                  <a:pt x="543483" y="287628"/>
                </a:lnTo>
                <a:lnTo>
                  <a:pt x="545602" y="287667"/>
                </a:lnTo>
                <a:lnTo>
                  <a:pt x="547456" y="286920"/>
                </a:lnTo>
                <a:lnTo>
                  <a:pt x="548646" y="285579"/>
                </a:lnTo>
                <a:lnTo>
                  <a:pt x="548646" y="258711"/>
                </a:lnTo>
                <a:lnTo>
                  <a:pt x="547644" y="257111"/>
                </a:lnTo>
                <a:lnTo>
                  <a:pt x="546661" y="256152"/>
                </a:lnTo>
                <a:lnTo>
                  <a:pt x="545638" y="255786"/>
                </a:lnTo>
                <a:lnTo>
                  <a:pt x="543798" y="255764"/>
                </a:lnTo>
                <a:lnTo>
                  <a:pt x="542364" y="256422"/>
                </a:lnTo>
                <a:lnTo>
                  <a:pt x="541046" y="258591"/>
                </a:lnTo>
                <a:lnTo>
                  <a:pt x="540846" y="264477"/>
                </a:lnTo>
                <a:lnTo>
                  <a:pt x="540340" y="266174"/>
                </a:lnTo>
                <a:lnTo>
                  <a:pt x="539247" y="267211"/>
                </a:lnTo>
                <a:lnTo>
                  <a:pt x="536356" y="267674"/>
                </a:lnTo>
                <a:lnTo>
                  <a:pt x="533472" y="267300"/>
                </a:lnTo>
                <a:lnTo>
                  <a:pt x="532110" y="266368"/>
                </a:lnTo>
                <a:lnTo>
                  <a:pt x="531582" y="264286"/>
                </a:lnTo>
                <a:lnTo>
                  <a:pt x="531514" y="258001"/>
                </a:lnTo>
                <a:lnTo>
                  <a:pt x="528669" y="255763"/>
                </a:lnTo>
                <a:lnTo>
                  <a:pt x="527298" y="255616"/>
                </a:lnTo>
                <a:lnTo>
                  <a:pt x="525748" y="255995"/>
                </a:lnTo>
                <a:close/>
                <a:moveTo>
                  <a:pt x="571754" y="256413"/>
                </a:moveTo>
                <a:lnTo>
                  <a:pt x="570231" y="257678"/>
                </a:lnTo>
                <a:lnTo>
                  <a:pt x="569901" y="258850"/>
                </a:lnTo>
                <a:lnTo>
                  <a:pt x="569623" y="285287"/>
                </a:lnTo>
                <a:lnTo>
                  <a:pt x="570921" y="286725"/>
                </a:lnTo>
                <a:lnTo>
                  <a:pt x="572540" y="287464"/>
                </a:lnTo>
                <a:lnTo>
                  <a:pt x="574470" y="287667"/>
                </a:lnTo>
                <a:lnTo>
                  <a:pt x="576183" y="287251"/>
                </a:lnTo>
                <a:lnTo>
                  <a:pt x="578440" y="284613"/>
                </a:lnTo>
                <a:lnTo>
                  <a:pt x="581991" y="278748"/>
                </a:lnTo>
                <a:lnTo>
                  <a:pt x="586003" y="274255"/>
                </a:lnTo>
                <a:lnTo>
                  <a:pt x="587167" y="275794"/>
                </a:lnTo>
                <a:lnTo>
                  <a:pt x="587450" y="276815"/>
                </a:lnTo>
                <a:lnTo>
                  <a:pt x="587299" y="283426"/>
                </a:lnTo>
                <a:lnTo>
                  <a:pt x="587591" y="285872"/>
                </a:lnTo>
                <a:lnTo>
                  <a:pt x="588511" y="286915"/>
                </a:lnTo>
                <a:lnTo>
                  <a:pt x="589929" y="287522"/>
                </a:lnTo>
                <a:lnTo>
                  <a:pt x="592365" y="287555"/>
                </a:lnTo>
                <a:lnTo>
                  <a:pt x="593780" y="286954"/>
                </a:lnTo>
                <a:lnTo>
                  <a:pt x="595029" y="285579"/>
                </a:lnTo>
                <a:lnTo>
                  <a:pt x="595029" y="258001"/>
                </a:lnTo>
                <a:lnTo>
                  <a:pt x="592191" y="255708"/>
                </a:lnTo>
                <a:lnTo>
                  <a:pt x="590492" y="255614"/>
                </a:lnTo>
                <a:lnTo>
                  <a:pt x="588744" y="256491"/>
                </a:lnTo>
                <a:lnTo>
                  <a:pt x="586090" y="259591"/>
                </a:lnTo>
                <a:lnTo>
                  <a:pt x="580923" y="267727"/>
                </a:lnTo>
                <a:lnTo>
                  <a:pt x="579375" y="269199"/>
                </a:lnTo>
                <a:lnTo>
                  <a:pt x="578760" y="268930"/>
                </a:lnTo>
                <a:lnTo>
                  <a:pt x="578119" y="267293"/>
                </a:lnTo>
                <a:lnTo>
                  <a:pt x="577751" y="259527"/>
                </a:lnTo>
                <a:lnTo>
                  <a:pt x="577052" y="256956"/>
                </a:lnTo>
                <a:lnTo>
                  <a:pt x="575974" y="256037"/>
                </a:lnTo>
                <a:lnTo>
                  <a:pt x="574684" y="255642"/>
                </a:lnTo>
                <a:lnTo>
                  <a:pt x="573456" y="255673"/>
                </a:lnTo>
                <a:lnTo>
                  <a:pt x="571754" y="256413"/>
                </a:lnTo>
                <a:close/>
                <a:moveTo>
                  <a:pt x="617133" y="257207"/>
                </a:moveTo>
                <a:lnTo>
                  <a:pt x="615921" y="258460"/>
                </a:lnTo>
                <a:lnTo>
                  <a:pt x="616130" y="281401"/>
                </a:lnTo>
                <a:lnTo>
                  <a:pt x="616360" y="285494"/>
                </a:lnTo>
                <a:lnTo>
                  <a:pt x="616844" y="286352"/>
                </a:lnTo>
                <a:lnTo>
                  <a:pt x="618201" y="287165"/>
                </a:lnTo>
                <a:lnTo>
                  <a:pt x="619949" y="287538"/>
                </a:lnTo>
                <a:lnTo>
                  <a:pt x="621731" y="287445"/>
                </a:lnTo>
                <a:lnTo>
                  <a:pt x="623193" y="286859"/>
                </a:lnTo>
                <a:lnTo>
                  <a:pt x="628823" y="277438"/>
                </a:lnTo>
                <a:lnTo>
                  <a:pt x="630405" y="276120"/>
                </a:lnTo>
                <a:lnTo>
                  <a:pt x="632248" y="275304"/>
                </a:lnTo>
                <a:lnTo>
                  <a:pt x="632872" y="275479"/>
                </a:lnTo>
                <a:lnTo>
                  <a:pt x="633184" y="276360"/>
                </a:lnTo>
                <a:lnTo>
                  <a:pt x="634015" y="286373"/>
                </a:lnTo>
                <a:lnTo>
                  <a:pt x="635581" y="287337"/>
                </a:lnTo>
                <a:lnTo>
                  <a:pt x="637971" y="287631"/>
                </a:lnTo>
                <a:lnTo>
                  <a:pt x="640203" y="287193"/>
                </a:lnTo>
                <a:lnTo>
                  <a:pt x="641829" y="286039"/>
                </a:lnTo>
                <a:lnTo>
                  <a:pt x="641708" y="261679"/>
                </a:lnTo>
                <a:lnTo>
                  <a:pt x="640908" y="257073"/>
                </a:lnTo>
                <a:lnTo>
                  <a:pt x="639673" y="256135"/>
                </a:lnTo>
                <a:lnTo>
                  <a:pt x="637650" y="255995"/>
                </a:lnTo>
                <a:lnTo>
                  <a:pt x="636397" y="256205"/>
                </a:lnTo>
                <a:lnTo>
                  <a:pt x="634568" y="257259"/>
                </a:lnTo>
                <a:lnTo>
                  <a:pt x="632898" y="259103"/>
                </a:lnTo>
                <a:lnTo>
                  <a:pt x="627413" y="267988"/>
                </a:lnTo>
                <a:lnTo>
                  <a:pt x="625960" y="268917"/>
                </a:lnTo>
                <a:lnTo>
                  <a:pt x="625123" y="268667"/>
                </a:lnTo>
                <a:lnTo>
                  <a:pt x="624573" y="267654"/>
                </a:lnTo>
                <a:lnTo>
                  <a:pt x="624279" y="258043"/>
                </a:lnTo>
                <a:lnTo>
                  <a:pt x="622733" y="256625"/>
                </a:lnTo>
                <a:lnTo>
                  <a:pt x="620900" y="255961"/>
                </a:lnTo>
                <a:lnTo>
                  <a:pt x="618896" y="256160"/>
                </a:lnTo>
                <a:lnTo>
                  <a:pt x="617133" y="257207"/>
                </a:lnTo>
                <a:close/>
                <a:moveTo>
                  <a:pt x="825101" y="258544"/>
                </a:moveTo>
                <a:lnTo>
                  <a:pt x="824808" y="260215"/>
                </a:lnTo>
                <a:lnTo>
                  <a:pt x="827243" y="265620"/>
                </a:lnTo>
                <a:lnTo>
                  <a:pt x="826721" y="266716"/>
                </a:lnTo>
                <a:lnTo>
                  <a:pt x="823789" y="267452"/>
                </a:lnTo>
                <a:lnTo>
                  <a:pt x="816202" y="266824"/>
                </a:lnTo>
                <a:lnTo>
                  <a:pt x="811783" y="267395"/>
                </a:lnTo>
                <a:lnTo>
                  <a:pt x="809139" y="268841"/>
                </a:lnTo>
                <a:lnTo>
                  <a:pt x="808753" y="270771"/>
                </a:lnTo>
                <a:lnTo>
                  <a:pt x="809655" y="272726"/>
                </a:lnTo>
                <a:lnTo>
                  <a:pt x="811657" y="273971"/>
                </a:lnTo>
                <a:lnTo>
                  <a:pt x="816295" y="275342"/>
                </a:lnTo>
                <a:lnTo>
                  <a:pt x="821768" y="275955"/>
                </a:lnTo>
                <a:lnTo>
                  <a:pt x="823231" y="276507"/>
                </a:lnTo>
                <a:lnTo>
                  <a:pt x="824816" y="277895"/>
                </a:lnTo>
                <a:lnTo>
                  <a:pt x="827872" y="284490"/>
                </a:lnTo>
                <a:lnTo>
                  <a:pt x="832055" y="296261"/>
                </a:lnTo>
                <a:lnTo>
                  <a:pt x="837950" y="304803"/>
                </a:lnTo>
                <a:lnTo>
                  <a:pt x="841837" y="313938"/>
                </a:lnTo>
                <a:lnTo>
                  <a:pt x="842687" y="319133"/>
                </a:lnTo>
                <a:lnTo>
                  <a:pt x="842984" y="336587"/>
                </a:lnTo>
                <a:lnTo>
                  <a:pt x="844197" y="342617"/>
                </a:lnTo>
                <a:lnTo>
                  <a:pt x="842792" y="351497"/>
                </a:lnTo>
                <a:lnTo>
                  <a:pt x="841038" y="370964"/>
                </a:lnTo>
                <a:lnTo>
                  <a:pt x="840177" y="374940"/>
                </a:lnTo>
                <a:lnTo>
                  <a:pt x="838229" y="379659"/>
                </a:lnTo>
                <a:lnTo>
                  <a:pt x="836953" y="381616"/>
                </a:lnTo>
                <a:lnTo>
                  <a:pt x="835202" y="383107"/>
                </a:lnTo>
                <a:lnTo>
                  <a:pt x="833000" y="384117"/>
                </a:lnTo>
                <a:lnTo>
                  <a:pt x="830371" y="384630"/>
                </a:lnTo>
                <a:lnTo>
                  <a:pt x="826605" y="384695"/>
                </a:lnTo>
                <a:lnTo>
                  <a:pt x="822452" y="379459"/>
                </a:lnTo>
                <a:lnTo>
                  <a:pt x="822489" y="378468"/>
                </a:lnTo>
                <a:lnTo>
                  <a:pt x="823210" y="377701"/>
                </a:lnTo>
                <a:lnTo>
                  <a:pt x="828210" y="376770"/>
                </a:lnTo>
                <a:lnTo>
                  <a:pt x="829724" y="376023"/>
                </a:lnTo>
                <a:lnTo>
                  <a:pt x="830533" y="375001"/>
                </a:lnTo>
                <a:lnTo>
                  <a:pt x="830658" y="355654"/>
                </a:lnTo>
                <a:lnTo>
                  <a:pt x="828449" y="349895"/>
                </a:lnTo>
                <a:lnTo>
                  <a:pt x="827227" y="341852"/>
                </a:lnTo>
                <a:lnTo>
                  <a:pt x="826172" y="338597"/>
                </a:lnTo>
                <a:lnTo>
                  <a:pt x="823428" y="334324"/>
                </a:lnTo>
                <a:lnTo>
                  <a:pt x="817955" y="329542"/>
                </a:lnTo>
                <a:lnTo>
                  <a:pt x="815411" y="328416"/>
                </a:lnTo>
                <a:lnTo>
                  <a:pt x="813481" y="329009"/>
                </a:lnTo>
                <a:lnTo>
                  <a:pt x="804476" y="342336"/>
                </a:lnTo>
                <a:lnTo>
                  <a:pt x="802465" y="344149"/>
                </a:lnTo>
                <a:lnTo>
                  <a:pt x="800445" y="344320"/>
                </a:lnTo>
                <a:lnTo>
                  <a:pt x="797139" y="341932"/>
                </a:lnTo>
                <a:lnTo>
                  <a:pt x="795480" y="341180"/>
                </a:lnTo>
                <a:lnTo>
                  <a:pt x="794013" y="341252"/>
                </a:lnTo>
                <a:lnTo>
                  <a:pt x="792550" y="342408"/>
                </a:lnTo>
                <a:lnTo>
                  <a:pt x="795934" y="353257"/>
                </a:lnTo>
                <a:lnTo>
                  <a:pt x="797198" y="354195"/>
                </a:lnTo>
                <a:lnTo>
                  <a:pt x="800409" y="354801"/>
                </a:lnTo>
                <a:lnTo>
                  <a:pt x="803317" y="354387"/>
                </a:lnTo>
                <a:lnTo>
                  <a:pt x="805654" y="353012"/>
                </a:lnTo>
                <a:lnTo>
                  <a:pt x="809775" y="349124"/>
                </a:lnTo>
                <a:lnTo>
                  <a:pt x="816367" y="341985"/>
                </a:lnTo>
                <a:lnTo>
                  <a:pt x="817276" y="341960"/>
                </a:lnTo>
                <a:lnTo>
                  <a:pt x="818133" y="342965"/>
                </a:lnTo>
                <a:lnTo>
                  <a:pt x="818530" y="344929"/>
                </a:lnTo>
                <a:lnTo>
                  <a:pt x="818582" y="350556"/>
                </a:lnTo>
                <a:lnTo>
                  <a:pt x="821716" y="356072"/>
                </a:lnTo>
                <a:lnTo>
                  <a:pt x="822009" y="365850"/>
                </a:lnTo>
                <a:lnTo>
                  <a:pt x="819979" y="367638"/>
                </a:lnTo>
                <a:lnTo>
                  <a:pt x="815898" y="368349"/>
                </a:lnTo>
                <a:lnTo>
                  <a:pt x="814136" y="369614"/>
                </a:lnTo>
                <a:lnTo>
                  <a:pt x="811249" y="374671"/>
                </a:lnTo>
                <a:lnTo>
                  <a:pt x="810305" y="377011"/>
                </a:lnTo>
                <a:lnTo>
                  <a:pt x="810089" y="378694"/>
                </a:lnTo>
                <a:lnTo>
                  <a:pt x="811227" y="380929"/>
                </a:lnTo>
                <a:lnTo>
                  <a:pt x="817184" y="387824"/>
                </a:lnTo>
                <a:lnTo>
                  <a:pt x="818865" y="391748"/>
                </a:lnTo>
                <a:lnTo>
                  <a:pt x="818474" y="394070"/>
                </a:lnTo>
                <a:lnTo>
                  <a:pt x="814339" y="399286"/>
                </a:lnTo>
                <a:lnTo>
                  <a:pt x="814299" y="401107"/>
                </a:lnTo>
                <a:lnTo>
                  <a:pt x="816436" y="403336"/>
                </a:lnTo>
                <a:lnTo>
                  <a:pt x="818362" y="404128"/>
                </a:lnTo>
                <a:lnTo>
                  <a:pt x="821701" y="404683"/>
                </a:lnTo>
                <a:lnTo>
                  <a:pt x="824499" y="404341"/>
                </a:lnTo>
                <a:lnTo>
                  <a:pt x="825583" y="403565"/>
                </a:lnTo>
                <a:lnTo>
                  <a:pt x="827887" y="400432"/>
                </a:lnTo>
                <a:lnTo>
                  <a:pt x="829726" y="395979"/>
                </a:lnTo>
                <a:lnTo>
                  <a:pt x="831797" y="393982"/>
                </a:lnTo>
                <a:lnTo>
                  <a:pt x="835109" y="392594"/>
                </a:lnTo>
                <a:lnTo>
                  <a:pt x="840990" y="391165"/>
                </a:lnTo>
                <a:lnTo>
                  <a:pt x="844430" y="386445"/>
                </a:lnTo>
                <a:lnTo>
                  <a:pt x="848292" y="380140"/>
                </a:lnTo>
                <a:lnTo>
                  <a:pt x="850909" y="361949"/>
                </a:lnTo>
                <a:lnTo>
                  <a:pt x="851960" y="348507"/>
                </a:lnTo>
                <a:lnTo>
                  <a:pt x="851802" y="313450"/>
                </a:lnTo>
                <a:lnTo>
                  <a:pt x="847398" y="303595"/>
                </a:lnTo>
                <a:lnTo>
                  <a:pt x="844942" y="299624"/>
                </a:lnTo>
                <a:lnTo>
                  <a:pt x="842510" y="296606"/>
                </a:lnTo>
                <a:lnTo>
                  <a:pt x="839094" y="290581"/>
                </a:lnTo>
                <a:lnTo>
                  <a:pt x="838691" y="288927"/>
                </a:lnTo>
                <a:lnTo>
                  <a:pt x="839102" y="286580"/>
                </a:lnTo>
                <a:lnTo>
                  <a:pt x="839953" y="286203"/>
                </a:lnTo>
                <a:lnTo>
                  <a:pt x="842157" y="287852"/>
                </a:lnTo>
                <a:lnTo>
                  <a:pt x="849915" y="298073"/>
                </a:lnTo>
                <a:lnTo>
                  <a:pt x="853779" y="303815"/>
                </a:lnTo>
                <a:lnTo>
                  <a:pt x="856475" y="306824"/>
                </a:lnTo>
                <a:lnTo>
                  <a:pt x="858825" y="308820"/>
                </a:lnTo>
                <a:lnTo>
                  <a:pt x="860829" y="312052"/>
                </a:lnTo>
                <a:lnTo>
                  <a:pt x="862723" y="316417"/>
                </a:lnTo>
                <a:lnTo>
                  <a:pt x="864839" y="320122"/>
                </a:lnTo>
                <a:lnTo>
                  <a:pt x="867482" y="323479"/>
                </a:lnTo>
                <a:lnTo>
                  <a:pt x="870356" y="326154"/>
                </a:lnTo>
                <a:lnTo>
                  <a:pt x="873163" y="327814"/>
                </a:lnTo>
                <a:lnTo>
                  <a:pt x="874450" y="328159"/>
                </a:lnTo>
                <a:lnTo>
                  <a:pt x="876688" y="327851"/>
                </a:lnTo>
                <a:lnTo>
                  <a:pt x="877916" y="326074"/>
                </a:lnTo>
                <a:lnTo>
                  <a:pt x="878461" y="322351"/>
                </a:lnTo>
                <a:lnTo>
                  <a:pt x="880884" y="321415"/>
                </a:lnTo>
                <a:lnTo>
                  <a:pt x="883839" y="320903"/>
                </a:lnTo>
                <a:lnTo>
                  <a:pt x="884651" y="319609"/>
                </a:lnTo>
                <a:lnTo>
                  <a:pt x="883894" y="317581"/>
                </a:lnTo>
                <a:lnTo>
                  <a:pt x="881202" y="314871"/>
                </a:lnTo>
                <a:lnTo>
                  <a:pt x="870203" y="309440"/>
                </a:lnTo>
                <a:lnTo>
                  <a:pt x="868007" y="307723"/>
                </a:lnTo>
                <a:lnTo>
                  <a:pt x="866359" y="305454"/>
                </a:lnTo>
                <a:lnTo>
                  <a:pt x="864964" y="300748"/>
                </a:lnTo>
                <a:lnTo>
                  <a:pt x="864431" y="296833"/>
                </a:lnTo>
                <a:lnTo>
                  <a:pt x="865113" y="295257"/>
                </a:lnTo>
                <a:lnTo>
                  <a:pt x="868913" y="292437"/>
                </a:lnTo>
                <a:lnTo>
                  <a:pt x="868976" y="290009"/>
                </a:lnTo>
                <a:lnTo>
                  <a:pt x="868145" y="288405"/>
                </a:lnTo>
                <a:lnTo>
                  <a:pt x="845221" y="272318"/>
                </a:lnTo>
                <a:lnTo>
                  <a:pt x="843176" y="270205"/>
                </a:lnTo>
                <a:lnTo>
                  <a:pt x="839170" y="264931"/>
                </a:lnTo>
                <a:lnTo>
                  <a:pt x="832831" y="258878"/>
                </a:lnTo>
                <a:lnTo>
                  <a:pt x="831177" y="258097"/>
                </a:lnTo>
                <a:lnTo>
                  <a:pt x="828417" y="257583"/>
                </a:lnTo>
                <a:lnTo>
                  <a:pt x="826053" y="257881"/>
                </a:lnTo>
                <a:lnTo>
                  <a:pt x="825101" y="258544"/>
                </a:lnTo>
                <a:close/>
                <a:moveTo>
                  <a:pt x="561809" y="301541"/>
                </a:moveTo>
                <a:lnTo>
                  <a:pt x="557088" y="302261"/>
                </a:lnTo>
                <a:lnTo>
                  <a:pt x="552647" y="303449"/>
                </a:lnTo>
                <a:lnTo>
                  <a:pt x="548517" y="305081"/>
                </a:lnTo>
                <a:lnTo>
                  <a:pt x="544728" y="307133"/>
                </a:lnTo>
                <a:lnTo>
                  <a:pt x="541308" y="309580"/>
                </a:lnTo>
                <a:lnTo>
                  <a:pt x="538288" y="312396"/>
                </a:lnTo>
                <a:lnTo>
                  <a:pt x="535698" y="315558"/>
                </a:lnTo>
                <a:lnTo>
                  <a:pt x="533567" y="319039"/>
                </a:lnTo>
                <a:lnTo>
                  <a:pt x="531926" y="322816"/>
                </a:lnTo>
                <a:lnTo>
                  <a:pt x="530804" y="326864"/>
                </a:lnTo>
                <a:lnTo>
                  <a:pt x="530052" y="330583"/>
                </a:lnTo>
                <a:lnTo>
                  <a:pt x="530052" y="391172"/>
                </a:lnTo>
                <a:lnTo>
                  <a:pt x="531542" y="398370"/>
                </a:lnTo>
                <a:lnTo>
                  <a:pt x="533928" y="404139"/>
                </a:lnTo>
                <a:lnTo>
                  <a:pt x="535540" y="406801"/>
                </a:lnTo>
                <a:lnTo>
                  <a:pt x="539508" y="411570"/>
                </a:lnTo>
                <a:lnTo>
                  <a:pt x="544344" y="415446"/>
                </a:lnTo>
                <a:lnTo>
                  <a:pt x="549900" y="418249"/>
                </a:lnTo>
                <a:lnTo>
                  <a:pt x="556638" y="420348"/>
                </a:lnTo>
                <a:lnTo>
                  <a:pt x="570067" y="420883"/>
                </a:lnTo>
                <a:lnTo>
                  <a:pt x="610442" y="420808"/>
                </a:lnTo>
                <a:lnTo>
                  <a:pt x="616064" y="420095"/>
                </a:lnTo>
                <a:lnTo>
                  <a:pt x="624077" y="417081"/>
                </a:lnTo>
                <a:lnTo>
                  <a:pt x="629517" y="413423"/>
                </a:lnTo>
                <a:lnTo>
                  <a:pt x="634056" y="409122"/>
                </a:lnTo>
                <a:lnTo>
                  <a:pt x="637934" y="403042"/>
                </a:lnTo>
                <a:lnTo>
                  <a:pt x="640829" y="394300"/>
                </a:lnTo>
                <a:lnTo>
                  <a:pt x="641395" y="386455"/>
                </a:lnTo>
                <a:lnTo>
                  <a:pt x="641522" y="377188"/>
                </a:lnTo>
                <a:lnTo>
                  <a:pt x="641202" y="327658"/>
                </a:lnTo>
                <a:lnTo>
                  <a:pt x="637418" y="318528"/>
                </a:lnTo>
                <a:lnTo>
                  <a:pt x="635159" y="315075"/>
                </a:lnTo>
                <a:lnTo>
                  <a:pt x="632301" y="311611"/>
                </a:lnTo>
                <a:lnTo>
                  <a:pt x="627246" y="307407"/>
                </a:lnTo>
                <a:lnTo>
                  <a:pt x="621702" y="304493"/>
                </a:lnTo>
                <a:lnTo>
                  <a:pt x="611534" y="301374"/>
                </a:lnTo>
                <a:lnTo>
                  <a:pt x="561809" y="301541"/>
                </a:lnTo>
                <a:close/>
                <a:moveTo>
                  <a:pt x="608024" y="327658"/>
                </a:moveTo>
                <a:lnTo>
                  <a:pt x="610419" y="329036"/>
                </a:lnTo>
                <a:lnTo>
                  <a:pt x="613390" y="332044"/>
                </a:lnTo>
                <a:lnTo>
                  <a:pt x="614626" y="334343"/>
                </a:lnTo>
                <a:lnTo>
                  <a:pt x="614805" y="336388"/>
                </a:lnTo>
                <a:lnTo>
                  <a:pt x="615093" y="353703"/>
                </a:lnTo>
                <a:lnTo>
                  <a:pt x="614910" y="381936"/>
                </a:lnTo>
                <a:lnTo>
                  <a:pt x="614584" y="388163"/>
                </a:lnTo>
                <a:lnTo>
                  <a:pt x="613075" y="390817"/>
                </a:lnTo>
                <a:lnTo>
                  <a:pt x="610113" y="394139"/>
                </a:lnTo>
                <a:lnTo>
                  <a:pt x="602675" y="396437"/>
                </a:lnTo>
                <a:lnTo>
                  <a:pt x="566823" y="396186"/>
                </a:lnTo>
                <a:lnTo>
                  <a:pt x="560556" y="393601"/>
                </a:lnTo>
                <a:lnTo>
                  <a:pt x="558203" y="391038"/>
                </a:lnTo>
                <a:lnTo>
                  <a:pt x="555625" y="386158"/>
                </a:lnTo>
                <a:lnTo>
                  <a:pt x="555708" y="336725"/>
                </a:lnTo>
                <a:lnTo>
                  <a:pt x="558573" y="331100"/>
                </a:lnTo>
                <a:lnTo>
                  <a:pt x="561648" y="328314"/>
                </a:lnTo>
                <a:lnTo>
                  <a:pt x="563230" y="327616"/>
                </a:lnTo>
                <a:lnTo>
                  <a:pt x="565004" y="327381"/>
                </a:lnTo>
                <a:lnTo>
                  <a:pt x="591853" y="327029"/>
                </a:lnTo>
                <a:lnTo>
                  <a:pt x="608024" y="327658"/>
                </a:lnTo>
                <a:close/>
                <a:moveTo>
                  <a:pt x="25364" y="304049"/>
                </a:moveTo>
                <a:lnTo>
                  <a:pt x="1588" y="304258"/>
                </a:lnTo>
                <a:lnTo>
                  <a:pt x="0" y="306221"/>
                </a:lnTo>
                <a:lnTo>
                  <a:pt x="0" y="326529"/>
                </a:lnTo>
                <a:lnTo>
                  <a:pt x="1588" y="328493"/>
                </a:lnTo>
                <a:lnTo>
                  <a:pt x="60631" y="328702"/>
                </a:lnTo>
                <a:lnTo>
                  <a:pt x="64653" y="330413"/>
                </a:lnTo>
                <a:lnTo>
                  <a:pt x="66343" y="331530"/>
                </a:lnTo>
                <a:lnTo>
                  <a:pt x="69364" y="335513"/>
                </a:lnTo>
                <a:lnTo>
                  <a:pt x="69260" y="344628"/>
                </a:lnTo>
                <a:lnTo>
                  <a:pt x="68737" y="346868"/>
                </a:lnTo>
                <a:lnTo>
                  <a:pt x="66732" y="347581"/>
                </a:lnTo>
                <a:lnTo>
                  <a:pt x="63497" y="347809"/>
                </a:lnTo>
                <a:lnTo>
                  <a:pt x="30629" y="348258"/>
                </a:lnTo>
                <a:lnTo>
                  <a:pt x="29834" y="349438"/>
                </a:lnTo>
                <a:lnTo>
                  <a:pt x="29410" y="352280"/>
                </a:lnTo>
                <a:lnTo>
                  <a:pt x="29358" y="367060"/>
                </a:lnTo>
                <a:lnTo>
                  <a:pt x="29971" y="371735"/>
                </a:lnTo>
                <a:lnTo>
                  <a:pt x="30550" y="372724"/>
                </a:lnTo>
                <a:lnTo>
                  <a:pt x="31263" y="373068"/>
                </a:lnTo>
                <a:lnTo>
                  <a:pt x="67609" y="373413"/>
                </a:lnTo>
                <a:lnTo>
                  <a:pt x="69573" y="375001"/>
                </a:lnTo>
                <a:lnTo>
                  <a:pt x="68944" y="387408"/>
                </a:lnTo>
                <a:lnTo>
                  <a:pt x="68052" y="389066"/>
                </a:lnTo>
                <a:lnTo>
                  <a:pt x="65940" y="391101"/>
                </a:lnTo>
                <a:lnTo>
                  <a:pt x="61216" y="393679"/>
                </a:lnTo>
                <a:lnTo>
                  <a:pt x="1755" y="394097"/>
                </a:lnTo>
                <a:lnTo>
                  <a:pt x="0" y="395685"/>
                </a:lnTo>
                <a:lnTo>
                  <a:pt x="0" y="416786"/>
                </a:lnTo>
                <a:lnTo>
                  <a:pt x="1588" y="418750"/>
                </a:lnTo>
                <a:lnTo>
                  <a:pt x="59189" y="418782"/>
                </a:lnTo>
                <a:lnTo>
                  <a:pt x="67278" y="418262"/>
                </a:lnTo>
                <a:lnTo>
                  <a:pt x="73419" y="417427"/>
                </a:lnTo>
                <a:lnTo>
                  <a:pt x="77513" y="416238"/>
                </a:lnTo>
                <a:lnTo>
                  <a:pt x="83113" y="413867"/>
                </a:lnTo>
                <a:lnTo>
                  <a:pt x="88182" y="409565"/>
                </a:lnTo>
                <a:lnTo>
                  <a:pt x="91469" y="404768"/>
                </a:lnTo>
                <a:lnTo>
                  <a:pt x="93200" y="400701"/>
                </a:lnTo>
                <a:lnTo>
                  <a:pt x="95204" y="394133"/>
                </a:lnTo>
                <a:lnTo>
                  <a:pt x="95713" y="390383"/>
                </a:lnTo>
                <a:lnTo>
                  <a:pt x="96337" y="370583"/>
                </a:lnTo>
                <a:lnTo>
                  <a:pt x="95888" y="335660"/>
                </a:lnTo>
                <a:lnTo>
                  <a:pt x="95145" y="327798"/>
                </a:lnTo>
                <a:lnTo>
                  <a:pt x="92106" y="318305"/>
                </a:lnTo>
                <a:lnTo>
                  <a:pt x="89894" y="314606"/>
                </a:lnTo>
                <a:lnTo>
                  <a:pt x="88497" y="312959"/>
                </a:lnTo>
                <a:lnTo>
                  <a:pt x="85111" y="310063"/>
                </a:lnTo>
                <a:lnTo>
                  <a:pt x="80919" y="307683"/>
                </a:lnTo>
                <a:lnTo>
                  <a:pt x="74179" y="305280"/>
                </a:lnTo>
                <a:lnTo>
                  <a:pt x="68735" y="304419"/>
                </a:lnTo>
                <a:lnTo>
                  <a:pt x="60145" y="303994"/>
                </a:lnTo>
                <a:lnTo>
                  <a:pt x="25364" y="304049"/>
                </a:lnTo>
                <a:close/>
                <a:moveTo>
                  <a:pt x="190668" y="303965"/>
                </a:moveTo>
                <a:lnTo>
                  <a:pt x="188053" y="304401"/>
                </a:lnTo>
                <a:lnTo>
                  <a:pt x="187534" y="304759"/>
                </a:lnTo>
                <a:lnTo>
                  <a:pt x="187312" y="305592"/>
                </a:lnTo>
                <a:lnTo>
                  <a:pt x="186573" y="344915"/>
                </a:lnTo>
                <a:lnTo>
                  <a:pt x="184985" y="346670"/>
                </a:lnTo>
                <a:lnTo>
                  <a:pt x="147687" y="346627"/>
                </a:lnTo>
                <a:lnTo>
                  <a:pt x="134550" y="346252"/>
                </a:lnTo>
                <a:lnTo>
                  <a:pt x="133526" y="344733"/>
                </a:lnTo>
                <a:lnTo>
                  <a:pt x="133034" y="339922"/>
                </a:lnTo>
                <a:lnTo>
                  <a:pt x="132879" y="305344"/>
                </a:lnTo>
                <a:lnTo>
                  <a:pt x="131295" y="304423"/>
                </a:lnTo>
                <a:lnTo>
                  <a:pt x="129102" y="304164"/>
                </a:lnTo>
                <a:lnTo>
                  <a:pt x="108225" y="304049"/>
                </a:lnTo>
                <a:lnTo>
                  <a:pt x="106554" y="305720"/>
                </a:lnTo>
                <a:lnTo>
                  <a:pt x="106554" y="416870"/>
                </a:lnTo>
                <a:lnTo>
                  <a:pt x="107735" y="417987"/>
                </a:lnTo>
                <a:lnTo>
                  <a:pt x="109708" y="418644"/>
                </a:lnTo>
                <a:lnTo>
                  <a:pt x="112161" y="418858"/>
                </a:lnTo>
                <a:lnTo>
                  <a:pt x="131165" y="418750"/>
                </a:lnTo>
                <a:lnTo>
                  <a:pt x="132962" y="416954"/>
                </a:lnTo>
                <a:lnTo>
                  <a:pt x="132943" y="382004"/>
                </a:lnTo>
                <a:lnTo>
                  <a:pt x="133500" y="373761"/>
                </a:lnTo>
                <a:lnTo>
                  <a:pt x="134126" y="372469"/>
                </a:lnTo>
                <a:lnTo>
                  <a:pt x="134956" y="372087"/>
                </a:lnTo>
                <a:lnTo>
                  <a:pt x="144370" y="371816"/>
                </a:lnTo>
                <a:lnTo>
                  <a:pt x="185069" y="371741"/>
                </a:lnTo>
                <a:lnTo>
                  <a:pt x="186782" y="373956"/>
                </a:lnTo>
                <a:lnTo>
                  <a:pt x="186782" y="416912"/>
                </a:lnTo>
                <a:lnTo>
                  <a:pt x="188871" y="419001"/>
                </a:lnTo>
                <a:lnTo>
                  <a:pt x="210976" y="418750"/>
                </a:lnTo>
                <a:lnTo>
                  <a:pt x="212856" y="416870"/>
                </a:lnTo>
                <a:lnTo>
                  <a:pt x="212689" y="306138"/>
                </a:lnTo>
                <a:lnTo>
                  <a:pt x="211568" y="304721"/>
                </a:lnTo>
                <a:lnTo>
                  <a:pt x="209403" y="304347"/>
                </a:lnTo>
                <a:lnTo>
                  <a:pt x="190668" y="303965"/>
                </a:lnTo>
                <a:close/>
                <a:moveTo>
                  <a:pt x="249670" y="304508"/>
                </a:moveTo>
                <a:lnTo>
                  <a:pt x="245215" y="305583"/>
                </a:lnTo>
                <a:lnTo>
                  <a:pt x="239170" y="307847"/>
                </a:lnTo>
                <a:lnTo>
                  <a:pt x="236006" y="309606"/>
                </a:lnTo>
                <a:lnTo>
                  <a:pt x="233144" y="312128"/>
                </a:lnTo>
                <a:lnTo>
                  <a:pt x="230701" y="315086"/>
                </a:lnTo>
                <a:lnTo>
                  <a:pt x="227907" y="320204"/>
                </a:lnTo>
                <a:lnTo>
                  <a:pt x="226679" y="323975"/>
                </a:lnTo>
                <a:lnTo>
                  <a:pt x="225225" y="331168"/>
                </a:lnTo>
                <a:lnTo>
                  <a:pt x="224871" y="346881"/>
                </a:lnTo>
                <a:lnTo>
                  <a:pt x="225016" y="391172"/>
                </a:lnTo>
                <a:lnTo>
                  <a:pt x="226907" y="399287"/>
                </a:lnTo>
                <a:lnTo>
                  <a:pt x="229793" y="406078"/>
                </a:lnTo>
                <a:lnTo>
                  <a:pt x="232504" y="409667"/>
                </a:lnTo>
                <a:lnTo>
                  <a:pt x="237909" y="413863"/>
                </a:lnTo>
                <a:lnTo>
                  <a:pt x="244394" y="416761"/>
                </a:lnTo>
                <a:lnTo>
                  <a:pt x="249308" y="417866"/>
                </a:lnTo>
                <a:lnTo>
                  <a:pt x="256804" y="418462"/>
                </a:lnTo>
                <a:lnTo>
                  <a:pt x="268848" y="418704"/>
                </a:lnTo>
                <a:lnTo>
                  <a:pt x="318491" y="418750"/>
                </a:lnTo>
                <a:lnTo>
                  <a:pt x="320079" y="416786"/>
                </a:lnTo>
                <a:lnTo>
                  <a:pt x="320011" y="398661"/>
                </a:lnTo>
                <a:lnTo>
                  <a:pt x="319786" y="396066"/>
                </a:lnTo>
                <a:lnTo>
                  <a:pt x="318929" y="394455"/>
                </a:lnTo>
                <a:lnTo>
                  <a:pt x="317340" y="394059"/>
                </a:lnTo>
                <a:lnTo>
                  <a:pt x="311785" y="393952"/>
                </a:lnTo>
                <a:lnTo>
                  <a:pt x="259698" y="393679"/>
                </a:lnTo>
                <a:lnTo>
                  <a:pt x="255588" y="391648"/>
                </a:lnTo>
                <a:lnTo>
                  <a:pt x="252700" y="389044"/>
                </a:lnTo>
                <a:lnTo>
                  <a:pt x="251166" y="385226"/>
                </a:lnTo>
                <a:lnTo>
                  <a:pt x="250714" y="379639"/>
                </a:lnTo>
                <a:lnTo>
                  <a:pt x="250940" y="375418"/>
                </a:lnTo>
                <a:lnTo>
                  <a:pt x="252469" y="373622"/>
                </a:lnTo>
                <a:lnTo>
                  <a:pt x="318449" y="372870"/>
                </a:lnTo>
                <a:lnTo>
                  <a:pt x="319427" y="371790"/>
                </a:lnTo>
                <a:lnTo>
                  <a:pt x="319797" y="370185"/>
                </a:lnTo>
                <a:lnTo>
                  <a:pt x="320079" y="360292"/>
                </a:lnTo>
                <a:lnTo>
                  <a:pt x="320079" y="350096"/>
                </a:lnTo>
                <a:lnTo>
                  <a:pt x="318491" y="348133"/>
                </a:lnTo>
                <a:lnTo>
                  <a:pt x="252399" y="347402"/>
                </a:lnTo>
                <a:lnTo>
                  <a:pt x="251554" y="347162"/>
                </a:lnTo>
                <a:lnTo>
                  <a:pt x="251117" y="346604"/>
                </a:lnTo>
                <a:lnTo>
                  <a:pt x="250726" y="343306"/>
                </a:lnTo>
                <a:lnTo>
                  <a:pt x="251153" y="337085"/>
                </a:lnTo>
                <a:lnTo>
                  <a:pt x="253246" y="332659"/>
                </a:lnTo>
                <a:lnTo>
                  <a:pt x="254496" y="331204"/>
                </a:lnTo>
                <a:lnTo>
                  <a:pt x="255589" y="330538"/>
                </a:lnTo>
                <a:lnTo>
                  <a:pt x="260701" y="328702"/>
                </a:lnTo>
                <a:lnTo>
                  <a:pt x="317864" y="328702"/>
                </a:lnTo>
                <a:lnTo>
                  <a:pt x="320079" y="326989"/>
                </a:lnTo>
                <a:lnTo>
                  <a:pt x="320079" y="305344"/>
                </a:lnTo>
                <a:lnTo>
                  <a:pt x="318112" y="304423"/>
                </a:lnTo>
                <a:lnTo>
                  <a:pt x="309496" y="304124"/>
                </a:lnTo>
                <a:lnTo>
                  <a:pt x="249670" y="304508"/>
                </a:lnTo>
                <a:close/>
                <a:moveTo>
                  <a:pt x="334160" y="304801"/>
                </a:moveTo>
                <a:lnTo>
                  <a:pt x="333450" y="305595"/>
                </a:lnTo>
                <a:lnTo>
                  <a:pt x="333450" y="416912"/>
                </a:lnTo>
                <a:lnTo>
                  <a:pt x="335497" y="418959"/>
                </a:lnTo>
                <a:lnTo>
                  <a:pt x="351116" y="418925"/>
                </a:lnTo>
                <a:lnTo>
                  <a:pt x="357008" y="418481"/>
                </a:lnTo>
                <a:lnTo>
                  <a:pt x="358387" y="417959"/>
                </a:lnTo>
                <a:lnTo>
                  <a:pt x="359274" y="417163"/>
                </a:lnTo>
                <a:lnTo>
                  <a:pt x="359592" y="415587"/>
                </a:lnTo>
                <a:lnTo>
                  <a:pt x="359904" y="382180"/>
                </a:lnTo>
                <a:lnTo>
                  <a:pt x="360259" y="378874"/>
                </a:lnTo>
                <a:lnTo>
                  <a:pt x="360948" y="377388"/>
                </a:lnTo>
                <a:lnTo>
                  <a:pt x="362073" y="376756"/>
                </a:lnTo>
                <a:lnTo>
                  <a:pt x="364658" y="376582"/>
                </a:lnTo>
                <a:lnTo>
                  <a:pt x="397336" y="376339"/>
                </a:lnTo>
                <a:lnTo>
                  <a:pt x="407591" y="375806"/>
                </a:lnTo>
                <a:lnTo>
                  <a:pt x="416771" y="373621"/>
                </a:lnTo>
                <a:lnTo>
                  <a:pt x="420320" y="372073"/>
                </a:lnTo>
                <a:lnTo>
                  <a:pt x="423472" y="370162"/>
                </a:lnTo>
                <a:lnTo>
                  <a:pt x="427416" y="366645"/>
                </a:lnTo>
                <a:lnTo>
                  <a:pt x="429919" y="363220"/>
                </a:lnTo>
                <a:lnTo>
                  <a:pt x="431292" y="360076"/>
                </a:lnTo>
                <a:lnTo>
                  <a:pt x="433401" y="352729"/>
                </a:lnTo>
                <a:lnTo>
                  <a:pt x="433642" y="332389"/>
                </a:lnTo>
                <a:lnTo>
                  <a:pt x="433250" y="327434"/>
                </a:lnTo>
                <a:lnTo>
                  <a:pt x="430795" y="318818"/>
                </a:lnTo>
                <a:lnTo>
                  <a:pt x="429059" y="315595"/>
                </a:lnTo>
                <a:lnTo>
                  <a:pt x="426747" y="312630"/>
                </a:lnTo>
                <a:lnTo>
                  <a:pt x="424024" y="310102"/>
                </a:lnTo>
                <a:lnTo>
                  <a:pt x="421055" y="308188"/>
                </a:lnTo>
                <a:lnTo>
                  <a:pt x="413174" y="305076"/>
                </a:lnTo>
                <a:lnTo>
                  <a:pt x="406784" y="304299"/>
                </a:lnTo>
                <a:lnTo>
                  <a:pt x="391052" y="304065"/>
                </a:lnTo>
                <a:lnTo>
                  <a:pt x="334829" y="304049"/>
                </a:lnTo>
                <a:lnTo>
                  <a:pt x="334160" y="304801"/>
                </a:lnTo>
                <a:close/>
                <a:moveTo>
                  <a:pt x="398845" y="329162"/>
                </a:moveTo>
                <a:lnTo>
                  <a:pt x="402999" y="330776"/>
                </a:lnTo>
                <a:lnTo>
                  <a:pt x="404909" y="332176"/>
                </a:lnTo>
                <a:lnTo>
                  <a:pt x="406222" y="333922"/>
                </a:lnTo>
                <a:lnTo>
                  <a:pt x="407244" y="337352"/>
                </a:lnTo>
                <a:lnTo>
                  <a:pt x="407322" y="341123"/>
                </a:lnTo>
                <a:lnTo>
                  <a:pt x="406633" y="345258"/>
                </a:lnTo>
                <a:lnTo>
                  <a:pt x="405142" y="347465"/>
                </a:lnTo>
                <a:lnTo>
                  <a:pt x="402030" y="349887"/>
                </a:lnTo>
                <a:lnTo>
                  <a:pt x="400358" y="350473"/>
                </a:lnTo>
                <a:lnTo>
                  <a:pt x="394750" y="350728"/>
                </a:lnTo>
                <a:lnTo>
                  <a:pt x="361488" y="350849"/>
                </a:lnTo>
                <a:lnTo>
                  <a:pt x="359775" y="348634"/>
                </a:lnTo>
                <a:lnTo>
                  <a:pt x="360033" y="332852"/>
                </a:lnTo>
                <a:lnTo>
                  <a:pt x="360743" y="330160"/>
                </a:lnTo>
                <a:lnTo>
                  <a:pt x="362115" y="328911"/>
                </a:lnTo>
                <a:lnTo>
                  <a:pt x="380104" y="328582"/>
                </a:lnTo>
                <a:lnTo>
                  <a:pt x="398845" y="329162"/>
                </a:lnTo>
                <a:close/>
                <a:moveTo>
                  <a:pt x="467791" y="304675"/>
                </a:moveTo>
                <a:lnTo>
                  <a:pt x="463873" y="305682"/>
                </a:lnTo>
                <a:lnTo>
                  <a:pt x="458252" y="307744"/>
                </a:lnTo>
                <a:lnTo>
                  <a:pt x="455386" y="309465"/>
                </a:lnTo>
                <a:lnTo>
                  <a:pt x="452534" y="311868"/>
                </a:lnTo>
                <a:lnTo>
                  <a:pt x="449978" y="314676"/>
                </a:lnTo>
                <a:lnTo>
                  <a:pt x="448000" y="317616"/>
                </a:lnTo>
                <a:lnTo>
                  <a:pt x="444813" y="325750"/>
                </a:lnTo>
                <a:lnTo>
                  <a:pt x="444067" y="334338"/>
                </a:lnTo>
                <a:lnTo>
                  <a:pt x="443848" y="345621"/>
                </a:lnTo>
                <a:lnTo>
                  <a:pt x="443764" y="416912"/>
                </a:lnTo>
                <a:lnTo>
                  <a:pt x="445812" y="418959"/>
                </a:lnTo>
                <a:lnTo>
                  <a:pt x="464931" y="418759"/>
                </a:lnTo>
                <a:lnTo>
                  <a:pt x="467949" y="418161"/>
                </a:lnTo>
                <a:lnTo>
                  <a:pt x="469212" y="416954"/>
                </a:lnTo>
                <a:lnTo>
                  <a:pt x="469567" y="407124"/>
                </a:lnTo>
                <a:lnTo>
                  <a:pt x="469912" y="341687"/>
                </a:lnTo>
                <a:lnTo>
                  <a:pt x="470331" y="336807"/>
                </a:lnTo>
                <a:lnTo>
                  <a:pt x="471873" y="332786"/>
                </a:lnTo>
                <a:lnTo>
                  <a:pt x="474689" y="330676"/>
                </a:lnTo>
                <a:lnTo>
                  <a:pt x="479720" y="328972"/>
                </a:lnTo>
                <a:lnTo>
                  <a:pt x="488253" y="328597"/>
                </a:lnTo>
                <a:lnTo>
                  <a:pt x="519480" y="328493"/>
                </a:lnTo>
                <a:lnTo>
                  <a:pt x="521068" y="326529"/>
                </a:lnTo>
                <a:lnTo>
                  <a:pt x="520953" y="307642"/>
                </a:lnTo>
                <a:lnTo>
                  <a:pt x="520693" y="305611"/>
                </a:lnTo>
                <a:lnTo>
                  <a:pt x="519773" y="304049"/>
                </a:lnTo>
                <a:lnTo>
                  <a:pt x="478282" y="304194"/>
                </a:lnTo>
                <a:lnTo>
                  <a:pt x="467791" y="304675"/>
                </a:lnTo>
                <a:close/>
                <a:moveTo>
                  <a:pt x="727280" y="314537"/>
                </a:moveTo>
                <a:lnTo>
                  <a:pt x="723766" y="316635"/>
                </a:lnTo>
                <a:lnTo>
                  <a:pt x="720253" y="317987"/>
                </a:lnTo>
                <a:lnTo>
                  <a:pt x="717701" y="319603"/>
                </a:lnTo>
                <a:lnTo>
                  <a:pt x="710310" y="326232"/>
                </a:lnTo>
                <a:lnTo>
                  <a:pt x="706596" y="328764"/>
                </a:lnTo>
                <a:lnTo>
                  <a:pt x="705250" y="330559"/>
                </a:lnTo>
                <a:lnTo>
                  <a:pt x="704925" y="332045"/>
                </a:lnTo>
                <a:lnTo>
                  <a:pt x="705252" y="332781"/>
                </a:lnTo>
                <a:lnTo>
                  <a:pt x="710847" y="338832"/>
                </a:lnTo>
                <a:lnTo>
                  <a:pt x="711884" y="341002"/>
                </a:lnTo>
                <a:lnTo>
                  <a:pt x="710953" y="347495"/>
                </a:lnTo>
                <a:lnTo>
                  <a:pt x="710480" y="356915"/>
                </a:lnTo>
                <a:lnTo>
                  <a:pt x="710032" y="358581"/>
                </a:lnTo>
                <a:lnTo>
                  <a:pt x="708763" y="360556"/>
                </a:lnTo>
                <a:lnTo>
                  <a:pt x="706304" y="363050"/>
                </a:lnTo>
                <a:lnTo>
                  <a:pt x="700078" y="361671"/>
                </a:lnTo>
                <a:lnTo>
                  <a:pt x="695070" y="363433"/>
                </a:lnTo>
                <a:lnTo>
                  <a:pt x="693032" y="363682"/>
                </a:lnTo>
                <a:lnTo>
                  <a:pt x="686380" y="361864"/>
                </a:lnTo>
                <a:lnTo>
                  <a:pt x="683835" y="361713"/>
                </a:lnTo>
                <a:lnTo>
                  <a:pt x="682742" y="362005"/>
                </a:lnTo>
                <a:lnTo>
                  <a:pt x="680621" y="363440"/>
                </a:lnTo>
                <a:lnTo>
                  <a:pt x="675566" y="369474"/>
                </a:lnTo>
                <a:lnTo>
                  <a:pt x="671782" y="373071"/>
                </a:lnTo>
                <a:lnTo>
                  <a:pt x="667886" y="375467"/>
                </a:lnTo>
                <a:lnTo>
                  <a:pt x="665460" y="376237"/>
                </a:lnTo>
                <a:lnTo>
                  <a:pt x="663297" y="376464"/>
                </a:lnTo>
                <a:lnTo>
                  <a:pt x="660852" y="378099"/>
                </a:lnTo>
                <a:lnTo>
                  <a:pt x="659980" y="379912"/>
                </a:lnTo>
                <a:lnTo>
                  <a:pt x="659864" y="382002"/>
                </a:lnTo>
                <a:lnTo>
                  <a:pt x="660632" y="384110"/>
                </a:lnTo>
                <a:lnTo>
                  <a:pt x="661928" y="385538"/>
                </a:lnTo>
                <a:lnTo>
                  <a:pt x="663589" y="386519"/>
                </a:lnTo>
                <a:lnTo>
                  <a:pt x="665359" y="386986"/>
                </a:lnTo>
                <a:lnTo>
                  <a:pt x="667654" y="386580"/>
                </a:lnTo>
                <a:lnTo>
                  <a:pt x="669318" y="385231"/>
                </a:lnTo>
                <a:lnTo>
                  <a:pt x="679012" y="379419"/>
                </a:lnTo>
                <a:lnTo>
                  <a:pt x="684686" y="372810"/>
                </a:lnTo>
                <a:lnTo>
                  <a:pt x="686492" y="371418"/>
                </a:lnTo>
                <a:lnTo>
                  <a:pt x="687782" y="371373"/>
                </a:lnTo>
                <a:lnTo>
                  <a:pt x="692461" y="373152"/>
                </a:lnTo>
                <a:lnTo>
                  <a:pt x="694970" y="373575"/>
                </a:lnTo>
                <a:lnTo>
                  <a:pt x="697049" y="373174"/>
                </a:lnTo>
                <a:lnTo>
                  <a:pt x="699576" y="371324"/>
                </a:lnTo>
                <a:lnTo>
                  <a:pt x="706908" y="371684"/>
                </a:lnTo>
                <a:lnTo>
                  <a:pt x="709192" y="371479"/>
                </a:lnTo>
                <a:lnTo>
                  <a:pt x="711946" y="370308"/>
                </a:lnTo>
                <a:lnTo>
                  <a:pt x="720508" y="363196"/>
                </a:lnTo>
                <a:lnTo>
                  <a:pt x="721143" y="361870"/>
                </a:lnTo>
                <a:lnTo>
                  <a:pt x="721155" y="360828"/>
                </a:lnTo>
                <a:lnTo>
                  <a:pt x="719408" y="356103"/>
                </a:lnTo>
                <a:lnTo>
                  <a:pt x="719103" y="350925"/>
                </a:lnTo>
                <a:lnTo>
                  <a:pt x="719920" y="347032"/>
                </a:lnTo>
                <a:lnTo>
                  <a:pt x="721938" y="341859"/>
                </a:lnTo>
                <a:lnTo>
                  <a:pt x="722183" y="339770"/>
                </a:lnTo>
                <a:lnTo>
                  <a:pt x="721343" y="337016"/>
                </a:lnTo>
                <a:lnTo>
                  <a:pt x="718928" y="333777"/>
                </a:lnTo>
                <a:lnTo>
                  <a:pt x="718296" y="332129"/>
                </a:lnTo>
                <a:lnTo>
                  <a:pt x="719217" y="330234"/>
                </a:lnTo>
                <a:lnTo>
                  <a:pt x="721645" y="327935"/>
                </a:lnTo>
                <a:lnTo>
                  <a:pt x="729556" y="323193"/>
                </a:lnTo>
                <a:lnTo>
                  <a:pt x="730887" y="321802"/>
                </a:lnTo>
                <a:lnTo>
                  <a:pt x="731718" y="317919"/>
                </a:lnTo>
                <a:lnTo>
                  <a:pt x="731543" y="315331"/>
                </a:lnTo>
                <a:lnTo>
                  <a:pt x="729740" y="314197"/>
                </a:lnTo>
                <a:lnTo>
                  <a:pt x="727280" y="314537"/>
                </a:lnTo>
                <a:close/>
                <a:moveTo>
                  <a:pt x="554622" y="440646"/>
                </a:moveTo>
                <a:lnTo>
                  <a:pt x="537824" y="440897"/>
                </a:lnTo>
                <a:lnTo>
                  <a:pt x="535902" y="442819"/>
                </a:lnTo>
                <a:lnTo>
                  <a:pt x="535812" y="546817"/>
                </a:lnTo>
                <a:lnTo>
                  <a:pt x="535902" y="553384"/>
                </a:lnTo>
                <a:lnTo>
                  <a:pt x="536394" y="554429"/>
                </a:lnTo>
                <a:lnTo>
                  <a:pt x="538513" y="555327"/>
                </a:lnTo>
                <a:lnTo>
                  <a:pt x="541467" y="555585"/>
                </a:lnTo>
                <a:lnTo>
                  <a:pt x="559720" y="555557"/>
                </a:lnTo>
                <a:lnTo>
                  <a:pt x="561600" y="553802"/>
                </a:lnTo>
                <a:lnTo>
                  <a:pt x="561704" y="478776"/>
                </a:lnTo>
                <a:lnTo>
                  <a:pt x="561883" y="470028"/>
                </a:lnTo>
                <a:lnTo>
                  <a:pt x="562385" y="467606"/>
                </a:lnTo>
                <a:lnTo>
                  <a:pt x="563564" y="466637"/>
                </a:lnTo>
                <a:lnTo>
                  <a:pt x="569019" y="466374"/>
                </a:lnTo>
                <a:lnTo>
                  <a:pt x="607650" y="466209"/>
                </a:lnTo>
                <a:lnTo>
                  <a:pt x="613725" y="466654"/>
                </a:lnTo>
                <a:lnTo>
                  <a:pt x="614459" y="467966"/>
                </a:lnTo>
                <a:lnTo>
                  <a:pt x="614698" y="469618"/>
                </a:lnTo>
                <a:lnTo>
                  <a:pt x="615043" y="481973"/>
                </a:lnTo>
                <a:lnTo>
                  <a:pt x="615420" y="554178"/>
                </a:lnTo>
                <a:lnTo>
                  <a:pt x="616584" y="555038"/>
                </a:lnTo>
                <a:lnTo>
                  <a:pt x="619542" y="555460"/>
                </a:lnTo>
                <a:lnTo>
                  <a:pt x="640032" y="555599"/>
                </a:lnTo>
                <a:lnTo>
                  <a:pt x="641453" y="554011"/>
                </a:lnTo>
                <a:lnTo>
                  <a:pt x="641514" y="465933"/>
                </a:lnTo>
                <a:lnTo>
                  <a:pt x="641380" y="445606"/>
                </a:lnTo>
                <a:lnTo>
                  <a:pt x="641072" y="442077"/>
                </a:lnTo>
                <a:lnTo>
                  <a:pt x="638904" y="441007"/>
                </a:lnTo>
                <a:lnTo>
                  <a:pt x="635393" y="440702"/>
                </a:lnTo>
                <a:lnTo>
                  <a:pt x="554622" y="440646"/>
                </a:lnTo>
                <a:close/>
                <a:moveTo>
                  <a:pt x="134968" y="441733"/>
                </a:moveTo>
                <a:lnTo>
                  <a:pt x="127084" y="443457"/>
                </a:lnTo>
                <a:lnTo>
                  <a:pt x="123710" y="444652"/>
                </a:lnTo>
                <a:lnTo>
                  <a:pt x="118019" y="447760"/>
                </a:lnTo>
                <a:lnTo>
                  <a:pt x="115668" y="449696"/>
                </a:lnTo>
                <a:lnTo>
                  <a:pt x="113626" y="451902"/>
                </a:lnTo>
                <a:lnTo>
                  <a:pt x="110401" y="457164"/>
                </a:lnTo>
                <a:lnTo>
                  <a:pt x="107613" y="465789"/>
                </a:lnTo>
                <a:lnTo>
                  <a:pt x="107099" y="471130"/>
                </a:lnTo>
                <a:lnTo>
                  <a:pt x="106841" y="488180"/>
                </a:lnTo>
                <a:lnTo>
                  <a:pt x="106758" y="545661"/>
                </a:lnTo>
                <a:lnTo>
                  <a:pt x="107013" y="554846"/>
                </a:lnTo>
                <a:lnTo>
                  <a:pt x="107562" y="555673"/>
                </a:lnTo>
                <a:lnTo>
                  <a:pt x="108689" y="556188"/>
                </a:lnTo>
                <a:lnTo>
                  <a:pt x="114666" y="556510"/>
                </a:lnTo>
                <a:lnTo>
                  <a:pt x="131332" y="556225"/>
                </a:lnTo>
                <a:lnTo>
                  <a:pt x="132879" y="554136"/>
                </a:lnTo>
                <a:lnTo>
                  <a:pt x="133331" y="477299"/>
                </a:lnTo>
                <a:lnTo>
                  <a:pt x="133589" y="473406"/>
                </a:lnTo>
                <a:lnTo>
                  <a:pt x="135522" y="470298"/>
                </a:lnTo>
                <a:lnTo>
                  <a:pt x="137768" y="468099"/>
                </a:lnTo>
                <a:lnTo>
                  <a:pt x="141671" y="467295"/>
                </a:lnTo>
                <a:lnTo>
                  <a:pt x="152036" y="466715"/>
                </a:lnTo>
                <a:lnTo>
                  <a:pt x="182057" y="466382"/>
                </a:lnTo>
                <a:lnTo>
                  <a:pt x="183232" y="465776"/>
                </a:lnTo>
                <a:lnTo>
                  <a:pt x="183779" y="464609"/>
                </a:lnTo>
                <a:lnTo>
                  <a:pt x="184240" y="458878"/>
                </a:lnTo>
                <a:lnTo>
                  <a:pt x="184275" y="443279"/>
                </a:lnTo>
                <a:lnTo>
                  <a:pt x="182687" y="441315"/>
                </a:lnTo>
                <a:lnTo>
                  <a:pt x="145344" y="441308"/>
                </a:lnTo>
                <a:lnTo>
                  <a:pt x="134968" y="441733"/>
                </a:lnTo>
                <a:close/>
                <a:moveTo>
                  <a:pt x="198190" y="441607"/>
                </a:moveTo>
                <a:lnTo>
                  <a:pt x="197020" y="442735"/>
                </a:lnTo>
                <a:lnTo>
                  <a:pt x="196837" y="450323"/>
                </a:lnTo>
                <a:lnTo>
                  <a:pt x="197425" y="552465"/>
                </a:lnTo>
                <a:lnTo>
                  <a:pt x="198439" y="555150"/>
                </a:lnTo>
                <a:lnTo>
                  <a:pt x="199025" y="555766"/>
                </a:lnTo>
                <a:lnTo>
                  <a:pt x="200230" y="556123"/>
                </a:lnTo>
                <a:lnTo>
                  <a:pt x="221679" y="556451"/>
                </a:lnTo>
                <a:lnTo>
                  <a:pt x="223140" y="555056"/>
                </a:lnTo>
                <a:lnTo>
                  <a:pt x="223472" y="552866"/>
                </a:lnTo>
                <a:lnTo>
                  <a:pt x="223661" y="520370"/>
                </a:lnTo>
                <a:lnTo>
                  <a:pt x="223914" y="517001"/>
                </a:lnTo>
                <a:lnTo>
                  <a:pt x="224400" y="515425"/>
                </a:lnTo>
                <a:lnTo>
                  <a:pt x="225183" y="514816"/>
                </a:lnTo>
                <a:lnTo>
                  <a:pt x="226467" y="514716"/>
                </a:lnTo>
                <a:lnTo>
                  <a:pt x="262086" y="514198"/>
                </a:lnTo>
                <a:lnTo>
                  <a:pt x="270645" y="513700"/>
                </a:lnTo>
                <a:lnTo>
                  <a:pt x="274581" y="513055"/>
                </a:lnTo>
                <a:lnTo>
                  <a:pt x="280809" y="511338"/>
                </a:lnTo>
                <a:lnTo>
                  <a:pt x="284923" y="509546"/>
                </a:lnTo>
                <a:lnTo>
                  <a:pt x="288410" y="507253"/>
                </a:lnTo>
                <a:lnTo>
                  <a:pt x="291321" y="504418"/>
                </a:lnTo>
                <a:lnTo>
                  <a:pt x="293704" y="501001"/>
                </a:lnTo>
                <a:lnTo>
                  <a:pt x="295836" y="496379"/>
                </a:lnTo>
                <a:lnTo>
                  <a:pt x="296547" y="493576"/>
                </a:lnTo>
                <a:lnTo>
                  <a:pt x="297055" y="484215"/>
                </a:lnTo>
                <a:lnTo>
                  <a:pt x="296887" y="461372"/>
                </a:lnTo>
                <a:lnTo>
                  <a:pt x="293836" y="454723"/>
                </a:lnTo>
                <a:lnTo>
                  <a:pt x="292332" y="452452"/>
                </a:lnTo>
                <a:lnTo>
                  <a:pt x="288582" y="448520"/>
                </a:lnTo>
                <a:lnTo>
                  <a:pt x="283863" y="445412"/>
                </a:lnTo>
                <a:lnTo>
                  <a:pt x="281147" y="444172"/>
                </a:lnTo>
                <a:lnTo>
                  <a:pt x="275016" y="442330"/>
                </a:lnTo>
                <a:lnTo>
                  <a:pt x="268342" y="441537"/>
                </a:lnTo>
                <a:lnTo>
                  <a:pt x="253759" y="441258"/>
                </a:lnTo>
                <a:lnTo>
                  <a:pt x="213721" y="441187"/>
                </a:lnTo>
                <a:lnTo>
                  <a:pt x="198190" y="441607"/>
                </a:lnTo>
                <a:close/>
                <a:moveTo>
                  <a:pt x="262247" y="466804"/>
                </a:moveTo>
                <a:lnTo>
                  <a:pt x="265532" y="467753"/>
                </a:lnTo>
                <a:lnTo>
                  <a:pt x="267810" y="468889"/>
                </a:lnTo>
                <a:lnTo>
                  <a:pt x="269339" y="470354"/>
                </a:lnTo>
                <a:lnTo>
                  <a:pt x="270771" y="472738"/>
                </a:lnTo>
                <a:lnTo>
                  <a:pt x="270771" y="482766"/>
                </a:lnTo>
                <a:lnTo>
                  <a:pt x="268562" y="485540"/>
                </a:lnTo>
                <a:lnTo>
                  <a:pt x="264796" y="488115"/>
                </a:lnTo>
                <a:lnTo>
                  <a:pt x="225309" y="488365"/>
                </a:lnTo>
                <a:lnTo>
                  <a:pt x="223554" y="486109"/>
                </a:lnTo>
                <a:lnTo>
                  <a:pt x="223729" y="470165"/>
                </a:lnTo>
                <a:lnTo>
                  <a:pt x="224262" y="467715"/>
                </a:lnTo>
                <a:lnTo>
                  <a:pt x="225350" y="466720"/>
                </a:lnTo>
                <a:lnTo>
                  <a:pt x="249936" y="466196"/>
                </a:lnTo>
                <a:lnTo>
                  <a:pt x="258374" y="466339"/>
                </a:lnTo>
                <a:lnTo>
                  <a:pt x="262247" y="466804"/>
                </a:lnTo>
                <a:close/>
                <a:moveTo>
                  <a:pt x="417815" y="441900"/>
                </a:moveTo>
                <a:lnTo>
                  <a:pt x="416812" y="442694"/>
                </a:lnTo>
                <a:lnTo>
                  <a:pt x="416711" y="536587"/>
                </a:lnTo>
                <a:lnTo>
                  <a:pt x="416870" y="549096"/>
                </a:lnTo>
                <a:lnTo>
                  <a:pt x="417619" y="555598"/>
                </a:lnTo>
                <a:lnTo>
                  <a:pt x="418609" y="556184"/>
                </a:lnTo>
                <a:lnTo>
                  <a:pt x="420325" y="556307"/>
                </a:lnTo>
                <a:lnTo>
                  <a:pt x="437652" y="556490"/>
                </a:lnTo>
                <a:lnTo>
                  <a:pt x="440261" y="556019"/>
                </a:lnTo>
                <a:lnTo>
                  <a:pt x="442302" y="554429"/>
                </a:lnTo>
                <a:lnTo>
                  <a:pt x="442518" y="477127"/>
                </a:lnTo>
                <a:lnTo>
                  <a:pt x="442678" y="468350"/>
                </a:lnTo>
                <a:lnTo>
                  <a:pt x="443247" y="467290"/>
                </a:lnTo>
                <a:lnTo>
                  <a:pt x="446590" y="466449"/>
                </a:lnTo>
                <a:lnTo>
                  <a:pt x="452300" y="466236"/>
                </a:lnTo>
                <a:lnTo>
                  <a:pt x="493071" y="466177"/>
                </a:lnTo>
                <a:lnTo>
                  <a:pt x="495662" y="468517"/>
                </a:lnTo>
                <a:lnTo>
                  <a:pt x="495705" y="531697"/>
                </a:lnTo>
                <a:lnTo>
                  <a:pt x="496080" y="554053"/>
                </a:lnTo>
                <a:lnTo>
                  <a:pt x="499130" y="556434"/>
                </a:lnTo>
                <a:lnTo>
                  <a:pt x="514119" y="556394"/>
                </a:lnTo>
                <a:lnTo>
                  <a:pt x="520137" y="556038"/>
                </a:lnTo>
                <a:lnTo>
                  <a:pt x="521904" y="553760"/>
                </a:lnTo>
                <a:lnTo>
                  <a:pt x="521904" y="443153"/>
                </a:lnTo>
                <a:lnTo>
                  <a:pt x="519856" y="441106"/>
                </a:lnTo>
                <a:lnTo>
                  <a:pt x="418776" y="441106"/>
                </a:lnTo>
                <a:lnTo>
                  <a:pt x="417815" y="441900"/>
                </a:lnTo>
                <a:close/>
                <a:moveTo>
                  <a:pt x="307794" y="442903"/>
                </a:moveTo>
                <a:lnTo>
                  <a:pt x="306641" y="444841"/>
                </a:lnTo>
                <a:lnTo>
                  <a:pt x="306429" y="446967"/>
                </a:lnTo>
                <a:lnTo>
                  <a:pt x="306511" y="482502"/>
                </a:lnTo>
                <a:lnTo>
                  <a:pt x="306885" y="492842"/>
                </a:lnTo>
                <a:lnTo>
                  <a:pt x="308003" y="497551"/>
                </a:lnTo>
                <a:lnTo>
                  <a:pt x="310487" y="501757"/>
                </a:lnTo>
                <a:lnTo>
                  <a:pt x="312909" y="504734"/>
                </a:lnTo>
                <a:lnTo>
                  <a:pt x="315743" y="507294"/>
                </a:lnTo>
                <a:lnTo>
                  <a:pt x="320809" y="510387"/>
                </a:lnTo>
                <a:lnTo>
                  <a:pt x="329732" y="513444"/>
                </a:lnTo>
                <a:lnTo>
                  <a:pt x="339207" y="514234"/>
                </a:lnTo>
                <a:lnTo>
                  <a:pt x="376740" y="514858"/>
                </a:lnTo>
                <a:lnTo>
                  <a:pt x="378423" y="515473"/>
                </a:lnTo>
                <a:lnTo>
                  <a:pt x="379070" y="516341"/>
                </a:lnTo>
                <a:lnTo>
                  <a:pt x="379567" y="520007"/>
                </a:lnTo>
                <a:lnTo>
                  <a:pt x="379623" y="526140"/>
                </a:lnTo>
                <a:lnTo>
                  <a:pt x="376123" y="530139"/>
                </a:lnTo>
                <a:lnTo>
                  <a:pt x="373340" y="531341"/>
                </a:lnTo>
                <a:lnTo>
                  <a:pt x="363572" y="532097"/>
                </a:lnTo>
                <a:lnTo>
                  <a:pt x="321285" y="532314"/>
                </a:lnTo>
                <a:lnTo>
                  <a:pt x="313692" y="532544"/>
                </a:lnTo>
                <a:lnTo>
                  <a:pt x="312632" y="532876"/>
                </a:lnTo>
                <a:lnTo>
                  <a:pt x="311803" y="533735"/>
                </a:lnTo>
                <a:lnTo>
                  <a:pt x="311283" y="535348"/>
                </a:lnTo>
                <a:lnTo>
                  <a:pt x="310932" y="539979"/>
                </a:lnTo>
                <a:lnTo>
                  <a:pt x="311085" y="553579"/>
                </a:lnTo>
                <a:lnTo>
                  <a:pt x="311445" y="555608"/>
                </a:lnTo>
                <a:lnTo>
                  <a:pt x="312078" y="556690"/>
                </a:lnTo>
                <a:lnTo>
                  <a:pt x="313621" y="557322"/>
                </a:lnTo>
                <a:lnTo>
                  <a:pt x="321990" y="557583"/>
                </a:lnTo>
                <a:lnTo>
                  <a:pt x="379205" y="557688"/>
                </a:lnTo>
                <a:lnTo>
                  <a:pt x="390853" y="554100"/>
                </a:lnTo>
                <a:lnTo>
                  <a:pt x="395636" y="551357"/>
                </a:lnTo>
                <a:lnTo>
                  <a:pt x="398470" y="548866"/>
                </a:lnTo>
                <a:lnTo>
                  <a:pt x="401774" y="544729"/>
                </a:lnTo>
                <a:lnTo>
                  <a:pt x="403865" y="540231"/>
                </a:lnTo>
                <a:lnTo>
                  <a:pt x="404987" y="535374"/>
                </a:lnTo>
                <a:lnTo>
                  <a:pt x="405056" y="458911"/>
                </a:lnTo>
                <a:lnTo>
                  <a:pt x="404872" y="448653"/>
                </a:lnTo>
                <a:lnTo>
                  <a:pt x="404053" y="443138"/>
                </a:lnTo>
                <a:lnTo>
                  <a:pt x="402075" y="442232"/>
                </a:lnTo>
                <a:lnTo>
                  <a:pt x="392138" y="441931"/>
                </a:lnTo>
                <a:lnTo>
                  <a:pt x="382281" y="442232"/>
                </a:lnTo>
                <a:lnTo>
                  <a:pt x="381420" y="442401"/>
                </a:lnTo>
                <a:lnTo>
                  <a:pt x="380474" y="443174"/>
                </a:lnTo>
                <a:lnTo>
                  <a:pt x="379707" y="446491"/>
                </a:lnTo>
                <a:lnTo>
                  <a:pt x="379513" y="451640"/>
                </a:lnTo>
                <a:lnTo>
                  <a:pt x="379540" y="487070"/>
                </a:lnTo>
                <a:lnTo>
                  <a:pt x="378378" y="488294"/>
                </a:lnTo>
                <a:lnTo>
                  <a:pt x="376109" y="489069"/>
                </a:lnTo>
                <a:lnTo>
                  <a:pt x="372930" y="489335"/>
                </a:lnTo>
                <a:lnTo>
                  <a:pt x="344356" y="489619"/>
                </a:lnTo>
                <a:lnTo>
                  <a:pt x="338144" y="488095"/>
                </a:lnTo>
                <a:lnTo>
                  <a:pt x="335675" y="487054"/>
                </a:lnTo>
                <a:lnTo>
                  <a:pt x="333819" y="484820"/>
                </a:lnTo>
                <a:lnTo>
                  <a:pt x="332300" y="481033"/>
                </a:lnTo>
                <a:lnTo>
                  <a:pt x="331923" y="477528"/>
                </a:lnTo>
                <a:lnTo>
                  <a:pt x="333069" y="470742"/>
                </a:lnTo>
                <a:lnTo>
                  <a:pt x="333315" y="452688"/>
                </a:lnTo>
                <a:lnTo>
                  <a:pt x="333074" y="446642"/>
                </a:lnTo>
                <a:lnTo>
                  <a:pt x="332247" y="444026"/>
                </a:lnTo>
                <a:lnTo>
                  <a:pt x="329898" y="442150"/>
                </a:lnTo>
                <a:lnTo>
                  <a:pt x="308796" y="441900"/>
                </a:lnTo>
                <a:lnTo>
                  <a:pt x="307794" y="442903"/>
                </a:lnTo>
                <a:close/>
              </a:path>
            </a:pathLst>
          </a:cu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rker"/>
          <p:cNvSpPr/>
          <p:nvPr/>
        </p:nvSpPr>
        <p:spPr>
          <a:xfrm>
            <a:off x="720000" y="1440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hero: 317"/>
          <p:cNvSpPr txBox="1"/>
          <p:nvPr/>
        </p:nvSpPr>
        <p:spPr>
          <a:xfrm>
            <a:off x="648000" y="1924224"/>
            <a:ext cx="3672000" cy="1524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119"/>
              </a:lnSpc>
              <a:spcBef>
                <a:spcPts val="0"/>
              </a:spcBef>
              <a:spcAft>
                <a:spcPts val="0"/>
              </a:spcAft>
            </a:pPr>
            <a:r>
              <a:rPr sz="9600" b="0" i="0" spc="-48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317</a:t>
            </a:r>
          </a:p>
        </p:txBody>
      </p:sp>
      <p:sp>
        <p:nvSpPr>
          <p:cNvPr id="53" name="body: сотрудников"/>
          <p:cNvSpPr txBox="1"/>
          <p:nvPr/>
        </p:nvSpPr>
        <p:spPr>
          <a:xfrm>
            <a:off x="720000" y="3242670"/>
            <a:ext cx="2160000" cy="1905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B2350"/>
                </a:solidFill>
                <a:latin typeface="Onest SemiBold"/>
                <a:ea typeface="Onest SemiBold"/>
                <a:cs typeface="Onest SemiBold"/>
              </a:rPr>
              <a:t>сотрудников</a:t>
            </a:r>
          </a:p>
        </p:txBody>
      </p:sp>
      <p:sp>
        <p:nvSpPr>
          <p:cNvPr id="54" name="stat: 141"/>
          <p:cNvSpPr txBox="1"/>
          <p:nvPr/>
        </p:nvSpPr>
        <p:spPr>
          <a:xfrm>
            <a:off x="4147200" y="1945406"/>
            <a:ext cx="2692800" cy="5613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 spc="-10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141</a:t>
            </a:r>
          </a:p>
        </p:txBody>
      </p:sp>
      <p:sp>
        <p:nvSpPr>
          <p:cNvPr id="55" name="body: единица техники"/>
          <p:cNvSpPr txBox="1"/>
          <p:nvPr/>
        </p:nvSpPr>
        <p:spPr>
          <a:xfrm>
            <a:off x="4147200" y="2461686"/>
            <a:ext cx="26928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единица техники</a:t>
            </a:r>
          </a:p>
        </p:txBody>
      </p:sp>
      <p:sp>
        <p:nvSpPr>
          <p:cNvPr id="56" name="stat: 71 560 м²"/>
          <p:cNvSpPr txBox="1"/>
          <p:nvPr/>
        </p:nvSpPr>
        <p:spPr>
          <a:xfrm>
            <a:off x="4147200" y="3055684"/>
            <a:ext cx="2692800" cy="5613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00"/>
              </a:lnSpc>
              <a:spcBef>
                <a:spcPts val="0"/>
              </a:spcBef>
              <a:spcAft>
                <a:spcPts val="0"/>
              </a:spcAft>
            </a:pPr>
            <a:r>
              <a:rPr sz="3400" b="0" i="0" spc="-10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71 560 м²</a:t>
            </a:r>
          </a:p>
        </p:txBody>
      </p:sp>
      <p:sp>
        <p:nvSpPr>
          <p:cNvPr id="57" name="body: производственные площади"/>
          <p:cNvSpPr txBox="1"/>
          <p:nvPr/>
        </p:nvSpPr>
        <p:spPr>
          <a:xfrm>
            <a:off x="4147200" y="3571963"/>
            <a:ext cx="26928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производственные площади</a:t>
            </a:r>
          </a:p>
        </p:txBody>
      </p:sp>
      <p:cxnSp>
        <p:nvCxnSpPr>
          <p:cNvPr id="58" name="motif"/>
          <p:cNvCxnSpPr/>
          <p:nvPr/>
        </p:nvCxnSpPr>
        <p:spPr>
          <a:xfrm>
            <a:off x="720000" y="474055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9" name="num: 24"/>
          <p:cNvSpPr txBox="1"/>
          <p:nvPr/>
        </p:nvSpPr>
        <p:spPr>
          <a:xfrm>
            <a:off x="720000" y="4904699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24</a:t>
            </a:r>
          </a:p>
        </p:txBody>
      </p:sp>
      <p:sp>
        <p:nvSpPr>
          <p:cNvPr id="60" name="body: руководителя"/>
          <p:cNvSpPr txBox="1"/>
          <p:nvPr/>
        </p:nvSpPr>
        <p:spPr>
          <a:xfrm>
            <a:off x="1332000" y="4902096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руководителя</a:t>
            </a:r>
          </a:p>
        </p:txBody>
      </p:sp>
      <p:cxnSp>
        <p:nvCxnSpPr>
          <p:cNvPr id="61" name="motif"/>
          <p:cNvCxnSpPr/>
          <p:nvPr/>
        </p:nvCxnSpPr>
        <p:spPr>
          <a:xfrm>
            <a:off x="720000" y="5206687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2" name="num: 32"/>
          <p:cNvSpPr txBox="1"/>
          <p:nvPr/>
        </p:nvSpPr>
        <p:spPr>
          <a:xfrm>
            <a:off x="720000" y="5370832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32</a:t>
            </a:r>
          </a:p>
        </p:txBody>
      </p:sp>
      <p:sp>
        <p:nvSpPr>
          <p:cNvPr id="63" name="body: инженера"/>
          <p:cNvSpPr txBox="1"/>
          <p:nvPr/>
        </p:nvSpPr>
        <p:spPr>
          <a:xfrm>
            <a:off x="1332000" y="5368228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инженера</a:t>
            </a:r>
          </a:p>
        </p:txBody>
      </p:sp>
      <p:cxnSp>
        <p:nvCxnSpPr>
          <p:cNvPr id="64" name="motif"/>
          <p:cNvCxnSpPr/>
          <p:nvPr/>
        </p:nvCxnSpPr>
        <p:spPr>
          <a:xfrm>
            <a:off x="720000" y="5672820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5" name="num: 21"/>
          <p:cNvSpPr txBox="1"/>
          <p:nvPr/>
        </p:nvSpPr>
        <p:spPr>
          <a:xfrm>
            <a:off x="720000" y="5836964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21</a:t>
            </a:r>
          </a:p>
        </p:txBody>
      </p:sp>
      <p:sp>
        <p:nvSpPr>
          <p:cNvPr id="66" name="body: проектировщик"/>
          <p:cNvSpPr txBox="1"/>
          <p:nvPr/>
        </p:nvSpPr>
        <p:spPr>
          <a:xfrm>
            <a:off x="1332000" y="5834361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проектировщик</a:t>
            </a:r>
          </a:p>
        </p:txBody>
      </p:sp>
      <p:cxnSp>
        <p:nvCxnSpPr>
          <p:cNvPr id="67" name="motif"/>
          <p:cNvCxnSpPr/>
          <p:nvPr/>
        </p:nvCxnSpPr>
        <p:spPr>
          <a:xfrm>
            <a:off x="720000" y="6138952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8" name="num: 144"/>
          <p:cNvSpPr txBox="1"/>
          <p:nvPr/>
        </p:nvSpPr>
        <p:spPr>
          <a:xfrm>
            <a:off x="720000" y="6303096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144</a:t>
            </a:r>
          </a:p>
        </p:txBody>
      </p:sp>
      <p:sp>
        <p:nvSpPr>
          <p:cNvPr id="69" name="body: монтажника"/>
          <p:cNvSpPr txBox="1"/>
          <p:nvPr/>
        </p:nvSpPr>
        <p:spPr>
          <a:xfrm>
            <a:off x="1332000" y="6300493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монтажника</a:t>
            </a:r>
          </a:p>
        </p:txBody>
      </p:sp>
      <p:cxnSp>
        <p:nvCxnSpPr>
          <p:cNvPr id="70" name="motif"/>
          <p:cNvCxnSpPr/>
          <p:nvPr/>
        </p:nvCxnSpPr>
        <p:spPr>
          <a:xfrm>
            <a:off x="720000" y="660508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71" name="num: 32"/>
          <p:cNvSpPr txBox="1"/>
          <p:nvPr/>
        </p:nvSpPr>
        <p:spPr>
          <a:xfrm>
            <a:off x="720000" y="6769229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32</a:t>
            </a:r>
          </a:p>
        </p:txBody>
      </p:sp>
      <p:sp>
        <p:nvSpPr>
          <p:cNvPr id="72" name="body: строителя"/>
          <p:cNvSpPr txBox="1"/>
          <p:nvPr/>
        </p:nvSpPr>
        <p:spPr>
          <a:xfrm>
            <a:off x="1332000" y="6766626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строителя</a:t>
            </a:r>
          </a:p>
        </p:txBody>
      </p:sp>
      <p:cxnSp>
        <p:nvCxnSpPr>
          <p:cNvPr id="73" name="motif"/>
          <p:cNvCxnSpPr/>
          <p:nvPr/>
        </p:nvCxnSpPr>
        <p:spPr>
          <a:xfrm>
            <a:off x="720000" y="7071218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74" name="num: 64"/>
          <p:cNvSpPr txBox="1"/>
          <p:nvPr/>
        </p:nvSpPr>
        <p:spPr>
          <a:xfrm>
            <a:off x="720000" y="7235362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64</a:t>
            </a:r>
          </a:p>
        </p:txBody>
      </p:sp>
      <p:sp>
        <p:nvSpPr>
          <p:cNvPr id="75" name="body: сотрудника других профессий"/>
          <p:cNvSpPr txBox="1"/>
          <p:nvPr/>
        </p:nvSpPr>
        <p:spPr>
          <a:xfrm>
            <a:off x="1332000" y="7232758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сотрудника других профессий</a:t>
            </a:r>
          </a:p>
        </p:txBody>
      </p:sp>
      <p:cxnSp>
        <p:nvCxnSpPr>
          <p:cNvPr id="76" name="motif"/>
          <p:cNvCxnSpPr/>
          <p:nvPr/>
        </p:nvCxnSpPr>
        <p:spPr>
          <a:xfrm>
            <a:off x="720000" y="7537350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7" name="motif"/>
          <p:cNvCxnSpPr/>
          <p:nvPr/>
        </p:nvCxnSpPr>
        <p:spPr>
          <a:xfrm>
            <a:off x="3924000" y="474055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78" name="body: мастерские, складские и гаражн"/>
          <p:cNvSpPr txBox="1"/>
          <p:nvPr/>
        </p:nvSpPr>
        <p:spPr>
          <a:xfrm>
            <a:off x="3924000" y="4902096"/>
            <a:ext cx="2916000" cy="3314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мастерские, складские и гаражные помещения,</a:t>
            </a:r>
          </a:p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офисные комплексы</a:t>
            </a:r>
          </a:p>
        </p:txBody>
      </p:sp>
      <p:cxnSp>
        <p:nvCxnSpPr>
          <p:cNvPr id="79" name="motif"/>
          <p:cNvCxnSpPr/>
          <p:nvPr/>
        </p:nvCxnSpPr>
        <p:spPr>
          <a:xfrm>
            <a:off x="3924000" y="5355277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80" name="num: 35"/>
          <p:cNvSpPr txBox="1"/>
          <p:nvPr/>
        </p:nvSpPr>
        <p:spPr>
          <a:xfrm>
            <a:off x="3924000" y="5519421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35</a:t>
            </a:r>
          </a:p>
        </p:txBody>
      </p:sp>
      <p:sp>
        <p:nvSpPr>
          <p:cNvPr id="81" name="body: ед. транспорта ОВБ"/>
          <p:cNvSpPr txBox="1"/>
          <p:nvPr/>
        </p:nvSpPr>
        <p:spPr>
          <a:xfrm>
            <a:off x="4536000" y="5516818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ед. транспорта ОВБ</a:t>
            </a:r>
          </a:p>
        </p:txBody>
      </p:sp>
      <p:cxnSp>
        <p:nvCxnSpPr>
          <p:cNvPr id="82" name="motif"/>
          <p:cNvCxnSpPr/>
          <p:nvPr/>
        </p:nvCxnSpPr>
        <p:spPr>
          <a:xfrm>
            <a:off x="3924000" y="5821410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83" name="num: 68"/>
          <p:cNvSpPr txBox="1"/>
          <p:nvPr/>
        </p:nvSpPr>
        <p:spPr>
          <a:xfrm>
            <a:off x="3924000" y="5985554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68</a:t>
            </a:r>
          </a:p>
        </p:txBody>
      </p:sp>
      <p:sp>
        <p:nvSpPr>
          <p:cNvPr id="84" name="body: ед. спецтехники"/>
          <p:cNvSpPr txBox="1"/>
          <p:nvPr/>
        </p:nvSpPr>
        <p:spPr>
          <a:xfrm>
            <a:off x="4536000" y="5982951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ед. спецтехники</a:t>
            </a:r>
          </a:p>
        </p:txBody>
      </p:sp>
      <p:cxnSp>
        <p:nvCxnSpPr>
          <p:cNvPr id="85" name="motif"/>
          <p:cNvCxnSpPr/>
          <p:nvPr/>
        </p:nvCxnSpPr>
        <p:spPr>
          <a:xfrm>
            <a:off x="3924000" y="6287542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86" name="num: 33"/>
          <p:cNvSpPr txBox="1"/>
          <p:nvPr/>
        </p:nvSpPr>
        <p:spPr>
          <a:xfrm>
            <a:off x="3924000" y="6451686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33</a:t>
            </a:r>
          </a:p>
        </p:txBody>
      </p:sp>
      <p:sp>
        <p:nvSpPr>
          <p:cNvPr id="87" name="body: ед. бурильно крановых машин"/>
          <p:cNvSpPr txBox="1"/>
          <p:nvPr/>
        </p:nvSpPr>
        <p:spPr>
          <a:xfrm>
            <a:off x="4536000" y="6449083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ед. бурильно крановых машин</a:t>
            </a:r>
          </a:p>
        </p:txBody>
      </p:sp>
      <p:cxnSp>
        <p:nvCxnSpPr>
          <p:cNvPr id="88" name="motif"/>
          <p:cNvCxnSpPr/>
          <p:nvPr/>
        </p:nvCxnSpPr>
        <p:spPr>
          <a:xfrm>
            <a:off x="3924000" y="6753675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89" name="num: 5"/>
          <p:cNvSpPr txBox="1"/>
          <p:nvPr/>
        </p:nvSpPr>
        <p:spPr>
          <a:xfrm>
            <a:off x="3924000" y="6917819"/>
            <a:ext cx="720000" cy="2641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6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 spc="-32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5</a:t>
            </a:r>
          </a:p>
        </p:txBody>
      </p:sp>
      <p:sp>
        <p:nvSpPr>
          <p:cNvPr id="90" name="body: машины ГНБ"/>
          <p:cNvSpPr txBox="1"/>
          <p:nvPr/>
        </p:nvSpPr>
        <p:spPr>
          <a:xfrm>
            <a:off x="4536000" y="6915216"/>
            <a:ext cx="2304000" cy="1828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68627C"/>
                </a:solidFill>
                <a:latin typeface="Onest"/>
                <a:ea typeface="Onest"/>
                <a:cs typeface="Onest"/>
              </a:rPr>
              <a:t>машины ГНБ</a:t>
            </a:r>
          </a:p>
        </p:txBody>
      </p:sp>
      <p:cxnSp>
        <p:nvCxnSpPr>
          <p:cNvPr id="91" name="motif"/>
          <p:cNvCxnSpPr/>
          <p:nvPr/>
        </p:nvCxnSpPr>
        <p:spPr>
          <a:xfrm>
            <a:off x="3924000" y="7219808"/>
            <a:ext cx="2916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motif"/>
          <p:cNvCxnSpPr/>
          <p:nvPr/>
        </p:nvCxnSpPr>
        <p:spPr>
          <a:xfrm>
            <a:off x="576000" y="1080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4" name="hero: 25 800 км"/>
          <p:cNvSpPr txBox="1"/>
          <p:nvPr/>
        </p:nvSpPr>
        <p:spPr>
          <a:xfrm>
            <a:off x="576000" y="1404966"/>
            <a:ext cx="4055040" cy="7264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400" b="0" i="0" spc="-88">
                <a:solidFill>
                  <a:srgbClr val="EA8729"/>
                </a:solidFill>
                <a:latin typeface="Unbounded"/>
                <a:ea typeface="Unbounded"/>
                <a:cs typeface="Unbounded"/>
              </a:rPr>
              <a:t>25 800 км</a:t>
            </a:r>
          </a:p>
        </p:txBody>
      </p:sp>
      <p:sp>
        <p:nvSpPr>
          <p:cNvPr id="5" name="body: протянуто проводов"/>
          <p:cNvSpPr txBox="1"/>
          <p:nvPr/>
        </p:nvSpPr>
        <p:spPr>
          <a:xfrm>
            <a:off x="4757760" y="1329426"/>
            <a:ext cx="2154240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протянуто проводов</a:t>
            </a:r>
          </a:p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на воздушных ЛЭП</a:t>
            </a:r>
          </a:p>
        </p:txBody>
      </p:sp>
      <p:cxnSp>
        <p:nvCxnSpPr>
          <p:cNvPr id="6" name="motif"/>
          <p:cNvCxnSpPr/>
          <p:nvPr/>
        </p:nvCxnSpPr>
        <p:spPr>
          <a:xfrm>
            <a:off x="576000" y="2526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7" name="stat: 413 278"/>
          <p:cNvSpPr txBox="1"/>
          <p:nvPr/>
        </p:nvSpPr>
        <p:spPr>
          <a:xfrm>
            <a:off x="576000" y="2816295"/>
            <a:ext cx="4055040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60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413 278</a:t>
            </a:r>
          </a:p>
        </p:txBody>
      </p:sp>
      <p:sp>
        <p:nvSpPr>
          <p:cNvPr id="8" name="body: опор ЛЭП использовано"/>
          <p:cNvSpPr txBox="1"/>
          <p:nvPr/>
        </p:nvSpPr>
        <p:spPr>
          <a:xfrm>
            <a:off x="4757760" y="2775426"/>
            <a:ext cx="2154240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опор ЛЭП использовано</a:t>
            </a:r>
          </a:p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при строительстве</a:t>
            </a:r>
          </a:p>
        </p:txBody>
      </p:sp>
      <p:cxnSp>
        <p:nvCxnSpPr>
          <p:cNvPr id="9" name="motif"/>
          <p:cNvCxnSpPr/>
          <p:nvPr/>
        </p:nvCxnSpPr>
        <p:spPr>
          <a:xfrm>
            <a:off x="576000" y="3972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0" name="stat: 1 224"/>
          <p:cNvSpPr txBox="1"/>
          <p:nvPr/>
        </p:nvSpPr>
        <p:spPr>
          <a:xfrm>
            <a:off x="576000" y="4262295"/>
            <a:ext cx="4055040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60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1 224</a:t>
            </a:r>
          </a:p>
        </p:txBody>
      </p:sp>
      <p:sp>
        <p:nvSpPr>
          <p:cNvPr id="11" name="body: ПС, ТП, РП построено объектов"/>
          <p:cNvSpPr txBox="1"/>
          <p:nvPr/>
        </p:nvSpPr>
        <p:spPr>
          <a:xfrm>
            <a:off x="4757760" y="4221426"/>
            <a:ext cx="2154240" cy="1885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ПС, ТП, РП построено объектов</a:t>
            </a:r>
          </a:p>
        </p:txBody>
      </p:sp>
      <p:cxnSp>
        <p:nvCxnSpPr>
          <p:cNvPr id="12" name="motif"/>
          <p:cNvCxnSpPr/>
          <p:nvPr/>
        </p:nvCxnSpPr>
        <p:spPr>
          <a:xfrm>
            <a:off x="576000" y="5418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3" name="stat: 502 000"/>
          <p:cNvSpPr txBox="1"/>
          <p:nvPr/>
        </p:nvSpPr>
        <p:spPr>
          <a:xfrm>
            <a:off x="576000" y="5708295"/>
            <a:ext cx="4055040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60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502 000</a:t>
            </a:r>
          </a:p>
        </p:txBody>
      </p:sp>
      <p:sp>
        <p:nvSpPr>
          <p:cNvPr id="14" name="body: объектов подключено"/>
          <p:cNvSpPr txBox="1"/>
          <p:nvPr/>
        </p:nvSpPr>
        <p:spPr>
          <a:xfrm>
            <a:off x="4757760" y="5667426"/>
            <a:ext cx="2154240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объектов подключено</a:t>
            </a:r>
          </a:p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к электрическим сетям</a:t>
            </a:r>
          </a:p>
        </p:txBody>
      </p:sp>
      <p:cxnSp>
        <p:nvCxnSpPr>
          <p:cNvPr id="15" name="motif"/>
          <p:cNvCxnSpPr/>
          <p:nvPr/>
        </p:nvCxnSpPr>
        <p:spPr>
          <a:xfrm>
            <a:off x="576000" y="6864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6" name="stat: 339 км"/>
          <p:cNvSpPr txBox="1"/>
          <p:nvPr/>
        </p:nvSpPr>
        <p:spPr>
          <a:xfrm>
            <a:off x="576000" y="7154295"/>
            <a:ext cx="4055040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60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339 км</a:t>
            </a:r>
          </a:p>
        </p:txBody>
      </p:sp>
      <p:sp>
        <p:nvSpPr>
          <p:cNvPr id="17" name="body: ГНБ прокол"/>
          <p:cNvSpPr txBox="1"/>
          <p:nvPr/>
        </p:nvSpPr>
        <p:spPr>
          <a:xfrm>
            <a:off x="4757760" y="7113426"/>
            <a:ext cx="2154240" cy="1885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ГНБ прокол</a:t>
            </a:r>
          </a:p>
        </p:txBody>
      </p:sp>
      <p:cxnSp>
        <p:nvCxnSpPr>
          <p:cNvPr id="18" name="motif"/>
          <p:cNvCxnSpPr/>
          <p:nvPr/>
        </p:nvCxnSpPr>
        <p:spPr>
          <a:xfrm>
            <a:off x="576000" y="8310000"/>
            <a:ext cx="6336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9" name="stat: 16 298 м²"/>
          <p:cNvSpPr txBox="1"/>
          <p:nvPr/>
        </p:nvSpPr>
        <p:spPr>
          <a:xfrm>
            <a:off x="576000" y="8600295"/>
            <a:ext cx="4055040" cy="495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60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16 298 м²</a:t>
            </a:r>
          </a:p>
        </p:txBody>
      </p:sp>
      <p:sp>
        <p:nvSpPr>
          <p:cNvPr id="20" name="body: построено и введено"/>
          <p:cNvSpPr txBox="1"/>
          <p:nvPr/>
        </p:nvSpPr>
        <p:spPr>
          <a:xfrm>
            <a:off x="4757760" y="8559426"/>
            <a:ext cx="2154240" cy="49720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построено и введено</a:t>
            </a:r>
          </a:p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в эксплуатацию промышленных</a:t>
            </a:r>
          </a:p>
          <a:p>
            <a:pPr algn="l">
              <a:lnSpc>
                <a:spcPts val="1215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0">
                <a:solidFill>
                  <a:srgbClr val="B0A9C4"/>
                </a:solidFill>
                <a:latin typeface="Onest"/>
                <a:ea typeface="Onest"/>
                <a:cs typeface="Onest"/>
              </a:rPr>
              <a:t>и гражданских площадей</a:t>
            </a:r>
          </a:p>
        </p:txBody>
      </p:sp>
      <p:sp>
        <p:nvSpPr>
          <p:cNvPr id="21" name="folio: 06"/>
          <p:cNvSpPr txBox="1"/>
          <p:nvPr/>
        </p:nvSpPr>
        <p:spPr>
          <a:xfrm>
            <a:off x="576000" y="10277336"/>
            <a:ext cx="720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4">
                <a:solidFill>
                  <a:srgbClr val="B0A9C4"/>
                </a:solidFill>
                <a:latin typeface="Unbounded"/>
                <a:ea typeface="Unbounded"/>
                <a:cs typeface="Unbounde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logo"/>
          <p:cNvSpPr/>
          <p:nvPr/>
        </p:nvSpPr>
        <p:spPr>
          <a:xfrm>
            <a:off x="5990850" y="687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itle: ПРОЕКТИРОВАНИЕ"/>
          <p:cNvSpPr txBox="1"/>
          <p:nvPr/>
        </p:nvSpPr>
        <p:spPr>
          <a:xfrm>
            <a:off x="648000" y="1721015"/>
            <a:ext cx="6336000" cy="11064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spc="-22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ПРОЕКТИРОВАНИЕ</a:t>
            </a:r>
          </a:p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spc="-22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И СТРОИТЕЛЬСТВО</a:t>
            </a:r>
          </a:p>
          <a:p>
            <a:pPr algn="l">
              <a:lnSpc>
                <a:spcPts val="2684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 spc="-22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В СФЕРЕ ЭНЕРГЕТИКИ</a:t>
            </a:r>
          </a:p>
        </p:txBody>
      </p:sp>
      <p:cxnSp>
        <p:nvCxnSpPr>
          <p:cNvPr id="6" name="motif"/>
          <p:cNvCxnSpPr/>
          <p:nvPr/>
        </p:nvCxnSpPr>
        <p:spPr>
          <a:xfrm>
            <a:off x="648000" y="4680000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7" name="item: Внутренние электрические сети"/>
          <p:cNvSpPr txBox="1"/>
          <p:nvPr/>
        </p:nvSpPr>
        <p:spPr>
          <a:xfrm>
            <a:off x="648000" y="4797814"/>
            <a:ext cx="6336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Внутренние электрические сети</a:t>
            </a:r>
          </a:p>
        </p:txBody>
      </p:sp>
      <p:cxnSp>
        <p:nvCxnSpPr>
          <p:cNvPr id="8" name="motif"/>
          <p:cNvCxnSpPr/>
          <p:nvPr/>
        </p:nvCxnSpPr>
        <p:spPr>
          <a:xfrm>
            <a:off x="648000" y="5147014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9" name="item: Кабельные линии"/>
          <p:cNvSpPr txBox="1"/>
          <p:nvPr/>
        </p:nvSpPr>
        <p:spPr>
          <a:xfrm>
            <a:off x="648000" y="5264827"/>
            <a:ext cx="6336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Кабельные линии</a:t>
            </a:r>
          </a:p>
        </p:txBody>
      </p:sp>
      <p:cxnSp>
        <p:nvCxnSpPr>
          <p:cNvPr id="10" name="motif"/>
          <p:cNvCxnSpPr/>
          <p:nvPr/>
        </p:nvCxnSpPr>
        <p:spPr>
          <a:xfrm>
            <a:off x="648000" y="5614028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11" name="item: Воздушные линии электропередач"/>
          <p:cNvSpPr txBox="1"/>
          <p:nvPr/>
        </p:nvSpPr>
        <p:spPr>
          <a:xfrm>
            <a:off x="648000" y="5731841"/>
            <a:ext cx="6336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Воздушные линии электропередач</a:t>
            </a:r>
          </a:p>
        </p:txBody>
      </p:sp>
      <p:cxnSp>
        <p:nvCxnSpPr>
          <p:cNvPr id="12" name="motif"/>
          <p:cNvCxnSpPr/>
          <p:nvPr/>
        </p:nvCxnSpPr>
        <p:spPr>
          <a:xfrm>
            <a:off x="648000" y="6081041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13" name="item: Распределительные пункты, тран"/>
          <p:cNvSpPr txBox="1"/>
          <p:nvPr/>
        </p:nvSpPr>
        <p:spPr>
          <a:xfrm>
            <a:off x="648000" y="6198855"/>
            <a:ext cx="6336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Распределительные пункты, трансформаторные подстанции</a:t>
            </a:r>
          </a:p>
        </p:txBody>
      </p:sp>
      <p:cxnSp>
        <p:nvCxnSpPr>
          <p:cNvPr id="14" name="motif"/>
          <p:cNvCxnSpPr/>
          <p:nvPr/>
        </p:nvCxnSpPr>
        <p:spPr>
          <a:xfrm>
            <a:off x="648000" y="6548055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15" name="item: Архитектурное освещение"/>
          <p:cNvSpPr txBox="1"/>
          <p:nvPr/>
        </p:nvSpPr>
        <p:spPr>
          <a:xfrm>
            <a:off x="648000" y="6665869"/>
            <a:ext cx="6336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Архитектурное освещение</a:t>
            </a:r>
          </a:p>
        </p:txBody>
      </p:sp>
      <p:cxnSp>
        <p:nvCxnSpPr>
          <p:cNvPr id="16" name="motif"/>
          <p:cNvCxnSpPr/>
          <p:nvPr/>
        </p:nvCxnSpPr>
        <p:spPr>
          <a:xfrm>
            <a:off x="648000" y="7015069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17" name="item: Сервисное обслуживание электро"/>
          <p:cNvSpPr txBox="1"/>
          <p:nvPr/>
        </p:nvSpPr>
        <p:spPr>
          <a:xfrm>
            <a:off x="648000" y="7132882"/>
            <a:ext cx="6336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Сервисное обслуживание электроустановок</a:t>
            </a:r>
          </a:p>
        </p:txBody>
      </p:sp>
      <p:cxnSp>
        <p:nvCxnSpPr>
          <p:cNvPr id="18" name="motif"/>
          <p:cNvCxnSpPr/>
          <p:nvPr/>
        </p:nvCxnSpPr>
        <p:spPr>
          <a:xfrm>
            <a:off x="648000" y="7482083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19" name="item: Электротехническая лаборатория"/>
          <p:cNvSpPr txBox="1"/>
          <p:nvPr/>
        </p:nvSpPr>
        <p:spPr>
          <a:xfrm>
            <a:off x="648000" y="7599896"/>
            <a:ext cx="6336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Электротехническая лаборатория</a:t>
            </a:r>
          </a:p>
        </p:txBody>
      </p:sp>
      <p:cxnSp>
        <p:nvCxnSpPr>
          <p:cNvPr id="20" name="motif"/>
          <p:cNvCxnSpPr/>
          <p:nvPr/>
        </p:nvCxnSpPr>
        <p:spPr>
          <a:xfrm>
            <a:off x="648000" y="7949096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21" name="item: Наружное электроосвещение"/>
          <p:cNvSpPr txBox="1"/>
          <p:nvPr/>
        </p:nvSpPr>
        <p:spPr>
          <a:xfrm>
            <a:off x="648000" y="8066910"/>
            <a:ext cx="6336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Наружное электроосвещение</a:t>
            </a:r>
          </a:p>
        </p:txBody>
      </p:sp>
      <p:cxnSp>
        <p:nvCxnSpPr>
          <p:cNvPr id="22" name="motif"/>
          <p:cNvCxnSpPr/>
          <p:nvPr/>
        </p:nvCxnSpPr>
        <p:spPr>
          <a:xfrm>
            <a:off x="648000" y="8416110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23" name="item: Пусконаладочные работы"/>
          <p:cNvSpPr txBox="1"/>
          <p:nvPr/>
        </p:nvSpPr>
        <p:spPr>
          <a:xfrm>
            <a:off x="648000" y="8533924"/>
            <a:ext cx="6336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Пусконаладочные работы</a:t>
            </a:r>
          </a:p>
        </p:txBody>
      </p:sp>
      <p:cxnSp>
        <p:nvCxnSpPr>
          <p:cNvPr id="24" name="motif"/>
          <p:cNvCxnSpPr/>
          <p:nvPr/>
        </p:nvCxnSpPr>
        <p:spPr>
          <a:xfrm>
            <a:off x="648000" y="8883124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25" name="item: ГНБ/ГНП"/>
          <p:cNvSpPr txBox="1"/>
          <p:nvPr/>
        </p:nvSpPr>
        <p:spPr>
          <a:xfrm>
            <a:off x="648000" y="9000937"/>
            <a:ext cx="6336000" cy="2336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95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ГНБ/ГНП</a:t>
            </a:r>
          </a:p>
        </p:txBody>
      </p:sp>
      <p:cxnSp>
        <p:nvCxnSpPr>
          <p:cNvPr id="26" name="motif"/>
          <p:cNvCxnSpPr/>
          <p:nvPr/>
        </p:nvCxnSpPr>
        <p:spPr>
          <a:xfrm>
            <a:off x="648000" y="9350138"/>
            <a:ext cx="6336000" cy="0"/>
          </a:xfrm>
          <a:prstGeom prst="line">
            <a:avLst/>
          </a:prstGeom>
          <a:ln w="6350">
            <a:solidFill>
              <a:srgbClr val="5E558C"/>
            </a:solidFill>
          </a:ln>
          <a:effectLst/>
        </p:spPr>
      </p:cxnSp>
      <p:sp>
        <p:nvSpPr>
          <p:cNvPr id="27" name="folio: 07"/>
          <p:cNvSpPr txBox="1"/>
          <p:nvPr/>
        </p:nvSpPr>
        <p:spPr>
          <a:xfrm>
            <a:off x="6264000" y="10277336"/>
            <a:ext cx="720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4">
                <a:solidFill>
                  <a:srgbClr val="C4BED6"/>
                </a:solidFill>
                <a:latin typeface="Unbounded"/>
                <a:ea typeface="Unbounded"/>
                <a:cs typeface="Unbounde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ker"/>
          <p:cNvSpPr/>
          <p:nvPr/>
        </p:nvSpPr>
        <p:spPr>
          <a:xfrm>
            <a:off x="576000" y="1440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itle: ВНУТРЕННИЕ"/>
          <p:cNvSpPr txBox="1"/>
          <p:nvPr/>
        </p:nvSpPr>
        <p:spPr>
          <a:xfrm>
            <a:off x="547200" y="1788520"/>
            <a:ext cx="6408000" cy="11480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 spc="-140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ВНУТРЕННИЕ</a:t>
            </a:r>
          </a:p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 spc="-140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ЭЛЕКТРИЧЕСКИЕ СЕТИ</a:t>
            </a:r>
          </a:p>
        </p:txBody>
      </p:sp>
      <p:sp>
        <p:nvSpPr>
          <p:cNvPr id="5" name="marker"/>
          <p:cNvSpPr/>
          <p:nvPr/>
        </p:nvSpPr>
        <p:spPr>
          <a:xfrm>
            <a:off x="576000" y="4392000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item: Внутренняя электрическая сеть"/>
          <p:cNvSpPr txBox="1"/>
          <p:nvPr/>
        </p:nvSpPr>
        <p:spPr>
          <a:xfrm>
            <a:off x="1008000" y="4291996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Внутренняя электрическая сеть</a:t>
            </a:r>
          </a:p>
        </p:txBody>
      </p:sp>
      <p:sp>
        <p:nvSpPr>
          <p:cNvPr id="7" name="marker"/>
          <p:cNvSpPr/>
          <p:nvPr/>
        </p:nvSpPr>
        <p:spPr>
          <a:xfrm>
            <a:off x="576000" y="4778021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item: Пожарная сигнализация"/>
          <p:cNvSpPr txBox="1"/>
          <p:nvPr/>
        </p:nvSpPr>
        <p:spPr>
          <a:xfrm>
            <a:off x="1008000" y="4678018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Пожарная сигнализация</a:t>
            </a:r>
          </a:p>
        </p:txBody>
      </p:sp>
      <p:sp>
        <p:nvSpPr>
          <p:cNvPr id="9" name="marker"/>
          <p:cNvSpPr/>
          <p:nvPr/>
        </p:nvSpPr>
        <p:spPr>
          <a:xfrm>
            <a:off x="576000" y="5164042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item: Охранная сигнализация"/>
          <p:cNvSpPr txBox="1"/>
          <p:nvPr/>
        </p:nvSpPr>
        <p:spPr>
          <a:xfrm>
            <a:off x="1008000" y="5064039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Охранная сигнализация</a:t>
            </a:r>
          </a:p>
        </p:txBody>
      </p:sp>
      <p:sp>
        <p:nvSpPr>
          <p:cNvPr id="11" name="marker"/>
          <p:cNvSpPr/>
          <p:nvPr/>
        </p:nvSpPr>
        <p:spPr>
          <a:xfrm>
            <a:off x="576000" y="5550064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item: Локальная сеть"/>
          <p:cNvSpPr txBox="1"/>
          <p:nvPr/>
        </p:nvSpPr>
        <p:spPr>
          <a:xfrm>
            <a:off x="1008000" y="5450060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Локальная сеть</a:t>
            </a:r>
          </a:p>
        </p:txBody>
      </p:sp>
      <p:sp>
        <p:nvSpPr>
          <p:cNvPr id="13" name="marker"/>
          <p:cNvSpPr/>
          <p:nvPr/>
        </p:nvSpPr>
        <p:spPr>
          <a:xfrm>
            <a:off x="576000" y="5936085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item: Диспетчеризация"/>
          <p:cNvSpPr txBox="1"/>
          <p:nvPr/>
        </p:nvSpPr>
        <p:spPr>
          <a:xfrm>
            <a:off x="1008000" y="5836082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Диспетчеризация</a:t>
            </a:r>
          </a:p>
        </p:txBody>
      </p:sp>
      <p:pic>
        <p:nvPicPr>
          <p:cNvPr id="15" name="image" descr="99fc1c73df6f5b0e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6754106"/>
            <a:ext cx="7560000" cy="3937894"/>
          </a:xfrm>
          <a:prstGeom prst="rect">
            <a:avLst/>
          </a:prstGeom>
        </p:spPr>
      </p:pic>
      <p:sp>
        <p:nvSpPr>
          <p:cNvPr id="16" name="band"/>
          <p:cNvSpPr/>
          <p:nvPr/>
        </p:nvSpPr>
        <p:spPr>
          <a:xfrm>
            <a:off x="0" y="6700106"/>
            <a:ext cx="7560000" cy="1080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plate"/>
          <p:cNvSpPr/>
          <p:nvPr/>
        </p:nvSpPr>
        <p:spPr>
          <a:xfrm>
            <a:off x="468000" y="10173600"/>
            <a:ext cx="344206" cy="5184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folio: 08"/>
          <p:cNvSpPr txBox="1"/>
          <p:nvPr/>
        </p:nvSpPr>
        <p:spPr>
          <a:xfrm>
            <a:off x="576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F7F5F1"/>
                </a:solidFill>
                <a:latin typeface="Onest SemiBold"/>
                <a:ea typeface="Onest SemiBold"/>
                <a:cs typeface="Onest SemiBol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image" descr="bc7f910703510e9d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6754106"/>
          </a:xfrm>
          <a:prstGeom prst="rect">
            <a:avLst/>
          </a:prstGeom>
        </p:spPr>
      </p:pic>
      <p:pic>
        <p:nvPicPr>
          <p:cNvPr id="5" name="image" descr="c37f12487317c072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6754106"/>
            <a:ext cx="7560000" cy="3937894"/>
          </a:xfrm>
          <a:prstGeom prst="rect">
            <a:avLst/>
          </a:prstGeom>
        </p:spPr>
      </p:pic>
      <p:sp>
        <p:nvSpPr>
          <p:cNvPr id="6" name="band"/>
          <p:cNvSpPr/>
          <p:nvPr/>
        </p:nvSpPr>
        <p:spPr>
          <a:xfrm>
            <a:off x="0" y="6700106"/>
            <a:ext cx="7560000" cy="1080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frame"/>
          <p:cNvCxnSpPr/>
          <p:nvPr/>
        </p:nvCxnSpPr>
        <p:spPr>
          <a:xfrm>
            <a:off x="360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792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8" name="folio: 10"/>
          <p:cNvSpPr txBox="1"/>
          <p:nvPr/>
        </p:nvSpPr>
        <p:spPr>
          <a:xfrm>
            <a:off x="360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10</a:t>
            </a:r>
          </a:p>
        </p:txBody>
      </p:sp>
      <p:sp>
        <p:nvSpPr>
          <p:cNvPr id="49" name="marker"/>
          <p:cNvSpPr/>
          <p:nvPr/>
        </p:nvSpPr>
        <p:spPr>
          <a:xfrm>
            <a:off x="720000" y="122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itle: КАБЕЛЬНЫЕ"/>
          <p:cNvSpPr txBox="1"/>
          <p:nvPr/>
        </p:nvSpPr>
        <p:spPr>
          <a:xfrm>
            <a:off x="691200" y="1540770"/>
            <a:ext cx="6192000" cy="876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КАБЕЛЬНЫЕ</a:t>
            </a:r>
          </a:p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ЛИНИИ</a:t>
            </a:r>
          </a:p>
        </p:txBody>
      </p:sp>
      <p:cxnSp>
        <p:nvCxnSpPr>
          <p:cNvPr id="51" name="motif"/>
          <p:cNvCxnSpPr/>
          <p:nvPr/>
        </p:nvCxnSpPr>
        <p:spPr>
          <a:xfrm>
            <a:off x="720000" y="2846775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2" name="marker"/>
          <p:cNvSpPr/>
          <p:nvPr/>
        </p:nvSpPr>
        <p:spPr>
          <a:xfrm>
            <a:off x="720000" y="3026247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item: Собственная спецтехника"/>
          <p:cNvSpPr txBox="1"/>
          <p:nvPr/>
        </p:nvSpPr>
        <p:spPr>
          <a:xfrm>
            <a:off x="918000" y="2963572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Собственная спецтехника</a:t>
            </a:r>
          </a:p>
        </p:txBody>
      </p:sp>
      <p:cxnSp>
        <p:nvCxnSpPr>
          <p:cNvPr id="54" name="motif"/>
          <p:cNvCxnSpPr/>
          <p:nvPr/>
        </p:nvCxnSpPr>
        <p:spPr>
          <a:xfrm>
            <a:off x="720000" y="3290396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5" name="marker"/>
          <p:cNvSpPr/>
          <p:nvPr/>
        </p:nvSpPr>
        <p:spPr>
          <a:xfrm>
            <a:off x="720000" y="3469868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item: Профессиональный инженерный со"/>
          <p:cNvSpPr txBox="1"/>
          <p:nvPr/>
        </p:nvSpPr>
        <p:spPr>
          <a:xfrm>
            <a:off x="918000" y="3407194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Профессиональный инженерный состав</a:t>
            </a:r>
          </a:p>
        </p:txBody>
      </p:sp>
      <p:cxnSp>
        <p:nvCxnSpPr>
          <p:cNvPr id="57" name="motif"/>
          <p:cNvCxnSpPr/>
          <p:nvPr/>
        </p:nvCxnSpPr>
        <p:spPr>
          <a:xfrm>
            <a:off x="720000" y="3734018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8" name="marker"/>
          <p:cNvSpPr/>
          <p:nvPr/>
        </p:nvSpPr>
        <p:spPr>
          <a:xfrm>
            <a:off x="720000" y="3913489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item: Аккредитация заводов изготовит"/>
          <p:cNvSpPr txBox="1"/>
          <p:nvPr/>
        </p:nvSpPr>
        <p:spPr>
          <a:xfrm>
            <a:off x="918000" y="3850815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Аккредитация заводов изготовителей</a:t>
            </a:r>
          </a:p>
        </p:txBody>
      </p:sp>
      <p:cxnSp>
        <p:nvCxnSpPr>
          <p:cNvPr id="60" name="motif"/>
          <p:cNvCxnSpPr/>
          <p:nvPr/>
        </p:nvCxnSpPr>
        <p:spPr>
          <a:xfrm>
            <a:off x="720000" y="4177639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1" name="marker"/>
          <p:cNvSpPr/>
          <p:nvPr/>
        </p:nvSpPr>
        <p:spPr>
          <a:xfrm>
            <a:off x="720000" y="4357111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item: Оптимизация сроков"/>
          <p:cNvSpPr txBox="1"/>
          <p:nvPr/>
        </p:nvSpPr>
        <p:spPr>
          <a:xfrm>
            <a:off x="918000" y="4294436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Оптимизация сроков</a:t>
            </a:r>
          </a:p>
        </p:txBody>
      </p:sp>
      <p:cxnSp>
        <p:nvCxnSpPr>
          <p:cNvPr id="63" name="motif"/>
          <p:cNvCxnSpPr/>
          <p:nvPr/>
        </p:nvCxnSpPr>
        <p:spPr>
          <a:xfrm>
            <a:off x="720000" y="4621260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4" name="marker"/>
          <p:cNvSpPr/>
          <p:nvPr/>
        </p:nvSpPr>
        <p:spPr>
          <a:xfrm>
            <a:off x="720000" y="4800732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item: Многолетний опыт строительства"/>
          <p:cNvSpPr txBox="1"/>
          <p:nvPr/>
        </p:nvSpPr>
        <p:spPr>
          <a:xfrm>
            <a:off x="918000" y="4738058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Многолетний опыт строительства</a:t>
            </a:r>
          </a:p>
        </p:txBody>
      </p:sp>
      <p:cxnSp>
        <p:nvCxnSpPr>
          <p:cNvPr id="66" name="motif"/>
          <p:cNvCxnSpPr/>
          <p:nvPr/>
        </p:nvCxnSpPr>
        <p:spPr>
          <a:xfrm>
            <a:off x="720000" y="5064881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pic>
        <p:nvPicPr>
          <p:cNvPr id="67" name="image" descr="613759ece6579566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5784881"/>
            <a:ext cx="6408000" cy="433111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6768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8" name="frame"/>
          <p:cNvCxnSpPr/>
          <p:nvPr/>
        </p:nvCxnSpPr>
        <p:spPr>
          <a:xfrm>
            <a:off x="6768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9" name="folio: 11"/>
          <p:cNvSpPr txBox="1"/>
          <p:nvPr/>
        </p:nvSpPr>
        <p:spPr>
          <a:xfrm>
            <a:off x="6768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11</a:t>
            </a:r>
          </a:p>
        </p:txBody>
      </p:sp>
      <p:pic>
        <p:nvPicPr>
          <p:cNvPr id="50" name="image" descr="0cfcd6dd35ac6923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576000"/>
            <a:ext cx="6408000" cy="4776480"/>
          </a:xfrm>
          <a:prstGeom prst="rect">
            <a:avLst/>
          </a:prstGeom>
        </p:spPr>
      </p:pic>
      <p:pic>
        <p:nvPicPr>
          <p:cNvPr id="51" name="image" descr="b5efce891c90f319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76000" y="5496480"/>
            <a:ext cx="6408000" cy="4403520"/>
          </a:xfrm>
          <a:prstGeom prst="rect">
            <a:avLst/>
          </a:prstGeom>
        </p:spPr>
      </p:pic>
      <p:sp>
        <p:nvSpPr>
          <p:cNvPr id="52" name="logo"/>
          <p:cNvSpPr/>
          <p:nvPr/>
        </p:nvSpPr>
        <p:spPr>
          <a:xfrm>
            <a:off x="5771668" y="9988842"/>
            <a:ext cx="774597" cy="471890"/>
          </a:xfrm>
          <a:custGeom>
            <a:avLst/>
            <a:gdLst/>
            <a:ahLst/>
            <a:cxnLst/>
            <a:rect l="0" t="0" r="r" b="b"/>
            <a:pathLst>
              <a:path w="774597" h="471890">
                <a:moveTo>
                  <a:pt x="726094" y="225"/>
                </a:moveTo>
                <a:lnTo>
                  <a:pt x="722161" y="1790"/>
                </a:lnTo>
                <a:lnTo>
                  <a:pt x="718912" y="3508"/>
                </a:lnTo>
                <a:lnTo>
                  <a:pt x="714108" y="11292"/>
                </a:lnTo>
                <a:lnTo>
                  <a:pt x="693079" y="21915"/>
                </a:lnTo>
                <a:lnTo>
                  <a:pt x="686558" y="26238"/>
                </a:lnTo>
                <a:lnTo>
                  <a:pt x="678801" y="32403"/>
                </a:lnTo>
                <a:lnTo>
                  <a:pt x="676631" y="34899"/>
                </a:lnTo>
                <a:lnTo>
                  <a:pt x="674404" y="38714"/>
                </a:lnTo>
                <a:lnTo>
                  <a:pt x="670685" y="43304"/>
                </a:lnTo>
                <a:lnTo>
                  <a:pt x="669664" y="45483"/>
                </a:lnTo>
                <a:lnTo>
                  <a:pt x="669624" y="47117"/>
                </a:lnTo>
                <a:lnTo>
                  <a:pt x="670331" y="48784"/>
                </a:lnTo>
                <a:lnTo>
                  <a:pt x="673384" y="51605"/>
                </a:lnTo>
                <a:lnTo>
                  <a:pt x="673801" y="52528"/>
                </a:lnTo>
                <a:lnTo>
                  <a:pt x="672653" y="53202"/>
                </a:lnTo>
                <a:lnTo>
                  <a:pt x="669196" y="54144"/>
                </a:lnTo>
                <a:lnTo>
                  <a:pt x="668065" y="54949"/>
                </a:lnTo>
                <a:lnTo>
                  <a:pt x="665832" y="59471"/>
                </a:lnTo>
                <a:lnTo>
                  <a:pt x="660865" y="64699"/>
                </a:lnTo>
                <a:lnTo>
                  <a:pt x="659219" y="67109"/>
                </a:lnTo>
                <a:lnTo>
                  <a:pt x="657431" y="70622"/>
                </a:lnTo>
                <a:lnTo>
                  <a:pt x="656263" y="71039"/>
                </a:lnTo>
                <a:lnTo>
                  <a:pt x="654658" y="70907"/>
                </a:lnTo>
                <a:lnTo>
                  <a:pt x="650315" y="68839"/>
                </a:lnTo>
                <a:lnTo>
                  <a:pt x="649170" y="68615"/>
                </a:lnTo>
                <a:lnTo>
                  <a:pt x="644631" y="69702"/>
                </a:lnTo>
                <a:lnTo>
                  <a:pt x="641409" y="70933"/>
                </a:lnTo>
                <a:lnTo>
                  <a:pt x="639316" y="72291"/>
                </a:lnTo>
                <a:lnTo>
                  <a:pt x="638221" y="73520"/>
                </a:lnTo>
                <a:lnTo>
                  <a:pt x="633184" y="81118"/>
                </a:lnTo>
                <a:lnTo>
                  <a:pt x="630135" y="83375"/>
                </a:lnTo>
                <a:lnTo>
                  <a:pt x="627973" y="84054"/>
                </a:lnTo>
                <a:lnTo>
                  <a:pt x="626384" y="84065"/>
                </a:lnTo>
                <a:lnTo>
                  <a:pt x="621997" y="81266"/>
                </a:lnTo>
                <a:lnTo>
                  <a:pt x="619440" y="80609"/>
                </a:lnTo>
                <a:lnTo>
                  <a:pt x="616730" y="80736"/>
                </a:lnTo>
                <a:lnTo>
                  <a:pt x="614004" y="81640"/>
                </a:lnTo>
                <a:lnTo>
                  <a:pt x="608893" y="84847"/>
                </a:lnTo>
                <a:lnTo>
                  <a:pt x="595668" y="91279"/>
                </a:lnTo>
                <a:lnTo>
                  <a:pt x="594287" y="92346"/>
                </a:lnTo>
                <a:lnTo>
                  <a:pt x="592975" y="94488"/>
                </a:lnTo>
                <a:lnTo>
                  <a:pt x="593632" y="99924"/>
                </a:lnTo>
                <a:lnTo>
                  <a:pt x="595279" y="103432"/>
                </a:lnTo>
                <a:lnTo>
                  <a:pt x="595202" y="105086"/>
                </a:lnTo>
                <a:lnTo>
                  <a:pt x="593637" y="106263"/>
                </a:lnTo>
                <a:lnTo>
                  <a:pt x="589151" y="107667"/>
                </a:lnTo>
                <a:lnTo>
                  <a:pt x="586659" y="109427"/>
                </a:lnTo>
                <a:lnTo>
                  <a:pt x="585228" y="109094"/>
                </a:lnTo>
                <a:lnTo>
                  <a:pt x="582676" y="107572"/>
                </a:lnTo>
                <a:lnTo>
                  <a:pt x="577108" y="103884"/>
                </a:lnTo>
                <a:lnTo>
                  <a:pt x="570177" y="98744"/>
                </a:lnTo>
                <a:lnTo>
                  <a:pt x="556373" y="89566"/>
                </a:lnTo>
                <a:lnTo>
                  <a:pt x="548243" y="83827"/>
                </a:lnTo>
                <a:lnTo>
                  <a:pt x="538303" y="76056"/>
                </a:lnTo>
                <a:lnTo>
                  <a:pt x="521692" y="64007"/>
                </a:lnTo>
                <a:lnTo>
                  <a:pt x="519121" y="62552"/>
                </a:lnTo>
                <a:lnTo>
                  <a:pt x="517898" y="62709"/>
                </a:lnTo>
                <a:lnTo>
                  <a:pt x="517328" y="63582"/>
                </a:lnTo>
                <a:lnTo>
                  <a:pt x="517811" y="65438"/>
                </a:lnTo>
                <a:lnTo>
                  <a:pt x="518508" y="66507"/>
                </a:lnTo>
                <a:lnTo>
                  <a:pt x="520316" y="68007"/>
                </a:lnTo>
                <a:lnTo>
                  <a:pt x="534378" y="78306"/>
                </a:lnTo>
                <a:lnTo>
                  <a:pt x="551270" y="90124"/>
                </a:lnTo>
                <a:lnTo>
                  <a:pt x="561565" y="97895"/>
                </a:lnTo>
                <a:lnTo>
                  <a:pt x="565720" y="100695"/>
                </a:lnTo>
                <a:lnTo>
                  <a:pt x="569171" y="102345"/>
                </a:lnTo>
                <a:lnTo>
                  <a:pt x="573081" y="104757"/>
                </a:lnTo>
                <a:lnTo>
                  <a:pt x="576147" y="107199"/>
                </a:lnTo>
                <a:lnTo>
                  <a:pt x="577633" y="108902"/>
                </a:lnTo>
                <a:lnTo>
                  <a:pt x="578141" y="110187"/>
                </a:lnTo>
                <a:lnTo>
                  <a:pt x="578620" y="117788"/>
                </a:lnTo>
                <a:lnTo>
                  <a:pt x="576767" y="117813"/>
                </a:lnTo>
                <a:lnTo>
                  <a:pt x="575566" y="117019"/>
                </a:lnTo>
                <a:lnTo>
                  <a:pt x="574489" y="115481"/>
                </a:lnTo>
                <a:lnTo>
                  <a:pt x="573190" y="112623"/>
                </a:lnTo>
                <a:lnTo>
                  <a:pt x="571934" y="110972"/>
                </a:lnTo>
                <a:lnTo>
                  <a:pt x="565954" y="104848"/>
                </a:lnTo>
                <a:lnTo>
                  <a:pt x="564162" y="103350"/>
                </a:lnTo>
                <a:lnTo>
                  <a:pt x="562833" y="102750"/>
                </a:lnTo>
                <a:lnTo>
                  <a:pt x="561634" y="102898"/>
                </a:lnTo>
                <a:lnTo>
                  <a:pt x="558501" y="104352"/>
                </a:lnTo>
                <a:lnTo>
                  <a:pt x="552349" y="104529"/>
                </a:lnTo>
                <a:lnTo>
                  <a:pt x="549640" y="108228"/>
                </a:lnTo>
                <a:lnTo>
                  <a:pt x="548579" y="112427"/>
                </a:lnTo>
                <a:lnTo>
                  <a:pt x="547630" y="113135"/>
                </a:lnTo>
                <a:lnTo>
                  <a:pt x="545586" y="113891"/>
                </a:lnTo>
                <a:lnTo>
                  <a:pt x="544014" y="113874"/>
                </a:lnTo>
                <a:lnTo>
                  <a:pt x="540414" y="111907"/>
                </a:lnTo>
                <a:lnTo>
                  <a:pt x="538326" y="111292"/>
                </a:lnTo>
                <a:lnTo>
                  <a:pt x="532403" y="112666"/>
                </a:lnTo>
                <a:lnTo>
                  <a:pt x="529913" y="112919"/>
                </a:lnTo>
                <a:lnTo>
                  <a:pt x="528323" y="112714"/>
                </a:lnTo>
                <a:lnTo>
                  <a:pt x="525306" y="110328"/>
                </a:lnTo>
                <a:lnTo>
                  <a:pt x="523993" y="108418"/>
                </a:lnTo>
                <a:lnTo>
                  <a:pt x="525092" y="104358"/>
                </a:lnTo>
                <a:lnTo>
                  <a:pt x="525640" y="98084"/>
                </a:lnTo>
                <a:lnTo>
                  <a:pt x="525442" y="95407"/>
                </a:lnTo>
                <a:lnTo>
                  <a:pt x="524286" y="93612"/>
                </a:lnTo>
                <a:lnTo>
                  <a:pt x="520104" y="89714"/>
                </a:lnTo>
                <a:lnTo>
                  <a:pt x="517569" y="88040"/>
                </a:lnTo>
                <a:lnTo>
                  <a:pt x="515442" y="87556"/>
                </a:lnTo>
                <a:lnTo>
                  <a:pt x="509414" y="87364"/>
                </a:lnTo>
                <a:lnTo>
                  <a:pt x="507211" y="86996"/>
                </a:lnTo>
                <a:lnTo>
                  <a:pt x="506529" y="86398"/>
                </a:lnTo>
                <a:lnTo>
                  <a:pt x="505875" y="83619"/>
                </a:lnTo>
                <a:lnTo>
                  <a:pt x="505183" y="82462"/>
                </a:lnTo>
                <a:lnTo>
                  <a:pt x="503803" y="81600"/>
                </a:lnTo>
                <a:lnTo>
                  <a:pt x="500410" y="80380"/>
                </a:lnTo>
                <a:lnTo>
                  <a:pt x="496542" y="81803"/>
                </a:lnTo>
                <a:lnTo>
                  <a:pt x="494187" y="83739"/>
                </a:lnTo>
                <a:lnTo>
                  <a:pt x="494600" y="92317"/>
                </a:lnTo>
                <a:lnTo>
                  <a:pt x="495155" y="94938"/>
                </a:lnTo>
                <a:lnTo>
                  <a:pt x="495450" y="95275"/>
                </a:lnTo>
                <a:lnTo>
                  <a:pt x="496273" y="95250"/>
                </a:lnTo>
                <a:lnTo>
                  <a:pt x="499137" y="93580"/>
                </a:lnTo>
                <a:lnTo>
                  <a:pt x="500343" y="93626"/>
                </a:lnTo>
                <a:lnTo>
                  <a:pt x="501690" y="94168"/>
                </a:lnTo>
                <a:lnTo>
                  <a:pt x="508720" y="99385"/>
                </a:lnTo>
                <a:lnTo>
                  <a:pt x="514052" y="104419"/>
                </a:lnTo>
                <a:lnTo>
                  <a:pt x="514407" y="106111"/>
                </a:lnTo>
                <a:lnTo>
                  <a:pt x="514152" y="107086"/>
                </a:lnTo>
                <a:lnTo>
                  <a:pt x="512754" y="109505"/>
                </a:lnTo>
                <a:lnTo>
                  <a:pt x="509163" y="114165"/>
                </a:lnTo>
                <a:lnTo>
                  <a:pt x="508231" y="116588"/>
                </a:lnTo>
                <a:lnTo>
                  <a:pt x="508239" y="117823"/>
                </a:lnTo>
                <a:lnTo>
                  <a:pt x="508779" y="119809"/>
                </a:lnTo>
                <a:lnTo>
                  <a:pt x="509759" y="121521"/>
                </a:lnTo>
                <a:lnTo>
                  <a:pt x="511068" y="122837"/>
                </a:lnTo>
                <a:lnTo>
                  <a:pt x="513332" y="123835"/>
                </a:lnTo>
                <a:lnTo>
                  <a:pt x="516165" y="123980"/>
                </a:lnTo>
                <a:lnTo>
                  <a:pt x="520237" y="123386"/>
                </a:lnTo>
                <a:lnTo>
                  <a:pt x="524218" y="121911"/>
                </a:lnTo>
                <a:lnTo>
                  <a:pt x="527281" y="122358"/>
                </a:lnTo>
                <a:lnTo>
                  <a:pt x="531051" y="121458"/>
                </a:lnTo>
                <a:lnTo>
                  <a:pt x="532781" y="122148"/>
                </a:lnTo>
                <a:lnTo>
                  <a:pt x="556333" y="142083"/>
                </a:lnTo>
                <a:lnTo>
                  <a:pt x="557356" y="143295"/>
                </a:lnTo>
                <a:lnTo>
                  <a:pt x="559995" y="145172"/>
                </a:lnTo>
                <a:lnTo>
                  <a:pt x="567137" y="151273"/>
                </a:lnTo>
                <a:lnTo>
                  <a:pt x="574192" y="157676"/>
                </a:lnTo>
                <a:lnTo>
                  <a:pt x="579004" y="161214"/>
                </a:lnTo>
                <a:lnTo>
                  <a:pt x="580887" y="163526"/>
                </a:lnTo>
                <a:lnTo>
                  <a:pt x="586418" y="168188"/>
                </a:lnTo>
                <a:lnTo>
                  <a:pt x="590027" y="170819"/>
                </a:lnTo>
                <a:lnTo>
                  <a:pt x="590866" y="171802"/>
                </a:lnTo>
                <a:lnTo>
                  <a:pt x="592724" y="172150"/>
                </a:lnTo>
                <a:lnTo>
                  <a:pt x="593522" y="171547"/>
                </a:lnTo>
                <a:lnTo>
                  <a:pt x="593480" y="170703"/>
                </a:lnTo>
                <a:lnTo>
                  <a:pt x="590611" y="167940"/>
                </a:lnTo>
                <a:lnTo>
                  <a:pt x="587815" y="165898"/>
                </a:lnTo>
                <a:lnTo>
                  <a:pt x="583517" y="161878"/>
                </a:lnTo>
                <a:lnTo>
                  <a:pt x="579949" y="159825"/>
                </a:lnTo>
                <a:lnTo>
                  <a:pt x="577422" y="157923"/>
                </a:lnTo>
                <a:lnTo>
                  <a:pt x="576008" y="156240"/>
                </a:lnTo>
                <a:lnTo>
                  <a:pt x="570211" y="152050"/>
                </a:lnTo>
                <a:lnTo>
                  <a:pt x="542939" y="126645"/>
                </a:lnTo>
                <a:lnTo>
                  <a:pt x="541765" y="124986"/>
                </a:lnTo>
                <a:lnTo>
                  <a:pt x="541766" y="123191"/>
                </a:lnTo>
                <a:lnTo>
                  <a:pt x="543290" y="122128"/>
                </a:lnTo>
                <a:lnTo>
                  <a:pt x="549507" y="120933"/>
                </a:lnTo>
                <a:lnTo>
                  <a:pt x="552770" y="119679"/>
                </a:lnTo>
                <a:lnTo>
                  <a:pt x="554518" y="118398"/>
                </a:lnTo>
                <a:lnTo>
                  <a:pt x="555839" y="116819"/>
                </a:lnTo>
                <a:lnTo>
                  <a:pt x="557710" y="112785"/>
                </a:lnTo>
                <a:lnTo>
                  <a:pt x="559121" y="112142"/>
                </a:lnTo>
                <a:lnTo>
                  <a:pt x="560756" y="112114"/>
                </a:lnTo>
                <a:lnTo>
                  <a:pt x="563324" y="113045"/>
                </a:lnTo>
                <a:lnTo>
                  <a:pt x="565078" y="114500"/>
                </a:lnTo>
                <a:lnTo>
                  <a:pt x="565891" y="120228"/>
                </a:lnTo>
                <a:lnTo>
                  <a:pt x="574193" y="126340"/>
                </a:lnTo>
                <a:lnTo>
                  <a:pt x="576822" y="126922"/>
                </a:lnTo>
                <a:lnTo>
                  <a:pt x="588378" y="127582"/>
                </a:lnTo>
                <a:lnTo>
                  <a:pt x="589505" y="126459"/>
                </a:lnTo>
                <a:lnTo>
                  <a:pt x="589709" y="125628"/>
                </a:lnTo>
                <a:lnTo>
                  <a:pt x="588181" y="121763"/>
                </a:lnTo>
                <a:lnTo>
                  <a:pt x="588122" y="119914"/>
                </a:lnTo>
                <a:lnTo>
                  <a:pt x="589227" y="118876"/>
                </a:lnTo>
                <a:lnTo>
                  <a:pt x="591788" y="118810"/>
                </a:lnTo>
                <a:lnTo>
                  <a:pt x="597387" y="122015"/>
                </a:lnTo>
                <a:lnTo>
                  <a:pt x="601916" y="125310"/>
                </a:lnTo>
                <a:lnTo>
                  <a:pt x="606225" y="127843"/>
                </a:lnTo>
                <a:lnTo>
                  <a:pt x="624992" y="140408"/>
                </a:lnTo>
                <a:lnTo>
                  <a:pt x="626198" y="140874"/>
                </a:lnTo>
                <a:lnTo>
                  <a:pt x="627309" y="140723"/>
                </a:lnTo>
                <a:lnTo>
                  <a:pt x="627705" y="140427"/>
                </a:lnTo>
                <a:lnTo>
                  <a:pt x="627824" y="139498"/>
                </a:lnTo>
                <a:lnTo>
                  <a:pt x="627128" y="138269"/>
                </a:lnTo>
                <a:lnTo>
                  <a:pt x="625720" y="136924"/>
                </a:lnTo>
                <a:lnTo>
                  <a:pt x="606052" y="123768"/>
                </a:lnTo>
                <a:lnTo>
                  <a:pt x="602296" y="120851"/>
                </a:lnTo>
                <a:lnTo>
                  <a:pt x="597793" y="118054"/>
                </a:lnTo>
                <a:lnTo>
                  <a:pt x="595466" y="115666"/>
                </a:lnTo>
                <a:lnTo>
                  <a:pt x="595023" y="114554"/>
                </a:lnTo>
                <a:lnTo>
                  <a:pt x="595230" y="114064"/>
                </a:lnTo>
                <a:lnTo>
                  <a:pt x="598813" y="112661"/>
                </a:lnTo>
                <a:lnTo>
                  <a:pt x="605668" y="106155"/>
                </a:lnTo>
                <a:lnTo>
                  <a:pt x="605482" y="103312"/>
                </a:lnTo>
                <a:lnTo>
                  <a:pt x="602026" y="98658"/>
                </a:lnTo>
                <a:lnTo>
                  <a:pt x="601771" y="97745"/>
                </a:lnTo>
                <a:lnTo>
                  <a:pt x="602112" y="96636"/>
                </a:lnTo>
                <a:lnTo>
                  <a:pt x="605612" y="94445"/>
                </a:lnTo>
                <a:lnTo>
                  <a:pt x="612385" y="91718"/>
                </a:lnTo>
                <a:lnTo>
                  <a:pt x="619801" y="92441"/>
                </a:lnTo>
                <a:lnTo>
                  <a:pt x="635191" y="89856"/>
                </a:lnTo>
                <a:lnTo>
                  <a:pt x="636690" y="88846"/>
                </a:lnTo>
                <a:lnTo>
                  <a:pt x="637834" y="87602"/>
                </a:lnTo>
                <a:lnTo>
                  <a:pt x="643742" y="78950"/>
                </a:lnTo>
                <a:lnTo>
                  <a:pt x="645657" y="77120"/>
                </a:lnTo>
                <a:lnTo>
                  <a:pt x="646598" y="76615"/>
                </a:lnTo>
                <a:lnTo>
                  <a:pt x="647544" y="76376"/>
                </a:lnTo>
                <a:lnTo>
                  <a:pt x="649503" y="76685"/>
                </a:lnTo>
                <a:lnTo>
                  <a:pt x="652450" y="78471"/>
                </a:lnTo>
                <a:lnTo>
                  <a:pt x="655059" y="79162"/>
                </a:lnTo>
                <a:lnTo>
                  <a:pt x="659199" y="79388"/>
                </a:lnTo>
                <a:lnTo>
                  <a:pt x="661136" y="78767"/>
                </a:lnTo>
                <a:lnTo>
                  <a:pt x="662660" y="77222"/>
                </a:lnTo>
                <a:lnTo>
                  <a:pt x="665251" y="71903"/>
                </a:lnTo>
                <a:lnTo>
                  <a:pt x="666782" y="69557"/>
                </a:lnTo>
                <a:lnTo>
                  <a:pt x="673452" y="62131"/>
                </a:lnTo>
                <a:lnTo>
                  <a:pt x="680075" y="57871"/>
                </a:lnTo>
                <a:lnTo>
                  <a:pt x="683193" y="54903"/>
                </a:lnTo>
                <a:lnTo>
                  <a:pt x="683454" y="53862"/>
                </a:lnTo>
                <a:lnTo>
                  <a:pt x="683096" y="52409"/>
                </a:lnTo>
                <a:lnTo>
                  <a:pt x="680047" y="46669"/>
                </a:lnTo>
                <a:lnTo>
                  <a:pt x="679750" y="45438"/>
                </a:lnTo>
                <a:lnTo>
                  <a:pt x="680336" y="43469"/>
                </a:lnTo>
                <a:lnTo>
                  <a:pt x="682795" y="39398"/>
                </a:lnTo>
                <a:lnTo>
                  <a:pt x="685444" y="36482"/>
                </a:lnTo>
                <a:lnTo>
                  <a:pt x="690596" y="32577"/>
                </a:lnTo>
                <a:lnTo>
                  <a:pt x="698758" y="27347"/>
                </a:lnTo>
                <a:lnTo>
                  <a:pt x="700574" y="26472"/>
                </a:lnTo>
                <a:lnTo>
                  <a:pt x="702149" y="26279"/>
                </a:lnTo>
                <a:lnTo>
                  <a:pt x="703819" y="27223"/>
                </a:lnTo>
                <a:lnTo>
                  <a:pt x="716142" y="37802"/>
                </a:lnTo>
                <a:lnTo>
                  <a:pt x="721101" y="40926"/>
                </a:lnTo>
                <a:lnTo>
                  <a:pt x="721961" y="42285"/>
                </a:lnTo>
                <a:lnTo>
                  <a:pt x="723392" y="46711"/>
                </a:lnTo>
                <a:lnTo>
                  <a:pt x="724768" y="48881"/>
                </a:lnTo>
                <a:lnTo>
                  <a:pt x="726946" y="50183"/>
                </a:lnTo>
                <a:lnTo>
                  <a:pt x="733753" y="52204"/>
                </a:lnTo>
                <a:lnTo>
                  <a:pt x="734981" y="53042"/>
                </a:lnTo>
                <a:lnTo>
                  <a:pt x="736242" y="54499"/>
                </a:lnTo>
                <a:lnTo>
                  <a:pt x="736132" y="63892"/>
                </a:lnTo>
                <a:lnTo>
                  <a:pt x="738615" y="79271"/>
                </a:lnTo>
                <a:lnTo>
                  <a:pt x="740054" y="84880"/>
                </a:lnTo>
                <a:lnTo>
                  <a:pt x="740153" y="87005"/>
                </a:lnTo>
                <a:lnTo>
                  <a:pt x="739384" y="88625"/>
                </a:lnTo>
                <a:lnTo>
                  <a:pt x="736739" y="90960"/>
                </a:lnTo>
                <a:lnTo>
                  <a:pt x="735066" y="93299"/>
                </a:lnTo>
                <a:lnTo>
                  <a:pt x="733870" y="96850"/>
                </a:lnTo>
                <a:lnTo>
                  <a:pt x="732181" y="104332"/>
                </a:lnTo>
                <a:lnTo>
                  <a:pt x="731382" y="105807"/>
                </a:lnTo>
                <a:lnTo>
                  <a:pt x="730504" y="105786"/>
                </a:lnTo>
                <a:lnTo>
                  <a:pt x="727314" y="102911"/>
                </a:lnTo>
                <a:lnTo>
                  <a:pt x="724696" y="99920"/>
                </a:lnTo>
                <a:lnTo>
                  <a:pt x="722002" y="95827"/>
                </a:lnTo>
                <a:lnTo>
                  <a:pt x="720039" y="94224"/>
                </a:lnTo>
                <a:lnTo>
                  <a:pt x="718886" y="94438"/>
                </a:lnTo>
                <a:lnTo>
                  <a:pt x="717620" y="95240"/>
                </a:lnTo>
                <a:lnTo>
                  <a:pt x="708195" y="103055"/>
                </a:lnTo>
                <a:lnTo>
                  <a:pt x="707855" y="103972"/>
                </a:lnTo>
                <a:lnTo>
                  <a:pt x="708138" y="105060"/>
                </a:lnTo>
                <a:lnTo>
                  <a:pt x="712096" y="110046"/>
                </a:lnTo>
                <a:lnTo>
                  <a:pt x="712716" y="111384"/>
                </a:lnTo>
                <a:lnTo>
                  <a:pt x="712567" y="112393"/>
                </a:lnTo>
                <a:lnTo>
                  <a:pt x="711643" y="113103"/>
                </a:lnTo>
                <a:lnTo>
                  <a:pt x="708134" y="114122"/>
                </a:lnTo>
                <a:lnTo>
                  <a:pt x="705207" y="116117"/>
                </a:lnTo>
                <a:lnTo>
                  <a:pt x="702185" y="119315"/>
                </a:lnTo>
                <a:lnTo>
                  <a:pt x="698834" y="124152"/>
                </a:lnTo>
                <a:lnTo>
                  <a:pt x="699078" y="132148"/>
                </a:lnTo>
                <a:lnTo>
                  <a:pt x="701680" y="144288"/>
                </a:lnTo>
                <a:lnTo>
                  <a:pt x="703878" y="149537"/>
                </a:lnTo>
                <a:lnTo>
                  <a:pt x="704126" y="151434"/>
                </a:lnTo>
                <a:lnTo>
                  <a:pt x="703943" y="152182"/>
                </a:lnTo>
                <a:lnTo>
                  <a:pt x="703552" y="152804"/>
                </a:lnTo>
                <a:lnTo>
                  <a:pt x="702137" y="153700"/>
                </a:lnTo>
                <a:lnTo>
                  <a:pt x="696134" y="154837"/>
                </a:lnTo>
                <a:lnTo>
                  <a:pt x="693119" y="156040"/>
                </a:lnTo>
                <a:lnTo>
                  <a:pt x="691846" y="156866"/>
                </a:lnTo>
                <a:lnTo>
                  <a:pt x="690713" y="157857"/>
                </a:lnTo>
                <a:lnTo>
                  <a:pt x="688810" y="160366"/>
                </a:lnTo>
                <a:lnTo>
                  <a:pt x="686525" y="165295"/>
                </a:lnTo>
                <a:lnTo>
                  <a:pt x="685062" y="167200"/>
                </a:lnTo>
                <a:lnTo>
                  <a:pt x="684916" y="168260"/>
                </a:lnTo>
                <a:lnTo>
                  <a:pt x="685831" y="169397"/>
                </a:lnTo>
                <a:lnTo>
                  <a:pt x="687895" y="170817"/>
                </a:lnTo>
                <a:lnTo>
                  <a:pt x="689877" y="171670"/>
                </a:lnTo>
                <a:lnTo>
                  <a:pt x="690955" y="171632"/>
                </a:lnTo>
                <a:lnTo>
                  <a:pt x="692587" y="170655"/>
                </a:lnTo>
                <a:lnTo>
                  <a:pt x="694495" y="168660"/>
                </a:lnTo>
                <a:lnTo>
                  <a:pt x="695807" y="163719"/>
                </a:lnTo>
                <a:lnTo>
                  <a:pt x="697238" y="162015"/>
                </a:lnTo>
                <a:lnTo>
                  <a:pt x="699188" y="161560"/>
                </a:lnTo>
                <a:lnTo>
                  <a:pt x="702319" y="163901"/>
                </a:lnTo>
                <a:lnTo>
                  <a:pt x="704279" y="164283"/>
                </a:lnTo>
                <a:lnTo>
                  <a:pt x="705740" y="164107"/>
                </a:lnTo>
                <a:lnTo>
                  <a:pt x="706936" y="163542"/>
                </a:lnTo>
                <a:lnTo>
                  <a:pt x="708359" y="161831"/>
                </a:lnTo>
                <a:lnTo>
                  <a:pt x="710358" y="156905"/>
                </a:lnTo>
                <a:lnTo>
                  <a:pt x="712327" y="153719"/>
                </a:lnTo>
                <a:lnTo>
                  <a:pt x="714652" y="150747"/>
                </a:lnTo>
                <a:lnTo>
                  <a:pt x="715315" y="148722"/>
                </a:lnTo>
                <a:lnTo>
                  <a:pt x="714580" y="147026"/>
                </a:lnTo>
                <a:lnTo>
                  <a:pt x="710912" y="145191"/>
                </a:lnTo>
                <a:lnTo>
                  <a:pt x="709464" y="142886"/>
                </a:lnTo>
                <a:lnTo>
                  <a:pt x="707975" y="137706"/>
                </a:lnTo>
                <a:lnTo>
                  <a:pt x="706983" y="132822"/>
                </a:lnTo>
                <a:lnTo>
                  <a:pt x="706542" y="128796"/>
                </a:lnTo>
                <a:lnTo>
                  <a:pt x="706719" y="126203"/>
                </a:lnTo>
                <a:lnTo>
                  <a:pt x="708663" y="123339"/>
                </a:lnTo>
                <a:lnTo>
                  <a:pt x="710264" y="122048"/>
                </a:lnTo>
                <a:lnTo>
                  <a:pt x="711138" y="121748"/>
                </a:lnTo>
                <a:lnTo>
                  <a:pt x="716025" y="124186"/>
                </a:lnTo>
                <a:lnTo>
                  <a:pt x="718961" y="124289"/>
                </a:lnTo>
                <a:lnTo>
                  <a:pt x="719815" y="123906"/>
                </a:lnTo>
                <a:lnTo>
                  <a:pt x="720383" y="121827"/>
                </a:lnTo>
                <a:lnTo>
                  <a:pt x="720905" y="110728"/>
                </a:lnTo>
                <a:lnTo>
                  <a:pt x="721225" y="109383"/>
                </a:lnTo>
                <a:lnTo>
                  <a:pt x="722035" y="108843"/>
                </a:lnTo>
                <a:lnTo>
                  <a:pt x="723069" y="109426"/>
                </a:lnTo>
                <a:lnTo>
                  <a:pt x="723730" y="110911"/>
                </a:lnTo>
                <a:lnTo>
                  <a:pt x="724657" y="123095"/>
                </a:lnTo>
                <a:lnTo>
                  <a:pt x="727115" y="134012"/>
                </a:lnTo>
                <a:lnTo>
                  <a:pt x="729113" y="141207"/>
                </a:lnTo>
                <a:lnTo>
                  <a:pt x="729302" y="143305"/>
                </a:lnTo>
                <a:lnTo>
                  <a:pt x="728584" y="148137"/>
                </a:lnTo>
                <a:lnTo>
                  <a:pt x="728675" y="150196"/>
                </a:lnTo>
                <a:lnTo>
                  <a:pt x="730770" y="154904"/>
                </a:lnTo>
                <a:lnTo>
                  <a:pt x="733095" y="162267"/>
                </a:lnTo>
                <a:lnTo>
                  <a:pt x="735445" y="165639"/>
                </a:lnTo>
                <a:lnTo>
                  <a:pt x="738677" y="169206"/>
                </a:lnTo>
                <a:lnTo>
                  <a:pt x="741252" y="171530"/>
                </a:lnTo>
                <a:lnTo>
                  <a:pt x="745319" y="174485"/>
                </a:lnTo>
                <a:lnTo>
                  <a:pt x="759511" y="183314"/>
                </a:lnTo>
                <a:lnTo>
                  <a:pt x="769124" y="188785"/>
                </a:lnTo>
                <a:lnTo>
                  <a:pt x="771730" y="189603"/>
                </a:lnTo>
                <a:lnTo>
                  <a:pt x="773675" y="189490"/>
                </a:lnTo>
                <a:lnTo>
                  <a:pt x="774299" y="188816"/>
                </a:lnTo>
                <a:lnTo>
                  <a:pt x="774597" y="187527"/>
                </a:lnTo>
                <a:lnTo>
                  <a:pt x="774321" y="180370"/>
                </a:lnTo>
                <a:lnTo>
                  <a:pt x="769507" y="171137"/>
                </a:lnTo>
                <a:lnTo>
                  <a:pt x="769047" y="162771"/>
                </a:lnTo>
                <a:lnTo>
                  <a:pt x="767710" y="160818"/>
                </a:lnTo>
                <a:lnTo>
                  <a:pt x="764068" y="156716"/>
                </a:lnTo>
                <a:lnTo>
                  <a:pt x="766272" y="151466"/>
                </a:lnTo>
                <a:lnTo>
                  <a:pt x="766401" y="148390"/>
                </a:lnTo>
                <a:lnTo>
                  <a:pt x="764927" y="146039"/>
                </a:lnTo>
                <a:lnTo>
                  <a:pt x="761062" y="143664"/>
                </a:lnTo>
                <a:lnTo>
                  <a:pt x="760386" y="142847"/>
                </a:lnTo>
                <a:lnTo>
                  <a:pt x="759953" y="140781"/>
                </a:lnTo>
                <a:lnTo>
                  <a:pt x="759648" y="134123"/>
                </a:lnTo>
                <a:lnTo>
                  <a:pt x="757496" y="132885"/>
                </a:lnTo>
                <a:lnTo>
                  <a:pt x="753567" y="132037"/>
                </a:lnTo>
                <a:lnTo>
                  <a:pt x="749642" y="128207"/>
                </a:lnTo>
                <a:lnTo>
                  <a:pt x="748002" y="127131"/>
                </a:lnTo>
                <a:lnTo>
                  <a:pt x="746963" y="127013"/>
                </a:lnTo>
                <a:lnTo>
                  <a:pt x="743354" y="127984"/>
                </a:lnTo>
                <a:lnTo>
                  <a:pt x="742005" y="127935"/>
                </a:lnTo>
                <a:lnTo>
                  <a:pt x="739895" y="124803"/>
                </a:lnTo>
                <a:lnTo>
                  <a:pt x="735641" y="116586"/>
                </a:lnTo>
                <a:lnTo>
                  <a:pt x="738329" y="111557"/>
                </a:lnTo>
                <a:lnTo>
                  <a:pt x="740544" y="108995"/>
                </a:lnTo>
                <a:lnTo>
                  <a:pt x="741209" y="107685"/>
                </a:lnTo>
                <a:lnTo>
                  <a:pt x="740816" y="100190"/>
                </a:lnTo>
                <a:lnTo>
                  <a:pt x="741467" y="97015"/>
                </a:lnTo>
                <a:lnTo>
                  <a:pt x="743030" y="95924"/>
                </a:lnTo>
                <a:lnTo>
                  <a:pt x="748546" y="93605"/>
                </a:lnTo>
                <a:lnTo>
                  <a:pt x="749505" y="92623"/>
                </a:lnTo>
                <a:lnTo>
                  <a:pt x="749667" y="92017"/>
                </a:lnTo>
                <a:lnTo>
                  <a:pt x="749430" y="90417"/>
                </a:lnTo>
                <a:lnTo>
                  <a:pt x="747689" y="85893"/>
                </a:lnTo>
                <a:lnTo>
                  <a:pt x="746740" y="82116"/>
                </a:lnTo>
                <a:lnTo>
                  <a:pt x="744103" y="66548"/>
                </a:lnTo>
                <a:lnTo>
                  <a:pt x="743561" y="59838"/>
                </a:lnTo>
                <a:lnTo>
                  <a:pt x="743561" y="57469"/>
                </a:lnTo>
                <a:lnTo>
                  <a:pt x="749218" y="51529"/>
                </a:lnTo>
                <a:lnTo>
                  <a:pt x="749218" y="48382"/>
                </a:lnTo>
                <a:lnTo>
                  <a:pt x="746278" y="45916"/>
                </a:lnTo>
                <a:lnTo>
                  <a:pt x="744378" y="45049"/>
                </a:lnTo>
                <a:lnTo>
                  <a:pt x="742068" y="44852"/>
                </a:lnTo>
                <a:lnTo>
                  <a:pt x="738009" y="45191"/>
                </a:lnTo>
                <a:lnTo>
                  <a:pt x="733931" y="45054"/>
                </a:lnTo>
                <a:lnTo>
                  <a:pt x="731115" y="44387"/>
                </a:lnTo>
                <a:lnTo>
                  <a:pt x="730166" y="43381"/>
                </a:lnTo>
                <a:lnTo>
                  <a:pt x="729007" y="36878"/>
                </a:lnTo>
                <a:lnTo>
                  <a:pt x="727044" y="33124"/>
                </a:lnTo>
                <a:lnTo>
                  <a:pt x="727482" y="31182"/>
                </a:lnTo>
                <a:lnTo>
                  <a:pt x="729217" y="28258"/>
                </a:lnTo>
                <a:lnTo>
                  <a:pt x="730664" y="26492"/>
                </a:lnTo>
                <a:lnTo>
                  <a:pt x="734639" y="25227"/>
                </a:lnTo>
                <a:lnTo>
                  <a:pt x="738602" y="22045"/>
                </a:lnTo>
                <a:lnTo>
                  <a:pt x="742348" y="19671"/>
                </a:lnTo>
                <a:lnTo>
                  <a:pt x="743861" y="17634"/>
                </a:lnTo>
                <a:lnTo>
                  <a:pt x="744115" y="15244"/>
                </a:lnTo>
                <a:lnTo>
                  <a:pt x="743561" y="13520"/>
                </a:lnTo>
                <a:lnTo>
                  <a:pt x="742593" y="12061"/>
                </a:lnTo>
                <a:lnTo>
                  <a:pt x="736759" y="9687"/>
                </a:lnTo>
                <a:lnTo>
                  <a:pt x="735132" y="8450"/>
                </a:lnTo>
                <a:lnTo>
                  <a:pt x="734422" y="7098"/>
                </a:lnTo>
                <a:lnTo>
                  <a:pt x="733547" y="3894"/>
                </a:lnTo>
                <a:lnTo>
                  <a:pt x="731513" y="968"/>
                </a:lnTo>
                <a:lnTo>
                  <a:pt x="729347" y="0"/>
                </a:lnTo>
                <a:lnTo>
                  <a:pt x="726094" y="225"/>
                </a:lnTo>
                <a:close/>
                <a:moveTo>
                  <a:pt x="726377" y="11929"/>
                </a:moveTo>
                <a:lnTo>
                  <a:pt x="730012" y="15562"/>
                </a:lnTo>
                <a:lnTo>
                  <a:pt x="730695" y="17581"/>
                </a:lnTo>
                <a:lnTo>
                  <a:pt x="729634" y="18403"/>
                </a:lnTo>
                <a:lnTo>
                  <a:pt x="726138" y="19150"/>
                </a:lnTo>
                <a:lnTo>
                  <a:pt x="724715" y="19751"/>
                </a:lnTo>
                <a:lnTo>
                  <a:pt x="721777" y="24585"/>
                </a:lnTo>
                <a:lnTo>
                  <a:pt x="720031" y="25305"/>
                </a:lnTo>
                <a:lnTo>
                  <a:pt x="715162" y="25358"/>
                </a:lnTo>
                <a:lnTo>
                  <a:pt x="710771" y="24860"/>
                </a:lnTo>
                <a:lnTo>
                  <a:pt x="708737" y="24014"/>
                </a:lnTo>
                <a:lnTo>
                  <a:pt x="708791" y="23291"/>
                </a:lnTo>
                <a:lnTo>
                  <a:pt x="713295" y="19566"/>
                </a:lnTo>
                <a:lnTo>
                  <a:pt x="718376" y="19891"/>
                </a:lnTo>
                <a:lnTo>
                  <a:pt x="720327" y="19482"/>
                </a:lnTo>
                <a:lnTo>
                  <a:pt x="721161" y="18242"/>
                </a:lnTo>
                <a:lnTo>
                  <a:pt x="721600" y="15098"/>
                </a:lnTo>
                <a:lnTo>
                  <a:pt x="723925" y="11537"/>
                </a:lnTo>
                <a:lnTo>
                  <a:pt x="725267" y="10654"/>
                </a:lnTo>
                <a:lnTo>
                  <a:pt x="726377" y="11929"/>
                </a:lnTo>
                <a:close/>
                <a:moveTo>
                  <a:pt x="515366" y="95690"/>
                </a:moveTo>
                <a:lnTo>
                  <a:pt x="516887" y="96878"/>
                </a:lnTo>
                <a:lnTo>
                  <a:pt x="517641" y="98575"/>
                </a:lnTo>
                <a:lnTo>
                  <a:pt x="517515" y="100736"/>
                </a:lnTo>
                <a:lnTo>
                  <a:pt x="516572" y="101630"/>
                </a:lnTo>
                <a:lnTo>
                  <a:pt x="515730" y="101640"/>
                </a:lnTo>
                <a:lnTo>
                  <a:pt x="514874" y="101134"/>
                </a:lnTo>
                <a:lnTo>
                  <a:pt x="511639" y="98205"/>
                </a:lnTo>
                <a:lnTo>
                  <a:pt x="511298" y="97456"/>
                </a:lnTo>
                <a:lnTo>
                  <a:pt x="511436" y="95907"/>
                </a:lnTo>
                <a:lnTo>
                  <a:pt x="512321" y="95067"/>
                </a:lnTo>
                <a:lnTo>
                  <a:pt x="513921" y="95133"/>
                </a:lnTo>
                <a:lnTo>
                  <a:pt x="515366" y="95690"/>
                </a:lnTo>
                <a:close/>
                <a:moveTo>
                  <a:pt x="738823" y="135997"/>
                </a:moveTo>
                <a:lnTo>
                  <a:pt x="740738" y="137284"/>
                </a:lnTo>
                <a:lnTo>
                  <a:pt x="742074" y="137703"/>
                </a:lnTo>
                <a:lnTo>
                  <a:pt x="744864" y="136485"/>
                </a:lnTo>
                <a:lnTo>
                  <a:pt x="745988" y="136523"/>
                </a:lnTo>
                <a:lnTo>
                  <a:pt x="750114" y="138547"/>
                </a:lnTo>
                <a:lnTo>
                  <a:pt x="751762" y="139968"/>
                </a:lnTo>
                <a:lnTo>
                  <a:pt x="752222" y="144383"/>
                </a:lnTo>
                <a:lnTo>
                  <a:pt x="752612" y="145632"/>
                </a:lnTo>
                <a:lnTo>
                  <a:pt x="753793" y="147400"/>
                </a:lnTo>
                <a:lnTo>
                  <a:pt x="757385" y="151024"/>
                </a:lnTo>
                <a:lnTo>
                  <a:pt x="756836" y="155764"/>
                </a:lnTo>
                <a:lnTo>
                  <a:pt x="757001" y="159134"/>
                </a:lnTo>
                <a:lnTo>
                  <a:pt x="758168" y="161731"/>
                </a:lnTo>
                <a:lnTo>
                  <a:pt x="761381" y="165414"/>
                </a:lnTo>
                <a:lnTo>
                  <a:pt x="761761" y="170247"/>
                </a:lnTo>
                <a:lnTo>
                  <a:pt x="762514" y="173462"/>
                </a:lnTo>
                <a:lnTo>
                  <a:pt x="762534" y="173972"/>
                </a:lnTo>
                <a:lnTo>
                  <a:pt x="762065" y="174636"/>
                </a:lnTo>
                <a:lnTo>
                  <a:pt x="760382" y="174694"/>
                </a:lnTo>
                <a:lnTo>
                  <a:pt x="758832" y="174069"/>
                </a:lnTo>
                <a:lnTo>
                  <a:pt x="747298" y="166761"/>
                </a:lnTo>
                <a:lnTo>
                  <a:pt x="743942" y="163824"/>
                </a:lnTo>
                <a:lnTo>
                  <a:pt x="740151" y="158903"/>
                </a:lnTo>
                <a:lnTo>
                  <a:pt x="738650" y="155516"/>
                </a:lnTo>
                <a:lnTo>
                  <a:pt x="736676" y="148342"/>
                </a:lnTo>
                <a:lnTo>
                  <a:pt x="736724" y="142657"/>
                </a:lnTo>
                <a:lnTo>
                  <a:pt x="735460" y="137119"/>
                </a:lnTo>
                <a:lnTo>
                  <a:pt x="735527" y="135644"/>
                </a:lnTo>
                <a:lnTo>
                  <a:pt x="736143" y="134360"/>
                </a:lnTo>
                <a:lnTo>
                  <a:pt x="736719" y="134471"/>
                </a:lnTo>
                <a:lnTo>
                  <a:pt x="738823" y="135997"/>
                </a:lnTo>
                <a:close/>
                <a:moveTo>
                  <a:pt x="479832" y="6554"/>
                </a:moveTo>
                <a:lnTo>
                  <a:pt x="478924" y="8194"/>
                </a:lnTo>
                <a:lnTo>
                  <a:pt x="478365" y="10502"/>
                </a:lnTo>
                <a:lnTo>
                  <a:pt x="476997" y="19215"/>
                </a:lnTo>
                <a:lnTo>
                  <a:pt x="475409" y="25907"/>
                </a:lnTo>
                <a:lnTo>
                  <a:pt x="474906" y="32545"/>
                </a:lnTo>
                <a:lnTo>
                  <a:pt x="474198" y="34748"/>
                </a:lnTo>
                <a:lnTo>
                  <a:pt x="472948" y="36432"/>
                </a:lnTo>
                <a:lnTo>
                  <a:pt x="470331" y="38747"/>
                </a:lnTo>
                <a:lnTo>
                  <a:pt x="459811" y="42837"/>
                </a:lnTo>
                <a:lnTo>
                  <a:pt x="458602" y="43699"/>
                </a:lnTo>
                <a:lnTo>
                  <a:pt x="457880" y="45105"/>
                </a:lnTo>
                <a:lnTo>
                  <a:pt x="458234" y="45964"/>
                </a:lnTo>
                <a:lnTo>
                  <a:pt x="459138" y="46513"/>
                </a:lnTo>
                <a:lnTo>
                  <a:pt x="470721" y="47718"/>
                </a:lnTo>
                <a:lnTo>
                  <a:pt x="473008" y="48417"/>
                </a:lnTo>
                <a:lnTo>
                  <a:pt x="473832" y="48992"/>
                </a:lnTo>
                <a:lnTo>
                  <a:pt x="473887" y="49345"/>
                </a:lnTo>
                <a:lnTo>
                  <a:pt x="469012" y="52491"/>
                </a:lnTo>
                <a:lnTo>
                  <a:pt x="462865" y="54366"/>
                </a:lnTo>
                <a:lnTo>
                  <a:pt x="452346" y="58419"/>
                </a:lnTo>
                <a:lnTo>
                  <a:pt x="449524" y="59774"/>
                </a:lnTo>
                <a:lnTo>
                  <a:pt x="448505" y="60722"/>
                </a:lnTo>
                <a:lnTo>
                  <a:pt x="450132" y="62065"/>
                </a:lnTo>
                <a:lnTo>
                  <a:pt x="468454" y="62185"/>
                </a:lnTo>
                <a:lnTo>
                  <a:pt x="470512" y="62394"/>
                </a:lnTo>
                <a:lnTo>
                  <a:pt x="472047" y="63002"/>
                </a:lnTo>
                <a:lnTo>
                  <a:pt x="472499" y="63863"/>
                </a:lnTo>
                <a:lnTo>
                  <a:pt x="472779" y="68674"/>
                </a:lnTo>
                <a:lnTo>
                  <a:pt x="472638" y="78119"/>
                </a:lnTo>
                <a:lnTo>
                  <a:pt x="471906" y="86497"/>
                </a:lnTo>
                <a:lnTo>
                  <a:pt x="472305" y="89634"/>
                </a:lnTo>
                <a:lnTo>
                  <a:pt x="473246" y="89714"/>
                </a:lnTo>
                <a:lnTo>
                  <a:pt x="477040" y="87498"/>
                </a:lnTo>
                <a:lnTo>
                  <a:pt x="478498" y="84172"/>
                </a:lnTo>
                <a:lnTo>
                  <a:pt x="479956" y="83249"/>
                </a:lnTo>
                <a:lnTo>
                  <a:pt x="482660" y="82855"/>
                </a:lnTo>
                <a:lnTo>
                  <a:pt x="484546" y="84789"/>
                </a:lnTo>
                <a:lnTo>
                  <a:pt x="485109" y="86098"/>
                </a:lnTo>
                <a:lnTo>
                  <a:pt x="484742" y="87147"/>
                </a:lnTo>
                <a:lnTo>
                  <a:pt x="483506" y="87869"/>
                </a:lnTo>
                <a:lnTo>
                  <a:pt x="481459" y="88198"/>
                </a:lnTo>
                <a:lnTo>
                  <a:pt x="477852" y="88088"/>
                </a:lnTo>
                <a:lnTo>
                  <a:pt x="477331" y="91597"/>
                </a:lnTo>
                <a:lnTo>
                  <a:pt x="477003" y="92295"/>
                </a:lnTo>
                <a:lnTo>
                  <a:pt x="476385" y="92717"/>
                </a:lnTo>
                <a:lnTo>
                  <a:pt x="474079" y="92675"/>
                </a:lnTo>
                <a:lnTo>
                  <a:pt x="471602" y="91227"/>
                </a:lnTo>
                <a:lnTo>
                  <a:pt x="471134" y="91482"/>
                </a:lnTo>
                <a:lnTo>
                  <a:pt x="470593" y="92528"/>
                </a:lnTo>
                <a:lnTo>
                  <a:pt x="469696" y="98054"/>
                </a:lnTo>
                <a:lnTo>
                  <a:pt x="469790" y="106297"/>
                </a:lnTo>
                <a:lnTo>
                  <a:pt x="468184" y="110158"/>
                </a:lnTo>
                <a:lnTo>
                  <a:pt x="467121" y="114403"/>
                </a:lnTo>
                <a:lnTo>
                  <a:pt x="465463" y="126107"/>
                </a:lnTo>
                <a:lnTo>
                  <a:pt x="464067" y="131763"/>
                </a:lnTo>
                <a:lnTo>
                  <a:pt x="462935" y="142137"/>
                </a:lnTo>
                <a:lnTo>
                  <a:pt x="461941" y="145614"/>
                </a:lnTo>
                <a:lnTo>
                  <a:pt x="463788" y="146832"/>
                </a:lnTo>
                <a:lnTo>
                  <a:pt x="465524" y="146624"/>
                </a:lnTo>
                <a:lnTo>
                  <a:pt x="479054" y="136881"/>
                </a:lnTo>
                <a:lnTo>
                  <a:pt x="480541" y="136135"/>
                </a:lnTo>
                <a:lnTo>
                  <a:pt x="481525" y="136015"/>
                </a:lnTo>
                <a:lnTo>
                  <a:pt x="483481" y="136694"/>
                </a:lnTo>
                <a:lnTo>
                  <a:pt x="487659" y="139904"/>
                </a:lnTo>
                <a:lnTo>
                  <a:pt x="491332" y="142198"/>
                </a:lnTo>
                <a:lnTo>
                  <a:pt x="492330" y="143257"/>
                </a:lnTo>
                <a:lnTo>
                  <a:pt x="496292" y="146170"/>
                </a:lnTo>
                <a:lnTo>
                  <a:pt x="497357" y="146749"/>
                </a:lnTo>
                <a:lnTo>
                  <a:pt x="498769" y="146980"/>
                </a:lnTo>
                <a:lnTo>
                  <a:pt x="499796" y="146432"/>
                </a:lnTo>
                <a:lnTo>
                  <a:pt x="500136" y="145608"/>
                </a:lnTo>
                <a:lnTo>
                  <a:pt x="500016" y="141738"/>
                </a:lnTo>
                <a:lnTo>
                  <a:pt x="497988" y="131175"/>
                </a:lnTo>
                <a:lnTo>
                  <a:pt x="496534" y="119571"/>
                </a:lnTo>
                <a:lnTo>
                  <a:pt x="495930" y="117518"/>
                </a:lnTo>
                <a:lnTo>
                  <a:pt x="495186" y="116619"/>
                </a:lnTo>
                <a:lnTo>
                  <a:pt x="494527" y="116427"/>
                </a:lnTo>
                <a:lnTo>
                  <a:pt x="494107" y="117227"/>
                </a:lnTo>
                <a:lnTo>
                  <a:pt x="493762" y="120263"/>
                </a:lnTo>
                <a:lnTo>
                  <a:pt x="491084" y="120665"/>
                </a:lnTo>
                <a:lnTo>
                  <a:pt x="487045" y="118460"/>
                </a:lnTo>
                <a:lnTo>
                  <a:pt x="486300" y="117699"/>
                </a:lnTo>
                <a:lnTo>
                  <a:pt x="486437" y="116377"/>
                </a:lnTo>
                <a:lnTo>
                  <a:pt x="488494" y="114209"/>
                </a:lnTo>
                <a:lnTo>
                  <a:pt x="488636" y="113863"/>
                </a:lnTo>
                <a:lnTo>
                  <a:pt x="488341" y="113519"/>
                </a:lnTo>
                <a:lnTo>
                  <a:pt x="485886" y="113515"/>
                </a:lnTo>
                <a:lnTo>
                  <a:pt x="482524" y="114646"/>
                </a:lnTo>
                <a:lnTo>
                  <a:pt x="481358" y="114724"/>
                </a:lnTo>
                <a:lnTo>
                  <a:pt x="475830" y="112642"/>
                </a:lnTo>
                <a:lnTo>
                  <a:pt x="475094" y="112166"/>
                </a:lnTo>
                <a:lnTo>
                  <a:pt x="474889" y="111270"/>
                </a:lnTo>
                <a:lnTo>
                  <a:pt x="475593" y="109612"/>
                </a:lnTo>
                <a:lnTo>
                  <a:pt x="477262" y="107935"/>
                </a:lnTo>
                <a:lnTo>
                  <a:pt x="480101" y="106376"/>
                </a:lnTo>
                <a:lnTo>
                  <a:pt x="482088" y="106062"/>
                </a:lnTo>
                <a:lnTo>
                  <a:pt x="484605" y="107004"/>
                </a:lnTo>
                <a:lnTo>
                  <a:pt x="487051" y="108584"/>
                </a:lnTo>
                <a:lnTo>
                  <a:pt x="488237" y="109990"/>
                </a:lnTo>
                <a:lnTo>
                  <a:pt x="489565" y="112862"/>
                </a:lnTo>
                <a:lnTo>
                  <a:pt x="493830" y="114491"/>
                </a:lnTo>
                <a:lnTo>
                  <a:pt x="494390" y="114278"/>
                </a:lnTo>
                <a:lnTo>
                  <a:pt x="494682" y="113626"/>
                </a:lnTo>
                <a:lnTo>
                  <a:pt x="494798" y="111290"/>
                </a:lnTo>
                <a:lnTo>
                  <a:pt x="494147" y="106125"/>
                </a:lnTo>
                <a:lnTo>
                  <a:pt x="494096" y="102840"/>
                </a:lnTo>
                <a:lnTo>
                  <a:pt x="492886" y="96953"/>
                </a:lnTo>
                <a:lnTo>
                  <a:pt x="491864" y="93774"/>
                </a:lnTo>
                <a:lnTo>
                  <a:pt x="490876" y="82886"/>
                </a:lnTo>
                <a:lnTo>
                  <a:pt x="489528" y="77188"/>
                </a:lnTo>
                <a:lnTo>
                  <a:pt x="489310" y="72756"/>
                </a:lnTo>
                <a:lnTo>
                  <a:pt x="489524" y="69331"/>
                </a:lnTo>
                <a:lnTo>
                  <a:pt x="489169" y="66257"/>
                </a:lnTo>
                <a:lnTo>
                  <a:pt x="489651" y="64409"/>
                </a:lnTo>
                <a:lnTo>
                  <a:pt x="490850" y="63399"/>
                </a:lnTo>
                <a:lnTo>
                  <a:pt x="493055" y="62277"/>
                </a:lnTo>
                <a:lnTo>
                  <a:pt x="512210" y="62125"/>
                </a:lnTo>
                <a:lnTo>
                  <a:pt x="513845" y="61782"/>
                </a:lnTo>
                <a:lnTo>
                  <a:pt x="514461" y="60826"/>
                </a:lnTo>
                <a:lnTo>
                  <a:pt x="514133" y="60213"/>
                </a:lnTo>
                <a:lnTo>
                  <a:pt x="512425" y="59225"/>
                </a:lnTo>
                <a:lnTo>
                  <a:pt x="507183" y="57404"/>
                </a:lnTo>
                <a:lnTo>
                  <a:pt x="503033" y="56430"/>
                </a:lnTo>
                <a:lnTo>
                  <a:pt x="500215" y="54627"/>
                </a:lnTo>
                <a:lnTo>
                  <a:pt x="494820" y="52624"/>
                </a:lnTo>
                <a:lnTo>
                  <a:pt x="492122" y="51078"/>
                </a:lnTo>
                <a:lnTo>
                  <a:pt x="490528" y="49696"/>
                </a:lnTo>
                <a:lnTo>
                  <a:pt x="490419" y="49312"/>
                </a:lnTo>
                <a:lnTo>
                  <a:pt x="490744" y="48965"/>
                </a:lnTo>
                <a:lnTo>
                  <a:pt x="492514" y="48101"/>
                </a:lnTo>
                <a:lnTo>
                  <a:pt x="503976" y="48042"/>
                </a:lnTo>
                <a:lnTo>
                  <a:pt x="505363" y="47576"/>
                </a:lnTo>
                <a:lnTo>
                  <a:pt x="505788" y="46779"/>
                </a:lnTo>
                <a:lnTo>
                  <a:pt x="504320" y="45032"/>
                </a:lnTo>
                <a:lnTo>
                  <a:pt x="496622" y="40431"/>
                </a:lnTo>
                <a:lnTo>
                  <a:pt x="493705" y="39003"/>
                </a:lnTo>
                <a:lnTo>
                  <a:pt x="491818" y="37598"/>
                </a:lnTo>
                <a:lnTo>
                  <a:pt x="490039" y="35735"/>
                </a:lnTo>
                <a:lnTo>
                  <a:pt x="488855" y="32906"/>
                </a:lnTo>
                <a:lnTo>
                  <a:pt x="488406" y="27689"/>
                </a:lnTo>
                <a:lnTo>
                  <a:pt x="486909" y="21936"/>
                </a:lnTo>
                <a:lnTo>
                  <a:pt x="485653" y="13769"/>
                </a:lnTo>
                <a:lnTo>
                  <a:pt x="484424" y="8492"/>
                </a:lnTo>
                <a:lnTo>
                  <a:pt x="483792" y="7004"/>
                </a:lnTo>
                <a:lnTo>
                  <a:pt x="482867" y="6130"/>
                </a:lnTo>
                <a:lnTo>
                  <a:pt x="481261" y="5918"/>
                </a:lnTo>
                <a:lnTo>
                  <a:pt x="479832" y="6554"/>
                </a:lnTo>
                <a:close/>
                <a:moveTo>
                  <a:pt x="482802" y="27627"/>
                </a:moveTo>
                <a:lnTo>
                  <a:pt x="482521" y="28989"/>
                </a:lnTo>
                <a:lnTo>
                  <a:pt x="481895" y="29174"/>
                </a:lnTo>
                <a:lnTo>
                  <a:pt x="481183" y="28952"/>
                </a:lnTo>
                <a:lnTo>
                  <a:pt x="480525" y="27778"/>
                </a:lnTo>
                <a:lnTo>
                  <a:pt x="480676" y="26417"/>
                </a:lnTo>
                <a:lnTo>
                  <a:pt x="481336" y="26077"/>
                </a:lnTo>
                <a:lnTo>
                  <a:pt x="482452" y="26248"/>
                </a:lnTo>
                <a:lnTo>
                  <a:pt x="482802" y="27627"/>
                </a:lnTo>
                <a:close/>
                <a:moveTo>
                  <a:pt x="476756" y="40038"/>
                </a:moveTo>
                <a:lnTo>
                  <a:pt x="477313" y="40741"/>
                </a:lnTo>
                <a:lnTo>
                  <a:pt x="476737" y="41705"/>
                </a:lnTo>
                <a:lnTo>
                  <a:pt x="474814" y="41885"/>
                </a:lnTo>
                <a:lnTo>
                  <a:pt x="474009" y="41370"/>
                </a:lnTo>
                <a:lnTo>
                  <a:pt x="474113" y="40847"/>
                </a:lnTo>
                <a:lnTo>
                  <a:pt x="475129" y="40142"/>
                </a:lnTo>
                <a:lnTo>
                  <a:pt x="475907" y="39856"/>
                </a:lnTo>
                <a:lnTo>
                  <a:pt x="476756" y="40038"/>
                </a:lnTo>
                <a:close/>
                <a:moveTo>
                  <a:pt x="493904" y="42124"/>
                </a:moveTo>
                <a:lnTo>
                  <a:pt x="494829" y="42910"/>
                </a:lnTo>
                <a:lnTo>
                  <a:pt x="494788" y="44143"/>
                </a:lnTo>
                <a:lnTo>
                  <a:pt x="493411" y="44928"/>
                </a:lnTo>
                <a:lnTo>
                  <a:pt x="491959" y="44917"/>
                </a:lnTo>
                <a:lnTo>
                  <a:pt x="490770" y="44429"/>
                </a:lnTo>
                <a:lnTo>
                  <a:pt x="489857" y="43532"/>
                </a:lnTo>
                <a:lnTo>
                  <a:pt x="489378" y="42410"/>
                </a:lnTo>
                <a:lnTo>
                  <a:pt x="489343" y="41134"/>
                </a:lnTo>
                <a:lnTo>
                  <a:pt x="492016" y="41500"/>
                </a:lnTo>
                <a:lnTo>
                  <a:pt x="493904" y="42124"/>
                </a:lnTo>
                <a:close/>
                <a:moveTo>
                  <a:pt x="472371" y="41947"/>
                </a:moveTo>
                <a:lnTo>
                  <a:pt x="472671" y="42401"/>
                </a:lnTo>
                <a:lnTo>
                  <a:pt x="472568" y="42997"/>
                </a:lnTo>
                <a:lnTo>
                  <a:pt x="471515" y="44101"/>
                </a:lnTo>
                <a:lnTo>
                  <a:pt x="470256" y="44373"/>
                </a:lnTo>
                <a:lnTo>
                  <a:pt x="469167" y="43922"/>
                </a:lnTo>
                <a:lnTo>
                  <a:pt x="469555" y="42844"/>
                </a:lnTo>
                <a:lnTo>
                  <a:pt x="470807" y="41854"/>
                </a:lnTo>
                <a:lnTo>
                  <a:pt x="471495" y="41632"/>
                </a:lnTo>
                <a:lnTo>
                  <a:pt x="472371" y="41947"/>
                </a:lnTo>
                <a:close/>
                <a:moveTo>
                  <a:pt x="472301" y="54534"/>
                </a:moveTo>
                <a:lnTo>
                  <a:pt x="473064" y="55632"/>
                </a:lnTo>
                <a:lnTo>
                  <a:pt x="472483" y="56525"/>
                </a:lnTo>
                <a:lnTo>
                  <a:pt x="470607" y="56662"/>
                </a:lnTo>
                <a:lnTo>
                  <a:pt x="469736" y="55972"/>
                </a:lnTo>
                <a:lnTo>
                  <a:pt x="469548" y="54750"/>
                </a:lnTo>
                <a:lnTo>
                  <a:pt x="469818" y="54075"/>
                </a:lnTo>
                <a:lnTo>
                  <a:pt x="471068" y="54030"/>
                </a:lnTo>
                <a:lnTo>
                  <a:pt x="472301" y="54534"/>
                </a:lnTo>
                <a:close/>
                <a:moveTo>
                  <a:pt x="492419" y="55241"/>
                </a:moveTo>
                <a:lnTo>
                  <a:pt x="492456" y="55990"/>
                </a:lnTo>
                <a:lnTo>
                  <a:pt x="491862" y="56760"/>
                </a:lnTo>
                <a:lnTo>
                  <a:pt x="490807" y="56945"/>
                </a:lnTo>
                <a:lnTo>
                  <a:pt x="490243" y="56575"/>
                </a:lnTo>
                <a:lnTo>
                  <a:pt x="490137" y="55688"/>
                </a:lnTo>
                <a:lnTo>
                  <a:pt x="490817" y="54870"/>
                </a:lnTo>
                <a:lnTo>
                  <a:pt x="491760" y="54720"/>
                </a:lnTo>
                <a:lnTo>
                  <a:pt x="492419" y="55241"/>
                </a:lnTo>
                <a:close/>
                <a:moveTo>
                  <a:pt x="476614" y="64929"/>
                </a:moveTo>
                <a:lnTo>
                  <a:pt x="476296" y="65636"/>
                </a:lnTo>
                <a:lnTo>
                  <a:pt x="475812" y="65385"/>
                </a:lnTo>
                <a:lnTo>
                  <a:pt x="475647" y="64849"/>
                </a:lnTo>
                <a:lnTo>
                  <a:pt x="476194" y="64226"/>
                </a:lnTo>
                <a:lnTo>
                  <a:pt x="476614" y="64929"/>
                </a:lnTo>
                <a:close/>
                <a:moveTo>
                  <a:pt x="483969" y="67616"/>
                </a:moveTo>
                <a:lnTo>
                  <a:pt x="484616" y="68466"/>
                </a:lnTo>
                <a:lnTo>
                  <a:pt x="484714" y="69569"/>
                </a:lnTo>
                <a:lnTo>
                  <a:pt x="484271" y="70660"/>
                </a:lnTo>
                <a:lnTo>
                  <a:pt x="483453" y="71348"/>
                </a:lnTo>
                <a:lnTo>
                  <a:pt x="481863" y="71528"/>
                </a:lnTo>
                <a:lnTo>
                  <a:pt x="480263" y="71159"/>
                </a:lnTo>
                <a:lnTo>
                  <a:pt x="479100" y="70598"/>
                </a:lnTo>
                <a:lnTo>
                  <a:pt x="478546" y="69742"/>
                </a:lnTo>
                <a:lnTo>
                  <a:pt x="478630" y="68147"/>
                </a:lnTo>
                <a:lnTo>
                  <a:pt x="479847" y="67375"/>
                </a:lnTo>
                <a:lnTo>
                  <a:pt x="482372" y="67118"/>
                </a:lnTo>
                <a:lnTo>
                  <a:pt x="483969" y="67616"/>
                </a:lnTo>
                <a:close/>
                <a:moveTo>
                  <a:pt x="476968" y="80345"/>
                </a:moveTo>
                <a:lnTo>
                  <a:pt x="477233" y="80971"/>
                </a:lnTo>
                <a:lnTo>
                  <a:pt x="476695" y="81567"/>
                </a:lnTo>
                <a:lnTo>
                  <a:pt x="476025" y="81728"/>
                </a:lnTo>
                <a:lnTo>
                  <a:pt x="475315" y="81304"/>
                </a:lnTo>
                <a:lnTo>
                  <a:pt x="475228" y="80551"/>
                </a:lnTo>
                <a:lnTo>
                  <a:pt x="475598" y="79909"/>
                </a:lnTo>
                <a:lnTo>
                  <a:pt x="476243" y="79818"/>
                </a:lnTo>
                <a:lnTo>
                  <a:pt x="476968" y="80345"/>
                </a:lnTo>
                <a:close/>
                <a:moveTo>
                  <a:pt x="488919" y="80380"/>
                </a:moveTo>
                <a:lnTo>
                  <a:pt x="487840" y="81127"/>
                </a:lnTo>
                <a:lnTo>
                  <a:pt x="487068" y="81057"/>
                </a:lnTo>
                <a:lnTo>
                  <a:pt x="486868" y="80734"/>
                </a:lnTo>
                <a:lnTo>
                  <a:pt x="487053" y="80092"/>
                </a:lnTo>
                <a:lnTo>
                  <a:pt x="487673" y="79810"/>
                </a:lnTo>
                <a:lnTo>
                  <a:pt x="488743" y="79868"/>
                </a:lnTo>
                <a:lnTo>
                  <a:pt x="488919" y="80380"/>
                </a:lnTo>
                <a:close/>
                <a:moveTo>
                  <a:pt x="488742" y="88901"/>
                </a:moveTo>
                <a:lnTo>
                  <a:pt x="489460" y="90306"/>
                </a:lnTo>
                <a:lnTo>
                  <a:pt x="489570" y="91503"/>
                </a:lnTo>
                <a:lnTo>
                  <a:pt x="488789" y="92909"/>
                </a:lnTo>
                <a:lnTo>
                  <a:pt x="486227" y="94298"/>
                </a:lnTo>
                <a:lnTo>
                  <a:pt x="487211" y="97192"/>
                </a:lnTo>
                <a:lnTo>
                  <a:pt x="486611" y="98673"/>
                </a:lnTo>
                <a:lnTo>
                  <a:pt x="484326" y="100060"/>
                </a:lnTo>
                <a:lnTo>
                  <a:pt x="482214" y="100799"/>
                </a:lnTo>
                <a:lnTo>
                  <a:pt x="480424" y="100112"/>
                </a:lnTo>
                <a:lnTo>
                  <a:pt x="477818" y="98205"/>
                </a:lnTo>
                <a:lnTo>
                  <a:pt x="477530" y="96799"/>
                </a:lnTo>
                <a:lnTo>
                  <a:pt x="479078" y="94507"/>
                </a:lnTo>
                <a:lnTo>
                  <a:pt x="481144" y="93442"/>
                </a:lnTo>
                <a:lnTo>
                  <a:pt x="485424" y="93094"/>
                </a:lnTo>
                <a:lnTo>
                  <a:pt x="486550" y="88724"/>
                </a:lnTo>
                <a:lnTo>
                  <a:pt x="487606" y="88296"/>
                </a:lnTo>
                <a:lnTo>
                  <a:pt x="488742" y="88901"/>
                </a:lnTo>
                <a:close/>
                <a:moveTo>
                  <a:pt x="475907" y="101135"/>
                </a:moveTo>
                <a:lnTo>
                  <a:pt x="477483" y="102757"/>
                </a:lnTo>
                <a:lnTo>
                  <a:pt x="477478" y="103525"/>
                </a:lnTo>
                <a:lnTo>
                  <a:pt x="476941" y="104419"/>
                </a:lnTo>
                <a:lnTo>
                  <a:pt x="473803" y="107216"/>
                </a:lnTo>
                <a:lnTo>
                  <a:pt x="472929" y="107249"/>
                </a:lnTo>
                <a:lnTo>
                  <a:pt x="471666" y="106599"/>
                </a:lnTo>
                <a:lnTo>
                  <a:pt x="471174" y="105961"/>
                </a:lnTo>
                <a:lnTo>
                  <a:pt x="471107" y="104529"/>
                </a:lnTo>
                <a:lnTo>
                  <a:pt x="471581" y="101851"/>
                </a:lnTo>
                <a:lnTo>
                  <a:pt x="472211" y="100521"/>
                </a:lnTo>
                <a:lnTo>
                  <a:pt x="472623" y="100154"/>
                </a:lnTo>
                <a:lnTo>
                  <a:pt x="473674" y="99994"/>
                </a:lnTo>
                <a:lnTo>
                  <a:pt x="475907" y="101135"/>
                </a:lnTo>
                <a:close/>
                <a:moveTo>
                  <a:pt x="491747" y="100710"/>
                </a:moveTo>
                <a:lnTo>
                  <a:pt x="492176" y="102808"/>
                </a:lnTo>
                <a:lnTo>
                  <a:pt x="491953" y="105646"/>
                </a:lnTo>
                <a:lnTo>
                  <a:pt x="491375" y="106638"/>
                </a:lnTo>
                <a:lnTo>
                  <a:pt x="490071" y="106935"/>
                </a:lnTo>
                <a:lnTo>
                  <a:pt x="486717" y="104466"/>
                </a:lnTo>
                <a:lnTo>
                  <a:pt x="486108" y="103504"/>
                </a:lnTo>
                <a:lnTo>
                  <a:pt x="486033" y="102503"/>
                </a:lnTo>
                <a:lnTo>
                  <a:pt x="486636" y="101510"/>
                </a:lnTo>
                <a:lnTo>
                  <a:pt x="488321" y="100652"/>
                </a:lnTo>
                <a:lnTo>
                  <a:pt x="490326" y="100317"/>
                </a:lnTo>
                <a:lnTo>
                  <a:pt x="491747" y="100710"/>
                </a:lnTo>
                <a:close/>
                <a:moveTo>
                  <a:pt x="473432" y="114500"/>
                </a:moveTo>
                <a:lnTo>
                  <a:pt x="476049" y="117258"/>
                </a:lnTo>
                <a:lnTo>
                  <a:pt x="474374" y="118561"/>
                </a:lnTo>
                <a:lnTo>
                  <a:pt x="470497" y="119874"/>
                </a:lnTo>
                <a:lnTo>
                  <a:pt x="469647" y="118709"/>
                </a:lnTo>
                <a:lnTo>
                  <a:pt x="469338" y="117705"/>
                </a:lnTo>
                <a:lnTo>
                  <a:pt x="469186" y="115891"/>
                </a:lnTo>
                <a:lnTo>
                  <a:pt x="469436" y="114421"/>
                </a:lnTo>
                <a:lnTo>
                  <a:pt x="469849" y="113970"/>
                </a:lnTo>
                <a:lnTo>
                  <a:pt x="470881" y="113736"/>
                </a:lnTo>
                <a:lnTo>
                  <a:pt x="473432" y="114500"/>
                </a:lnTo>
                <a:close/>
                <a:moveTo>
                  <a:pt x="484004" y="120263"/>
                </a:moveTo>
                <a:lnTo>
                  <a:pt x="488093" y="122270"/>
                </a:lnTo>
                <a:lnTo>
                  <a:pt x="488817" y="123272"/>
                </a:lnTo>
                <a:lnTo>
                  <a:pt x="488890" y="125081"/>
                </a:lnTo>
                <a:lnTo>
                  <a:pt x="487646" y="126627"/>
                </a:lnTo>
                <a:lnTo>
                  <a:pt x="484111" y="129237"/>
                </a:lnTo>
                <a:lnTo>
                  <a:pt x="481890" y="130250"/>
                </a:lnTo>
                <a:lnTo>
                  <a:pt x="479878" y="130103"/>
                </a:lnTo>
                <a:lnTo>
                  <a:pt x="478683" y="129355"/>
                </a:lnTo>
                <a:lnTo>
                  <a:pt x="474802" y="126072"/>
                </a:lnTo>
                <a:lnTo>
                  <a:pt x="473125" y="123415"/>
                </a:lnTo>
                <a:lnTo>
                  <a:pt x="473128" y="122740"/>
                </a:lnTo>
                <a:lnTo>
                  <a:pt x="473575" y="122198"/>
                </a:lnTo>
                <a:lnTo>
                  <a:pt x="479520" y="119157"/>
                </a:lnTo>
                <a:lnTo>
                  <a:pt x="481341" y="119083"/>
                </a:lnTo>
                <a:lnTo>
                  <a:pt x="484004" y="120263"/>
                </a:lnTo>
                <a:close/>
                <a:moveTo>
                  <a:pt x="472477" y="128360"/>
                </a:moveTo>
                <a:lnTo>
                  <a:pt x="476160" y="131356"/>
                </a:lnTo>
                <a:lnTo>
                  <a:pt x="477109" y="133057"/>
                </a:lnTo>
                <a:lnTo>
                  <a:pt x="477145" y="134229"/>
                </a:lnTo>
                <a:lnTo>
                  <a:pt x="476518" y="134934"/>
                </a:lnTo>
                <a:lnTo>
                  <a:pt x="474383" y="136152"/>
                </a:lnTo>
                <a:lnTo>
                  <a:pt x="469738" y="139615"/>
                </a:lnTo>
                <a:lnTo>
                  <a:pt x="468235" y="140520"/>
                </a:lnTo>
                <a:lnTo>
                  <a:pt x="467631" y="140482"/>
                </a:lnTo>
                <a:lnTo>
                  <a:pt x="467054" y="139664"/>
                </a:lnTo>
                <a:lnTo>
                  <a:pt x="466729" y="137317"/>
                </a:lnTo>
                <a:lnTo>
                  <a:pt x="467819" y="131290"/>
                </a:lnTo>
                <a:lnTo>
                  <a:pt x="467930" y="128987"/>
                </a:lnTo>
                <a:lnTo>
                  <a:pt x="468969" y="127736"/>
                </a:lnTo>
                <a:lnTo>
                  <a:pt x="470110" y="127209"/>
                </a:lnTo>
                <a:lnTo>
                  <a:pt x="471270" y="127419"/>
                </a:lnTo>
                <a:lnTo>
                  <a:pt x="472477" y="128360"/>
                </a:lnTo>
                <a:close/>
                <a:moveTo>
                  <a:pt x="494045" y="128006"/>
                </a:moveTo>
                <a:lnTo>
                  <a:pt x="494622" y="130649"/>
                </a:lnTo>
                <a:lnTo>
                  <a:pt x="495126" y="138704"/>
                </a:lnTo>
                <a:lnTo>
                  <a:pt x="494922" y="140019"/>
                </a:lnTo>
                <a:lnTo>
                  <a:pt x="493691" y="140513"/>
                </a:lnTo>
                <a:lnTo>
                  <a:pt x="492310" y="139834"/>
                </a:lnTo>
                <a:lnTo>
                  <a:pt x="488510" y="136503"/>
                </a:lnTo>
                <a:lnTo>
                  <a:pt x="486409" y="135179"/>
                </a:lnTo>
                <a:lnTo>
                  <a:pt x="485931" y="133738"/>
                </a:lnTo>
                <a:lnTo>
                  <a:pt x="486533" y="132254"/>
                </a:lnTo>
                <a:lnTo>
                  <a:pt x="490366" y="129002"/>
                </a:lnTo>
                <a:lnTo>
                  <a:pt x="492949" y="127511"/>
                </a:lnTo>
                <a:lnTo>
                  <a:pt x="494045" y="128006"/>
                </a:lnTo>
                <a:close/>
                <a:moveTo>
                  <a:pt x="236221" y="8287"/>
                </a:moveTo>
                <a:lnTo>
                  <a:pt x="235238" y="8965"/>
                </a:lnTo>
                <a:lnTo>
                  <a:pt x="234661" y="10239"/>
                </a:lnTo>
                <a:lnTo>
                  <a:pt x="233655" y="16883"/>
                </a:lnTo>
                <a:lnTo>
                  <a:pt x="232053" y="24189"/>
                </a:lnTo>
                <a:lnTo>
                  <a:pt x="231050" y="31978"/>
                </a:lnTo>
                <a:lnTo>
                  <a:pt x="229788" y="37298"/>
                </a:lnTo>
                <a:lnTo>
                  <a:pt x="228421" y="45674"/>
                </a:lnTo>
                <a:lnTo>
                  <a:pt x="227772" y="47127"/>
                </a:lnTo>
                <a:lnTo>
                  <a:pt x="226099" y="49041"/>
                </a:lnTo>
                <a:lnTo>
                  <a:pt x="224599" y="50054"/>
                </a:lnTo>
                <a:lnTo>
                  <a:pt x="220925" y="51542"/>
                </a:lnTo>
                <a:lnTo>
                  <a:pt x="217781" y="53353"/>
                </a:lnTo>
                <a:lnTo>
                  <a:pt x="208646" y="57075"/>
                </a:lnTo>
                <a:lnTo>
                  <a:pt x="207185" y="58143"/>
                </a:lnTo>
                <a:lnTo>
                  <a:pt x="206150" y="59816"/>
                </a:lnTo>
                <a:lnTo>
                  <a:pt x="206446" y="60702"/>
                </a:lnTo>
                <a:lnTo>
                  <a:pt x="208522" y="61268"/>
                </a:lnTo>
                <a:lnTo>
                  <a:pt x="225882" y="62312"/>
                </a:lnTo>
                <a:lnTo>
                  <a:pt x="227734" y="63046"/>
                </a:lnTo>
                <a:lnTo>
                  <a:pt x="228372" y="63656"/>
                </a:lnTo>
                <a:lnTo>
                  <a:pt x="228366" y="64341"/>
                </a:lnTo>
                <a:lnTo>
                  <a:pt x="226557" y="66304"/>
                </a:lnTo>
                <a:lnTo>
                  <a:pt x="224489" y="67527"/>
                </a:lnTo>
                <a:lnTo>
                  <a:pt x="218489" y="70025"/>
                </a:lnTo>
                <a:lnTo>
                  <a:pt x="214101" y="71386"/>
                </a:lnTo>
                <a:lnTo>
                  <a:pt x="210409" y="73003"/>
                </a:lnTo>
                <a:lnTo>
                  <a:pt x="198527" y="77201"/>
                </a:lnTo>
                <a:lnTo>
                  <a:pt x="195863" y="78645"/>
                </a:lnTo>
                <a:lnTo>
                  <a:pt x="195109" y="79289"/>
                </a:lnTo>
                <a:lnTo>
                  <a:pt x="194732" y="80437"/>
                </a:lnTo>
                <a:lnTo>
                  <a:pt x="195679" y="81178"/>
                </a:lnTo>
                <a:lnTo>
                  <a:pt x="198172" y="81388"/>
                </a:lnTo>
                <a:lnTo>
                  <a:pt x="223355" y="81724"/>
                </a:lnTo>
                <a:lnTo>
                  <a:pt x="225849" y="82248"/>
                </a:lnTo>
                <a:lnTo>
                  <a:pt x="226745" y="82890"/>
                </a:lnTo>
                <a:lnTo>
                  <a:pt x="227113" y="83791"/>
                </a:lnTo>
                <a:lnTo>
                  <a:pt x="227321" y="88915"/>
                </a:lnTo>
                <a:lnTo>
                  <a:pt x="226679" y="94540"/>
                </a:lnTo>
                <a:lnTo>
                  <a:pt x="225518" y="114030"/>
                </a:lnTo>
                <a:lnTo>
                  <a:pt x="224094" y="117821"/>
                </a:lnTo>
                <a:lnTo>
                  <a:pt x="222699" y="130634"/>
                </a:lnTo>
                <a:lnTo>
                  <a:pt x="220940" y="137199"/>
                </a:lnTo>
                <a:lnTo>
                  <a:pt x="219829" y="147775"/>
                </a:lnTo>
                <a:lnTo>
                  <a:pt x="218202" y="154471"/>
                </a:lnTo>
                <a:lnTo>
                  <a:pt x="216960" y="164990"/>
                </a:lnTo>
                <a:lnTo>
                  <a:pt x="215338" y="172440"/>
                </a:lnTo>
                <a:lnTo>
                  <a:pt x="213576" y="186295"/>
                </a:lnTo>
                <a:lnTo>
                  <a:pt x="212602" y="190012"/>
                </a:lnTo>
                <a:lnTo>
                  <a:pt x="212579" y="191765"/>
                </a:lnTo>
                <a:lnTo>
                  <a:pt x="212956" y="192745"/>
                </a:lnTo>
                <a:lnTo>
                  <a:pt x="214221" y="193194"/>
                </a:lnTo>
                <a:lnTo>
                  <a:pt x="216625" y="192372"/>
                </a:lnTo>
                <a:lnTo>
                  <a:pt x="230954" y="182419"/>
                </a:lnTo>
                <a:lnTo>
                  <a:pt x="235641" y="178795"/>
                </a:lnTo>
                <a:lnTo>
                  <a:pt x="236972" y="178231"/>
                </a:lnTo>
                <a:lnTo>
                  <a:pt x="238260" y="178114"/>
                </a:lnTo>
                <a:lnTo>
                  <a:pt x="240095" y="178787"/>
                </a:lnTo>
                <a:lnTo>
                  <a:pt x="250545" y="186787"/>
                </a:lnTo>
                <a:lnTo>
                  <a:pt x="258030" y="192090"/>
                </a:lnTo>
                <a:lnTo>
                  <a:pt x="259888" y="193046"/>
                </a:lnTo>
                <a:lnTo>
                  <a:pt x="261279" y="193200"/>
                </a:lnTo>
                <a:lnTo>
                  <a:pt x="261926" y="192851"/>
                </a:lnTo>
                <a:lnTo>
                  <a:pt x="262228" y="192127"/>
                </a:lnTo>
                <a:lnTo>
                  <a:pt x="262234" y="189007"/>
                </a:lnTo>
                <a:lnTo>
                  <a:pt x="260529" y="178613"/>
                </a:lnTo>
                <a:lnTo>
                  <a:pt x="259404" y="169044"/>
                </a:lnTo>
                <a:lnTo>
                  <a:pt x="257870" y="161678"/>
                </a:lnTo>
                <a:lnTo>
                  <a:pt x="256469" y="150074"/>
                </a:lnTo>
                <a:lnTo>
                  <a:pt x="254654" y="141633"/>
                </a:lnTo>
                <a:lnTo>
                  <a:pt x="253626" y="132819"/>
                </a:lnTo>
                <a:lnTo>
                  <a:pt x="251765" y="122156"/>
                </a:lnTo>
                <a:lnTo>
                  <a:pt x="250620" y="112042"/>
                </a:lnTo>
                <a:lnTo>
                  <a:pt x="250103" y="109951"/>
                </a:lnTo>
                <a:lnTo>
                  <a:pt x="248932" y="107680"/>
                </a:lnTo>
                <a:lnTo>
                  <a:pt x="248658" y="105992"/>
                </a:lnTo>
                <a:lnTo>
                  <a:pt x="248313" y="83527"/>
                </a:lnTo>
                <a:lnTo>
                  <a:pt x="249972" y="82198"/>
                </a:lnTo>
                <a:lnTo>
                  <a:pt x="252759" y="81737"/>
                </a:lnTo>
                <a:lnTo>
                  <a:pt x="279508" y="81937"/>
                </a:lnTo>
                <a:lnTo>
                  <a:pt x="280536" y="81554"/>
                </a:lnTo>
                <a:lnTo>
                  <a:pt x="281288" y="80190"/>
                </a:lnTo>
                <a:lnTo>
                  <a:pt x="279874" y="79098"/>
                </a:lnTo>
                <a:lnTo>
                  <a:pt x="276008" y="77221"/>
                </a:lnTo>
                <a:lnTo>
                  <a:pt x="267816" y="73841"/>
                </a:lnTo>
                <a:lnTo>
                  <a:pt x="256675" y="69857"/>
                </a:lnTo>
                <a:lnTo>
                  <a:pt x="250515" y="67249"/>
                </a:lnTo>
                <a:lnTo>
                  <a:pt x="249193" y="66108"/>
                </a:lnTo>
                <a:lnTo>
                  <a:pt x="249013" y="63951"/>
                </a:lnTo>
                <a:lnTo>
                  <a:pt x="249413" y="63258"/>
                </a:lnTo>
                <a:lnTo>
                  <a:pt x="250274" y="62841"/>
                </a:lnTo>
                <a:lnTo>
                  <a:pt x="256869" y="62533"/>
                </a:lnTo>
                <a:lnTo>
                  <a:pt x="267971" y="63464"/>
                </a:lnTo>
                <a:lnTo>
                  <a:pt x="269386" y="62843"/>
                </a:lnTo>
                <a:lnTo>
                  <a:pt x="270009" y="62020"/>
                </a:lnTo>
                <a:lnTo>
                  <a:pt x="270122" y="61258"/>
                </a:lnTo>
                <a:lnTo>
                  <a:pt x="268706" y="59721"/>
                </a:lnTo>
                <a:lnTo>
                  <a:pt x="262774" y="56527"/>
                </a:lnTo>
                <a:lnTo>
                  <a:pt x="254344" y="51209"/>
                </a:lnTo>
                <a:lnTo>
                  <a:pt x="251350" y="49721"/>
                </a:lnTo>
                <a:lnTo>
                  <a:pt x="248635" y="47267"/>
                </a:lnTo>
                <a:lnTo>
                  <a:pt x="248284" y="46481"/>
                </a:lnTo>
                <a:lnTo>
                  <a:pt x="248004" y="43251"/>
                </a:lnTo>
                <a:lnTo>
                  <a:pt x="246679" y="37773"/>
                </a:lnTo>
                <a:lnTo>
                  <a:pt x="245121" y="28026"/>
                </a:lnTo>
                <a:lnTo>
                  <a:pt x="243447" y="20706"/>
                </a:lnTo>
                <a:lnTo>
                  <a:pt x="241816" y="11230"/>
                </a:lnTo>
                <a:lnTo>
                  <a:pt x="240887" y="9219"/>
                </a:lnTo>
                <a:lnTo>
                  <a:pt x="239302" y="7984"/>
                </a:lnTo>
                <a:lnTo>
                  <a:pt x="237860" y="7697"/>
                </a:lnTo>
                <a:lnTo>
                  <a:pt x="236221" y="8287"/>
                </a:lnTo>
                <a:close/>
                <a:moveTo>
                  <a:pt x="239332" y="25117"/>
                </a:moveTo>
                <a:lnTo>
                  <a:pt x="239660" y="26113"/>
                </a:lnTo>
                <a:lnTo>
                  <a:pt x="239448" y="27368"/>
                </a:lnTo>
                <a:lnTo>
                  <a:pt x="238307" y="27627"/>
                </a:lnTo>
                <a:lnTo>
                  <a:pt x="237177" y="27383"/>
                </a:lnTo>
                <a:lnTo>
                  <a:pt x="236963" y="26247"/>
                </a:lnTo>
                <a:lnTo>
                  <a:pt x="237466" y="25145"/>
                </a:lnTo>
                <a:lnTo>
                  <a:pt x="238398" y="24676"/>
                </a:lnTo>
                <a:lnTo>
                  <a:pt x="239332" y="25117"/>
                </a:lnTo>
                <a:close/>
                <a:moveTo>
                  <a:pt x="239792" y="34416"/>
                </a:moveTo>
                <a:lnTo>
                  <a:pt x="240415" y="36082"/>
                </a:lnTo>
                <a:lnTo>
                  <a:pt x="240216" y="38199"/>
                </a:lnTo>
                <a:lnTo>
                  <a:pt x="238639" y="38765"/>
                </a:lnTo>
                <a:lnTo>
                  <a:pt x="236610" y="38482"/>
                </a:lnTo>
                <a:lnTo>
                  <a:pt x="235823" y="36837"/>
                </a:lnTo>
                <a:lnTo>
                  <a:pt x="235932" y="35223"/>
                </a:lnTo>
                <a:lnTo>
                  <a:pt x="236340" y="34373"/>
                </a:lnTo>
                <a:lnTo>
                  <a:pt x="237880" y="33828"/>
                </a:lnTo>
                <a:lnTo>
                  <a:pt x="239792" y="34416"/>
                </a:lnTo>
                <a:close/>
                <a:moveTo>
                  <a:pt x="234064" y="40356"/>
                </a:moveTo>
                <a:lnTo>
                  <a:pt x="234325" y="41238"/>
                </a:lnTo>
                <a:lnTo>
                  <a:pt x="233970" y="42105"/>
                </a:lnTo>
                <a:lnTo>
                  <a:pt x="233207" y="42578"/>
                </a:lnTo>
                <a:lnTo>
                  <a:pt x="232362" y="42368"/>
                </a:lnTo>
                <a:lnTo>
                  <a:pt x="232004" y="41031"/>
                </a:lnTo>
                <a:lnTo>
                  <a:pt x="232404" y="40109"/>
                </a:lnTo>
                <a:lnTo>
                  <a:pt x="233198" y="39829"/>
                </a:lnTo>
                <a:lnTo>
                  <a:pt x="234064" y="40356"/>
                </a:lnTo>
                <a:close/>
                <a:moveTo>
                  <a:pt x="244106" y="40992"/>
                </a:moveTo>
                <a:lnTo>
                  <a:pt x="244777" y="41487"/>
                </a:lnTo>
                <a:lnTo>
                  <a:pt x="243713" y="41774"/>
                </a:lnTo>
                <a:lnTo>
                  <a:pt x="242700" y="41483"/>
                </a:lnTo>
                <a:lnTo>
                  <a:pt x="242196" y="40886"/>
                </a:lnTo>
                <a:lnTo>
                  <a:pt x="242873" y="40555"/>
                </a:lnTo>
                <a:lnTo>
                  <a:pt x="244106" y="40992"/>
                </a:lnTo>
                <a:close/>
                <a:moveTo>
                  <a:pt x="240075" y="45306"/>
                </a:moveTo>
                <a:lnTo>
                  <a:pt x="240619" y="46702"/>
                </a:lnTo>
                <a:lnTo>
                  <a:pt x="240021" y="47422"/>
                </a:lnTo>
                <a:lnTo>
                  <a:pt x="238828" y="48021"/>
                </a:lnTo>
                <a:lnTo>
                  <a:pt x="237920" y="48036"/>
                </a:lnTo>
                <a:lnTo>
                  <a:pt x="236564" y="47548"/>
                </a:lnTo>
                <a:lnTo>
                  <a:pt x="235549" y="46296"/>
                </a:lnTo>
                <a:lnTo>
                  <a:pt x="235793" y="45388"/>
                </a:lnTo>
                <a:lnTo>
                  <a:pt x="237202" y="44608"/>
                </a:lnTo>
                <a:lnTo>
                  <a:pt x="239051" y="44686"/>
                </a:lnTo>
                <a:lnTo>
                  <a:pt x="240075" y="45306"/>
                </a:lnTo>
                <a:close/>
                <a:moveTo>
                  <a:pt x="244954" y="52271"/>
                </a:moveTo>
                <a:lnTo>
                  <a:pt x="245384" y="53657"/>
                </a:lnTo>
                <a:lnTo>
                  <a:pt x="245114" y="55259"/>
                </a:lnTo>
                <a:lnTo>
                  <a:pt x="244466" y="55800"/>
                </a:lnTo>
                <a:lnTo>
                  <a:pt x="243589" y="55682"/>
                </a:lnTo>
                <a:lnTo>
                  <a:pt x="242693" y="54822"/>
                </a:lnTo>
                <a:lnTo>
                  <a:pt x="242712" y="53274"/>
                </a:lnTo>
                <a:lnTo>
                  <a:pt x="243711" y="52070"/>
                </a:lnTo>
                <a:lnTo>
                  <a:pt x="244351" y="51957"/>
                </a:lnTo>
                <a:lnTo>
                  <a:pt x="244954" y="52271"/>
                </a:lnTo>
                <a:close/>
                <a:moveTo>
                  <a:pt x="233499" y="53367"/>
                </a:moveTo>
                <a:lnTo>
                  <a:pt x="233614" y="54527"/>
                </a:lnTo>
                <a:lnTo>
                  <a:pt x="232670" y="55241"/>
                </a:lnTo>
                <a:lnTo>
                  <a:pt x="230786" y="54910"/>
                </a:lnTo>
                <a:lnTo>
                  <a:pt x="229616" y="54094"/>
                </a:lnTo>
                <a:lnTo>
                  <a:pt x="230289" y="52702"/>
                </a:lnTo>
                <a:lnTo>
                  <a:pt x="231454" y="52189"/>
                </a:lnTo>
                <a:lnTo>
                  <a:pt x="232685" y="52428"/>
                </a:lnTo>
                <a:lnTo>
                  <a:pt x="233499" y="53367"/>
                </a:lnTo>
                <a:close/>
                <a:moveTo>
                  <a:pt x="252167" y="54074"/>
                </a:moveTo>
                <a:lnTo>
                  <a:pt x="256821" y="57099"/>
                </a:lnTo>
                <a:lnTo>
                  <a:pt x="257372" y="57780"/>
                </a:lnTo>
                <a:lnTo>
                  <a:pt x="257206" y="58473"/>
                </a:lnTo>
                <a:lnTo>
                  <a:pt x="256202" y="58993"/>
                </a:lnTo>
                <a:lnTo>
                  <a:pt x="253577" y="59227"/>
                </a:lnTo>
                <a:lnTo>
                  <a:pt x="251005" y="59047"/>
                </a:lnTo>
                <a:lnTo>
                  <a:pt x="249396" y="58459"/>
                </a:lnTo>
                <a:lnTo>
                  <a:pt x="248833" y="57740"/>
                </a:lnTo>
                <a:lnTo>
                  <a:pt x="248588" y="56689"/>
                </a:lnTo>
                <a:lnTo>
                  <a:pt x="248879" y="54087"/>
                </a:lnTo>
                <a:lnTo>
                  <a:pt x="249844" y="53313"/>
                </a:lnTo>
                <a:lnTo>
                  <a:pt x="252167" y="54074"/>
                </a:lnTo>
                <a:close/>
                <a:moveTo>
                  <a:pt x="227028" y="54039"/>
                </a:moveTo>
                <a:lnTo>
                  <a:pt x="228120" y="54526"/>
                </a:lnTo>
                <a:lnTo>
                  <a:pt x="228276" y="55144"/>
                </a:lnTo>
                <a:lnTo>
                  <a:pt x="227028" y="56302"/>
                </a:lnTo>
                <a:lnTo>
                  <a:pt x="225404" y="57119"/>
                </a:lnTo>
                <a:lnTo>
                  <a:pt x="223864" y="57457"/>
                </a:lnTo>
                <a:lnTo>
                  <a:pt x="222566" y="57330"/>
                </a:lnTo>
                <a:lnTo>
                  <a:pt x="221423" y="56298"/>
                </a:lnTo>
                <a:lnTo>
                  <a:pt x="221413" y="55217"/>
                </a:lnTo>
                <a:lnTo>
                  <a:pt x="222464" y="54080"/>
                </a:lnTo>
                <a:lnTo>
                  <a:pt x="224458" y="53653"/>
                </a:lnTo>
                <a:lnTo>
                  <a:pt x="227028" y="54039"/>
                </a:lnTo>
                <a:close/>
                <a:moveTo>
                  <a:pt x="244954" y="64823"/>
                </a:moveTo>
                <a:lnTo>
                  <a:pt x="244356" y="66171"/>
                </a:lnTo>
                <a:lnTo>
                  <a:pt x="243646" y="66359"/>
                </a:lnTo>
                <a:lnTo>
                  <a:pt x="243232" y="66008"/>
                </a:lnTo>
                <a:lnTo>
                  <a:pt x="243063" y="64785"/>
                </a:lnTo>
                <a:lnTo>
                  <a:pt x="243854" y="63647"/>
                </a:lnTo>
                <a:lnTo>
                  <a:pt x="244855" y="63649"/>
                </a:lnTo>
                <a:lnTo>
                  <a:pt x="244954" y="64823"/>
                </a:lnTo>
                <a:close/>
                <a:moveTo>
                  <a:pt x="232933" y="65070"/>
                </a:moveTo>
                <a:lnTo>
                  <a:pt x="232890" y="65839"/>
                </a:lnTo>
                <a:lnTo>
                  <a:pt x="232475" y="66178"/>
                </a:lnTo>
                <a:lnTo>
                  <a:pt x="231589" y="65813"/>
                </a:lnTo>
                <a:lnTo>
                  <a:pt x="231116" y="65105"/>
                </a:lnTo>
                <a:lnTo>
                  <a:pt x="231477" y="64516"/>
                </a:lnTo>
                <a:lnTo>
                  <a:pt x="232067" y="64309"/>
                </a:lnTo>
                <a:lnTo>
                  <a:pt x="232619" y="64508"/>
                </a:lnTo>
                <a:lnTo>
                  <a:pt x="232933" y="65070"/>
                </a:lnTo>
                <a:close/>
                <a:moveTo>
                  <a:pt x="239368" y="71117"/>
                </a:moveTo>
                <a:lnTo>
                  <a:pt x="239633" y="72028"/>
                </a:lnTo>
                <a:lnTo>
                  <a:pt x="238962" y="72620"/>
                </a:lnTo>
                <a:lnTo>
                  <a:pt x="236988" y="72557"/>
                </a:lnTo>
                <a:lnTo>
                  <a:pt x="236209" y="71960"/>
                </a:lnTo>
                <a:lnTo>
                  <a:pt x="236442" y="71209"/>
                </a:lnTo>
                <a:lnTo>
                  <a:pt x="237485" y="70697"/>
                </a:lnTo>
                <a:lnTo>
                  <a:pt x="238738" y="70728"/>
                </a:lnTo>
                <a:lnTo>
                  <a:pt x="239368" y="71117"/>
                </a:lnTo>
                <a:close/>
                <a:moveTo>
                  <a:pt x="227382" y="72000"/>
                </a:moveTo>
                <a:lnTo>
                  <a:pt x="228047" y="73198"/>
                </a:lnTo>
                <a:lnTo>
                  <a:pt x="228173" y="74167"/>
                </a:lnTo>
                <a:lnTo>
                  <a:pt x="227338" y="75209"/>
                </a:lnTo>
                <a:lnTo>
                  <a:pt x="224125" y="75822"/>
                </a:lnTo>
                <a:lnTo>
                  <a:pt x="222869" y="75395"/>
                </a:lnTo>
                <a:lnTo>
                  <a:pt x="222344" y="74791"/>
                </a:lnTo>
                <a:lnTo>
                  <a:pt x="222134" y="72404"/>
                </a:lnTo>
                <a:lnTo>
                  <a:pt x="222982" y="71236"/>
                </a:lnTo>
                <a:lnTo>
                  <a:pt x="226020" y="71122"/>
                </a:lnTo>
                <a:lnTo>
                  <a:pt x="227382" y="72000"/>
                </a:lnTo>
                <a:close/>
                <a:moveTo>
                  <a:pt x="253192" y="72319"/>
                </a:moveTo>
                <a:lnTo>
                  <a:pt x="254222" y="74052"/>
                </a:lnTo>
                <a:lnTo>
                  <a:pt x="253839" y="75426"/>
                </a:lnTo>
                <a:lnTo>
                  <a:pt x="252659" y="75997"/>
                </a:lnTo>
                <a:lnTo>
                  <a:pt x="251177" y="76224"/>
                </a:lnTo>
                <a:lnTo>
                  <a:pt x="248985" y="75819"/>
                </a:lnTo>
                <a:lnTo>
                  <a:pt x="248565" y="73839"/>
                </a:lnTo>
                <a:lnTo>
                  <a:pt x="249126" y="71859"/>
                </a:lnTo>
                <a:lnTo>
                  <a:pt x="249787" y="71428"/>
                </a:lnTo>
                <a:lnTo>
                  <a:pt x="251053" y="71293"/>
                </a:lnTo>
                <a:lnTo>
                  <a:pt x="253192" y="72319"/>
                </a:lnTo>
                <a:close/>
                <a:moveTo>
                  <a:pt x="245343" y="73910"/>
                </a:moveTo>
                <a:lnTo>
                  <a:pt x="245679" y="75082"/>
                </a:lnTo>
                <a:lnTo>
                  <a:pt x="245371" y="76149"/>
                </a:lnTo>
                <a:lnTo>
                  <a:pt x="244428" y="76632"/>
                </a:lnTo>
                <a:lnTo>
                  <a:pt x="243380" y="76352"/>
                </a:lnTo>
                <a:lnTo>
                  <a:pt x="242777" y="75195"/>
                </a:lnTo>
                <a:lnTo>
                  <a:pt x="243136" y="73907"/>
                </a:lnTo>
                <a:lnTo>
                  <a:pt x="244175" y="73341"/>
                </a:lnTo>
                <a:lnTo>
                  <a:pt x="245343" y="73910"/>
                </a:lnTo>
                <a:close/>
                <a:moveTo>
                  <a:pt x="232650" y="75006"/>
                </a:moveTo>
                <a:lnTo>
                  <a:pt x="232203" y="75529"/>
                </a:lnTo>
                <a:lnTo>
                  <a:pt x="231607" y="75275"/>
                </a:lnTo>
                <a:lnTo>
                  <a:pt x="232184" y="74490"/>
                </a:lnTo>
                <a:lnTo>
                  <a:pt x="232650" y="75006"/>
                </a:lnTo>
                <a:close/>
                <a:moveTo>
                  <a:pt x="265461" y="76632"/>
                </a:moveTo>
                <a:lnTo>
                  <a:pt x="266579" y="77287"/>
                </a:lnTo>
                <a:lnTo>
                  <a:pt x="266765" y="77773"/>
                </a:lnTo>
                <a:lnTo>
                  <a:pt x="266506" y="78249"/>
                </a:lnTo>
                <a:lnTo>
                  <a:pt x="264788" y="78949"/>
                </a:lnTo>
                <a:lnTo>
                  <a:pt x="263912" y="78773"/>
                </a:lnTo>
                <a:lnTo>
                  <a:pt x="263296" y="78263"/>
                </a:lnTo>
                <a:lnTo>
                  <a:pt x="263126" y="77241"/>
                </a:lnTo>
                <a:lnTo>
                  <a:pt x="263694" y="76632"/>
                </a:lnTo>
                <a:lnTo>
                  <a:pt x="264330" y="76243"/>
                </a:lnTo>
                <a:lnTo>
                  <a:pt x="265461" y="76632"/>
                </a:lnTo>
                <a:close/>
                <a:moveTo>
                  <a:pt x="245449" y="83562"/>
                </a:moveTo>
                <a:lnTo>
                  <a:pt x="246047" y="84920"/>
                </a:lnTo>
                <a:lnTo>
                  <a:pt x="245703" y="86975"/>
                </a:lnTo>
                <a:lnTo>
                  <a:pt x="244385" y="87838"/>
                </a:lnTo>
                <a:lnTo>
                  <a:pt x="242838" y="87655"/>
                </a:lnTo>
                <a:lnTo>
                  <a:pt x="242208" y="86223"/>
                </a:lnTo>
                <a:lnTo>
                  <a:pt x="242714" y="84212"/>
                </a:lnTo>
                <a:lnTo>
                  <a:pt x="244168" y="83005"/>
                </a:lnTo>
                <a:lnTo>
                  <a:pt x="245449" y="83562"/>
                </a:lnTo>
                <a:close/>
                <a:moveTo>
                  <a:pt x="233711" y="84764"/>
                </a:moveTo>
                <a:lnTo>
                  <a:pt x="234014" y="86193"/>
                </a:lnTo>
                <a:lnTo>
                  <a:pt x="233308" y="87028"/>
                </a:lnTo>
                <a:lnTo>
                  <a:pt x="232403" y="87149"/>
                </a:lnTo>
                <a:lnTo>
                  <a:pt x="231236" y="86850"/>
                </a:lnTo>
                <a:lnTo>
                  <a:pt x="230020" y="85821"/>
                </a:lnTo>
                <a:lnTo>
                  <a:pt x="230288" y="84885"/>
                </a:lnTo>
                <a:lnTo>
                  <a:pt x="231606" y="84118"/>
                </a:lnTo>
                <a:lnTo>
                  <a:pt x="233012" y="84169"/>
                </a:lnTo>
                <a:lnTo>
                  <a:pt x="233711" y="84764"/>
                </a:lnTo>
                <a:close/>
                <a:moveTo>
                  <a:pt x="241100" y="89149"/>
                </a:moveTo>
                <a:lnTo>
                  <a:pt x="242400" y="91041"/>
                </a:lnTo>
                <a:lnTo>
                  <a:pt x="242550" y="92004"/>
                </a:lnTo>
                <a:lnTo>
                  <a:pt x="242123" y="92772"/>
                </a:lnTo>
                <a:lnTo>
                  <a:pt x="241116" y="93382"/>
                </a:lnTo>
                <a:lnTo>
                  <a:pt x="239131" y="93962"/>
                </a:lnTo>
                <a:lnTo>
                  <a:pt x="237596" y="94027"/>
                </a:lnTo>
                <a:lnTo>
                  <a:pt x="234485" y="93473"/>
                </a:lnTo>
                <a:lnTo>
                  <a:pt x="233273" y="92790"/>
                </a:lnTo>
                <a:lnTo>
                  <a:pt x="233121" y="92080"/>
                </a:lnTo>
                <a:lnTo>
                  <a:pt x="233711" y="90386"/>
                </a:lnTo>
                <a:lnTo>
                  <a:pt x="234557" y="88876"/>
                </a:lnTo>
                <a:lnTo>
                  <a:pt x="235513" y="88156"/>
                </a:lnTo>
                <a:lnTo>
                  <a:pt x="240004" y="87911"/>
                </a:lnTo>
                <a:lnTo>
                  <a:pt x="241100" y="89149"/>
                </a:lnTo>
                <a:close/>
                <a:moveTo>
                  <a:pt x="245414" y="94558"/>
                </a:moveTo>
                <a:lnTo>
                  <a:pt x="246183" y="96202"/>
                </a:lnTo>
                <a:lnTo>
                  <a:pt x="245732" y="97953"/>
                </a:lnTo>
                <a:lnTo>
                  <a:pt x="244299" y="98511"/>
                </a:lnTo>
                <a:lnTo>
                  <a:pt x="242872" y="98213"/>
                </a:lnTo>
                <a:lnTo>
                  <a:pt x="242365" y="96924"/>
                </a:lnTo>
                <a:lnTo>
                  <a:pt x="243343" y="94584"/>
                </a:lnTo>
                <a:lnTo>
                  <a:pt x="244243" y="93974"/>
                </a:lnTo>
                <a:lnTo>
                  <a:pt x="245414" y="94558"/>
                </a:lnTo>
                <a:close/>
                <a:moveTo>
                  <a:pt x="232120" y="94983"/>
                </a:moveTo>
                <a:lnTo>
                  <a:pt x="233388" y="96251"/>
                </a:lnTo>
                <a:lnTo>
                  <a:pt x="233517" y="97205"/>
                </a:lnTo>
                <a:lnTo>
                  <a:pt x="233251" y="97705"/>
                </a:lnTo>
                <a:lnTo>
                  <a:pt x="231169" y="98222"/>
                </a:lnTo>
                <a:lnTo>
                  <a:pt x="229220" y="97599"/>
                </a:lnTo>
                <a:lnTo>
                  <a:pt x="228800" y="96441"/>
                </a:lnTo>
                <a:lnTo>
                  <a:pt x="229695" y="95124"/>
                </a:lnTo>
                <a:lnTo>
                  <a:pt x="230582" y="94682"/>
                </a:lnTo>
                <a:lnTo>
                  <a:pt x="232120" y="94983"/>
                </a:lnTo>
                <a:close/>
                <a:moveTo>
                  <a:pt x="232296" y="104706"/>
                </a:moveTo>
                <a:lnTo>
                  <a:pt x="233300" y="105705"/>
                </a:lnTo>
                <a:lnTo>
                  <a:pt x="232926" y="106814"/>
                </a:lnTo>
                <a:lnTo>
                  <a:pt x="231117" y="107869"/>
                </a:lnTo>
                <a:lnTo>
                  <a:pt x="230223" y="107967"/>
                </a:lnTo>
                <a:lnTo>
                  <a:pt x="229560" y="107666"/>
                </a:lnTo>
                <a:lnTo>
                  <a:pt x="229044" y="106488"/>
                </a:lnTo>
                <a:lnTo>
                  <a:pt x="229351" y="104697"/>
                </a:lnTo>
                <a:lnTo>
                  <a:pt x="230729" y="104201"/>
                </a:lnTo>
                <a:lnTo>
                  <a:pt x="232296" y="104706"/>
                </a:lnTo>
                <a:close/>
                <a:moveTo>
                  <a:pt x="246015" y="104741"/>
                </a:moveTo>
                <a:lnTo>
                  <a:pt x="246504" y="105231"/>
                </a:lnTo>
                <a:lnTo>
                  <a:pt x="246700" y="106063"/>
                </a:lnTo>
                <a:lnTo>
                  <a:pt x="245661" y="107358"/>
                </a:lnTo>
                <a:lnTo>
                  <a:pt x="244344" y="107647"/>
                </a:lnTo>
                <a:lnTo>
                  <a:pt x="243410" y="107158"/>
                </a:lnTo>
                <a:lnTo>
                  <a:pt x="242774" y="106386"/>
                </a:lnTo>
                <a:lnTo>
                  <a:pt x="242639" y="105205"/>
                </a:lnTo>
                <a:lnTo>
                  <a:pt x="243349" y="104352"/>
                </a:lnTo>
                <a:lnTo>
                  <a:pt x="244655" y="104217"/>
                </a:lnTo>
                <a:lnTo>
                  <a:pt x="246015" y="104741"/>
                </a:lnTo>
                <a:close/>
                <a:moveTo>
                  <a:pt x="241242" y="109691"/>
                </a:moveTo>
                <a:lnTo>
                  <a:pt x="243211" y="111153"/>
                </a:lnTo>
                <a:lnTo>
                  <a:pt x="243439" y="112682"/>
                </a:lnTo>
                <a:lnTo>
                  <a:pt x="242612" y="113838"/>
                </a:lnTo>
                <a:lnTo>
                  <a:pt x="240994" y="115172"/>
                </a:lnTo>
                <a:lnTo>
                  <a:pt x="238637" y="116194"/>
                </a:lnTo>
                <a:lnTo>
                  <a:pt x="236224" y="115984"/>
                </a:lnTo>
                <a:lnTo>
                  <a:pt x="234689" y="115181"/>
                </a:lnTo>
                <a:lnTo>
                  <a:pt x="232775" y="113236"/>
                </a:lnTo>
                <a:lnTo>
                  <a:pt x="232010" y="111835"/>
                </a:lnTo>
                <a:lnTo>
                  <a:pt x="232187" y="111134"/>
                </a:lnTo>
                <a:lnTo>
                  <a:pt x="232954" y="110465"/>
                </a:lnTo>
                <a:lnTo>
                  <a:pt x="236607" y="108711"/>
                </a:lnTo>
                <a:lnTo>
                  <a:pt x="238413" y="108571"/>
                </a:lnTo>
                <a:lnTo>
                  <a:pt x="241242" y="109691"/>
                </a:lnTo>
                <a:close/>
                <a:moveTo>
                  <a:pt x="232120" y="116055"/>
                </a:moveTo>
                <a:lnTo>
                  <a:pt x="233348" y="117947"/>
                </a:lnTo>
                <a:lnTo>
                  <a:pt x="233548" y="119323"/>
                </a:lnTo>
                <a:lnTo>
                  <a:pt x="233280" y="120178"/>
                </a:lnTo>
                <a:lnTo>
                  <a:pt x="228478" y="123268"/>
                </a:lnTo>
                <a:lnTo>
                  <a:pt x="227192" y="123514"/>
                </a:lnTo>
                <a:lnTo>
                  <a:pt x="226492" y="122519"/>
                </a:lnTo>
                <a:lnTo>
                  <a:pt x="226403" y="120740"/>
                </a:lnTo>
                <a:lnTo>
                  <a:pt x="227471" y="117601"/>
                </a:lnTo>
                <a:lnTo>
                  <a:pt x="228516" y="116297"/>
                </a:lnTo>
                <a:lnTo>
                  <a:pt x="229650" y="115615"/>
                </a:lnTo>
                <a:lnTo>
                  <a:pt x="230861" y="115533"/>
                </a:lnTo>
                <a:lnTo>
                  <a:pt x="232120" y="116055"/>
                </a:lnTo>
                <a:close/>
                <a:moveTo>
                  <a:pt x="247854" y="116020"/>
                </a:moveTo>
                <a:lnTo>
                  <a:pt x="248599" y="118734"/>
                </a:lnTo>
                <a:lnTo>
                  <a:pt x="248850" y="121758"/>
                </a:lnTo>
                <a:lnTo>
                  <a:pt x="247974" y="123241"/>
                </a:lnTo>
                <a:lnTo>
                  <a:pt x="246935" y="123583"/>
                </a:lnTo>
                <a:lnTo>
                  <a:pt x="243197" y="120741"/>
                </a:lnTo>
                <a:lnTo>
                  <a:pt x="242811" y="120175"/>
                </a:lnTo>
                <a:lnTo>
                  <a:pt x="242727" y="119084"/>
                </a:lnTo>
                <a:lnTo>
                  <a:pt x="243245" y="117506"/>
                </a:lnTo>
                <a:lnTo>
                  <a:pt x="244666" y="116094"/>
                </a:lnTo>
                <a:lnTo>
                  <a:pt x="246443" y="115500"/>
                </a:lnTo>
                <a:lnTo>
                  <a:pt x="247854" y="116020"/>
                </a:lnTo>
                <a:close/>
                <a:moveTo>
                  <a:pt x="241100" y="122703"/>
                </a:moveTo>
                <a:lnTo>
                  <a:pt x="244460" y="124757"/>
                </a:lnTo>
                <a:lnTo>
                  <a:pt x="245619" y="125834"/>
                </a:lnTo>
                <a:lnTo>
                  <a:pt x="246143" y="127697"/>
                </a:lnTo>
                <a:lnTo>
                  <a:pt x="245144" y="129381"/>
                </a:lnTo>
                <a:lnTo>
                  <a:pt x="240635" y="132274"/>
                </a:lnTo>
                <a:lnTo>
                  <a:pt x="238683" y="132673"/>
                </a:lnTo>
                <a:lnTo>
                  <a:pt x="236855" y="132118"/>
                </a:lnTo>
                <a:lnTo>
                  <a:pt x="232270" y="128793"/>
                </a:lnTo>
                <a:lnTo>
                  <a:pt x="231951" y="127546"/>
                </a:lnTo>
                <a:lnTo>
                  <a:pt x="232210" y="125781"/>
                </a:lnTo>
                <a:lnTo>
                  <a:pt x="235443" y="123233"/>
                </a:lnTo>
                <a:lnTo>
                  <a:pt x="236805" y="122394"/>
                </a:lnTo>
                <a:lnTo>
                  <a:pt x="238670" y="121814"/>
                </a:lnTo>
                <a:lnTo>
                  <a:pt x="240247" y="122065"/>
                </a:lnTo>
                <a:lnTo>
                  <a:pt x="241100" y="122703"/>
                </a:lnTo>
                <a:close/>
                <a:moveTo>
                  <a:pt x="228831" y="131365"/>
                </a:moveTo>
                <a:lnTo>
                  <a:pt x="231879" y="133407"/>
                </a:lnTo>
                <a:lnTo>
                  <a:pt x="232912" y="134434"/>
                </a:lnTo>
                <a:lnTo>
                  <a:pt x="233317" y="135551"/>
                </a:lnTo>
                <a:lnTo>
                  <a:pt x="233091" y="136662"/>
                </a:lnTo>
                <a:lnTo>
                  <a:pt x="232227" y="137677"/>
                </a:lnTo>
                <a:lnTo>
                  <a:pt x="227823" y="140655"/>
                </a:lnTo>
                <a:lnTo>
                  <a:pt x="225532" y="141650"/>
                </a:lnTo>
                <a:lnTo>
                  <a:pt x="224237" y="141770"/>
                </a:lnTo>
                <a:lnTo>
                  <a:pt x="223685" y="141135"/>
                </a:lnTo>
                <a:lnTo>
                  <a:pt x="223510" y="139141"/>
                </a:lnTo>
                <a:lnTo>
                  <a:pt x="224102" y="135033"/>
                </a:lnTo>
                <a:lnTo>
                  <a:pt x="224893" y="132532"/>
                </a:lnTo>
                <a:lnTo>
                  <a:pt x="225861" y="131012"/>
                </a:lnTo>
                <a:lnTo>
                  <a:pt x="226757" y="130455"/>
                </a:lnTo>
                <a:lnTo>
                  <a:pt x="227526" y="130457"/>
                </a:lnTo>
                <a:lnTo>
                  <a:pt x="228831" y="131365"/>
                </a:lnTo>
                <a:close/>
                <a:moveTo>
                  <a:pt x="250930" y="131118"/>
                </a:moveTo>
                <a:lnTo>
                  <a:pt x="251379" y="133954"/>
                </a:lnTo>
                <a:lnTo>
                  <a:pt x="251743" y="140558"/>
                </a:lnTo>
                <a:lnTo>
                  <a:pt x="249942" y="141255"/>
                </a:lnTo>
                <a:lnTo>
                  <a:pt x="244194" y="137355"/>
                </a:lnTo>
                <a:lnTo>
                  <a:pt x="243541" y="136500"/>
                </a:lnTo>
                <a:lnTo>
                  <a:pt x="243257" y="134972"/>
                </a:lnTo>
                <a:lnTo>
                  <a:pt x="243936" y="133580"/>
                </a:lnTo>
                <a:lnTo>
                  <a:pt x="246629" y="131639"/>
                </a:lnTo>
                <a:lnTo>
                  <a:pt x="249657" y="130711"/>
                </a:lnTo>
                <a:lnTo>
                  <a:pt x="250930" y="131118"/>
                </a:lnTo>
                <a:close/>
                <a:moveTo>
                  <a:pt x="241171" y="139780"/>
                </a:moveTo>
                <a:lnTo>
                  <a:pt x="247254" y="144148"/>
                </a:lnTo>
                <a:lnTo>
                  <a:pt x="248463" y="145539"/>
                </a:lnTo>
                <a:lnTo>
                  <a:pt x="248012" y="146577"/>
                </a:lnTo>
                <a:lnTo>
                  <a:pt x="242804" y="149385"/>
                </a:lnTo>
                <a:lnTo>
                  <a:pt x="238785" y="150991"/>
                </a:lnTo>
                <a:lnTo>
                  <a:pt x="237455" y="151146"/>
                </a:lnTo>
                <a:lnTo>
                  <a:pt x="231945" y="148784"/>
                </a:lnTo>
                <a:lnTo>
                  <a:pt x="229428" y="147115"/>
                </a:lnTo>
                <a:lnTo>
                  <a:pt x="228281" y="145950"/>
                </a:lnTo>
                <a:lnTo>
                  <a:pt x="228301" y="145048"/>
                </a:lnTo>
                <a:lnTo>
                  <a:pt x="229155" y="144186"/>
                </a:lnTo>
                <a:lnTo>
                  <a:pt x="236833" y="138639"/>
                </a:lnTo>
                <a:lnTo>
                  <a:pt x="238613" y="138446"/>
                </a:lnTo>
                <a:lnTo>
                  <a:pt x="241171" y="139780"/>
                </a:lnTo>
                <a:close/>
                <a:moveTo>
                  <a:pt x="226922" y="149751"/>
                </a:moveTo>
                <a:lnTo>
                  <a:pt x="230486" y="152439"/>
                </a:lnTo>
                <a:lnTo>
                  <a:pt x="231509" y="153712"/>
                </a:lnTo>
                <a:lnTo>
                  <a:pt x="231484" y="154315"/>
                </a:lnTo>
                <a:lnTo>
                  <a:pt x="230665" y="154956"/>
                </a:lnTo>
                <a:lnTo>
                  <a:pt x="227572" y="156177"/>
                </a:lnTo>
                <a:lnTo>
                  <a:pt x="224617" y="157792"/>
                </a:lnTo>
                <a:lnTo>
                  <a:pt x="223650" y="157861"/>
                </a:lnTo>
                <a:lnTo>
                  <a:pt x="222225" y="157307"/>
                </a:lnTo>
                <a:lnTo>
                  <a:pt x="221582" y="156477"/>
                </a:lnTo>
                <a:lnTo>
                  <a:pt x="221527" y="155078"/>
                </a:lnTo>
                <a:lnTo>
                  <a:pt x="222429" y="151657"/>
                </a:lnTo>
                <a:lnTo>
                  <a:pt x="223440" y="149351"/>
                </a:lnTo>
                <a:lnTo>
                  <a:pt x="224726" y="148851"/>
                </a:lnTo>
                <a:lnTo>
                  <a:pt x="226922" y="149751"/>
                </a:lnTo>
                <a:close/>
                <a:moveTo>
                  <a:pt x="252591" y="149892"/>
                </a:moveTo>
                <a:lnTo>
                  <a:pt x="253427" y="151395"/>
                </a:lnTo>
                <a:lnTo>
                  <a:pt x="254037" y="154754"/>
                </a:lnTo>
                <a:lnTo>
                  <a:pt x="253796" y="157922"/>
                </a:lnTo>
                <a:lnTo>
                  <a:pt x="253122" y="159085"/>
                </a:lnTo>
                <a:lnTo>
                  <a:pt x="252000" y="159088"/>
                </a:lnTo>
                <a:lnTo>
                  <a:pt x="249426" y="158072"/>
                </a:lnTo>
                <a:lnTo>
                  <a:pt x="243463" y="154298"/>
                </a:lnTo>
                <a:lnTo>
                  <a:pt x="243337" y="153777"/>
                </a:lnTo>
                <a:lnTo>
                  <a:pt x="243866" y="152814"/>
                </a:lnTo>
                <a:lnTo>
                  <a:pt x="247497" y="149980"/>
                </a:lnTo>
                <a:lnTo>
                  <a:pt x="249233" y="149278"/>
                </a:lnTo>
                <a:lnTo>
                  <a:pt x="250781" y="149107"/>
                </a:lnTo>
                <a:lnTo>
                  <a:pt x="252591" y="149892"/>
                </a:lnTo>
                <a:close/>
                <a:moveTo>
                  <a:pt x="241843" y="158095"/>
                </a:moveTo>
                <a:lnTo>
                  <a:pt x="247938" y="161569"/>
                </a:lnTo>
                <a:lnTo>
                  <a:pt x="248754" y="162303"/>
                </a:lnTo>
                <a:lnTo>
                  <a:pt x="248841" y="163138"/>
                </a:lnTo>
                <a:lnTo>
                  <a:pt x="248123" y="164499"/>
                </a:lnTo>
                <a:lnTo>
                  <a:pt x="246613" y="166022"/>
                </a:lnTo>
                <a:lnTo>
                  <a:pt x="238693" y="171698"/>
                </a:lnTo>
                <a:lnTo>
                  <a:pt x="236874" y="171446"/>
                </a:lnTo>
                <a:lnTo>
                  <a:pt x="234957" y="170407"/>
                </a:lnTo>
                <a:lnTo>
                  <a:pt x="227891" y="165043"/>
                </a:lnTo>
                <a:lnTo>
                  <a:pt x="225635" y="162635"/>
                </a:lnTo>
                <a:lnTo>
                  <a:pt x="225907" y="161721"/>
                </a:lnTo>
                <a:lnTo>
                  <a:pt x="227562" y="160471"/>
                </a:lnTo>
                <a:lnTo>
                  <a:pt x="235290" y="156353"/>
                </a:lnTo>
                <a:lnTo>
                  <a:pt x="236532" y="156122"/>
                </a:lnTo>
                <a:lnTo>
                  <a:pt x="237969" y="156324"/>
                </a:lnTo>
                <a:lnTo>
                  <a:pt x="241843" y="158095"/>
                </a:lnTo>
                <a:close/>
                <a:moveTo>
                  <a:pt x="223422" y="166475"/>
                </a:moveTo>
                <a:lnTo>
                  <a:pt x="231594" y="172617"/>
                </a:lnTo>
                <a:lnTo>
                  <a:pt x="232795" y="173780"/>
                </a:lnTo>
                <a:lnTo>
                  <a:pt x="232873" y="174554"/>
                </a:lnTo>
                <a:lnTo>
                  <a:pt x="232065" y="176137"/>
                </a:lnTo>
                <a:lnTo>
                  <a:pt x="230894" y="177285"/>
                </a:lnTo>
                <a:lnTo>
                  <a:pt x="222551" y="183532"/>
                </a:lnTo>
                <a:lnTo>
                  <a:pt x="220003" y="185023"/>
                </a:lnTo>
                <a:lnTo>
                  <a:pt x="218986" y="185257"/>
                </a:lnTo>
                <a:lnTo>
                  <a:pt x="218120" y="184269"/>
                </a:lnTo>
                <a:lnTo>
                  <a:pt x="217981" y="182440"/>
                </a:lnTo>
                <a:lnTo>
                  <a:pt x="219241" y="176534"/>
                </a:lnTo>
                <a:lnTo>
                  <a:pt x="220376" y="167338"/>
                </a:lnTo>
                <a:lnTo>
                  <a:pt x="221245" y="165901"/>
                </a:lnTo>
                <a:lnTo>
                  <a:pt x="222158" y="165871"/>
                </a:lnTo>
                <a:lnTo>
                  <a:pt x="223422" y="166475"/>
                </a:lnTo>
                <a:close/>
                <a:moveTo>
                  <a:pt x="254677" y="167889"/>
                </a:moveTo>
                <a:lnTo>
                  <a:pt x="255357" y="169903"/>
                </a:lnTo>
                <a:lnTo>
                  <a:pt x="256618" y="180330"/>
                </a:lnTo>
                <a:lnTo>
                  <a:pt x="256396" y="184086"/>
                </a:lnTo>
                <a:lnTo>
                  <a:pt x="256092" y="184825"/>
                </a:lnTo>
                <a:lnTo>
                  <a:pt x="255469" y="185092"/>
                </a:lnTo>
                <a:lnTo>
                  <a:pt x="253882" y="184586"/>
                </a:lnTo>
                <a:lnTo>
                  <a:pt x="252250" y="183570"/>
                </a:lnTo>
                <a:lnTo>
                  <a:pt x="243080" y="176799"/>
                </a:lnTo>
                <a:lnTo>
                  <a:pt x="243080" y="173723"/>
                </a:lnTo>
                <a:lnTo>
                  <a:pt x="252145" y="167010"/>
                </a:lnTo>
                <a:lnTo>
                  <a:pt x="253319" y="166873"/>
                </a:lnTo>
                <a:lnTo>
                  <a:pt x="254677" y="167889"/>
                </a:lnTo>
                <a:close/>
                <a:moveTo>
                  <a:pt x="340666" y="60403"/>
                </a:moveTo>
                <a:lnTo>
                  <a:pt x="329788" y="60933"/>
                </a:lnTo>
                <a:lnTo>
                  <a:pt x="298034" y="61307"/>
                </a:lnTo>
                <a:lnTo>
                  <a:pt x="288334" y="62449"/>
                </a:lnTo>
                <a:lnTo>
                  <a:pt x="285254" y="63136"/>
                </a:lnTo>
                <a:lnTo>
                  <a:pt x="285257" y="63460"/>
                </a:lnTo>
                <a:lnTo>
                  <a:pt x="289964" y="64917"/>
                </a:lnTo>
                <a:lnTo>
                  <a:pt x="290755" y="65619"/>
                </a:lnTo>
                <a:lnTo>
                  <a:pt x="290897" y="66507"/>
                </a:lnTo>
                <a:lnTo>
                  <a:pt x="287509" y="73326"/>
                </a:lnTo>
                <a:lnTo>
                  <a:pt x="286616" y="74124"/>
                </a:lnTo>
                <a:lnTo>
                  <a:pt x="284235" y="75200"/>
                </a:lnTo>
                <a:lnTo>
                  <a:pt x="283299" y="76491"/>
                </a:lnTo>
                <a:lnTo>
                  <a:pt x="283318" y="78049"/>
                </a:lnTo>
                <a:lnTo>
                  <a:pt x="284608" y="80126"/>
                </a:lnTo>
                <a:lnTo>
                  <a:pt x="284898" y="81241"/>
                </a:lnTo>
                <a:lnTo>
                  <a:pt x="284787" y="82497"/>
                </a:lnTo>
                <a:lnTo>
                  <a:pt x="284092" y="84369"/>
                </a:lnTo>
                <a:lnTo>
                  <a:pt x="283626" y="84946"/>
                </a:lnTo>
                <a:lnTo>
                  <a:pt x="282746" y="85316"/>
                </a:lnTo>
                <a:lnTo>
                  <a:pt x="272325" y="84782"/>
                </a:lnTo>
                <a:lnTo>
                  <a:pt x="269280" y="85078"/>
                </a:lnTo>
                <a:lnTo>
                  <a:pt x="268168" y="85618"/>
                </a:lnTo>
                <a:lnTo>
                  <a:pt x="267521" y="86505"/>
                </a:lnTo>
                <a:lnTo>
                  <a:pt x="266043" y="90043"/>
                </a:lnTo>
                <a:lnTo>
                  <a:pt x="265011" y="91465"/>
                </a:lnTo>
                <a:lnTo>
                  <a:pt x="263783" y="92495"/>
                </a:lnTo>
                <a:lnTo>
                  <a:pt x="260663" y="93728"/>
                </a:lnTo>
                <a:lnTo>
                  <a:pt x="259455" y="94744"/>
                </a:lnTo>
                <a:lnTo>
                  <a:pt x="258251" y="96681"/>
                </a:lnTo>
                <a:lnTo>
                  <a:pt x="256746" y="101188"/>
                </a:lnTo>
                <a:lnTo>
                  <a:pt x="251610" y="105864"/>
                </a:lnTo>
                <a:lnTo>
                  <a:pt x="251310" y="106596"/>
                </a:lnTo>
                <a:lnTo>
                  <a:pt x="251460" y="107782"/>
                </a:lnTo>
                <a:lnTo>
                  <a:pt x="253580" y="109576"/>
                </a:lnTo>
                <a:lnTo>
                  <a:pt x="256653" y="111240"/>
                </a:lnTo>
                <a:lnTo>
                  <a:pt x="261487" y="113276"/>
                </a:lnTo>
                <a:lnTo>
                  <a:pt x="264551" y="115233"/>
                </a:lnTo>
                <a:lnTo>
                  <a:pt x="267552" y="116122"/>
                </a:lnTo>
                <a:lnTo>
                  <a:pt x="269722" y="117761"/>
                </a:lnTo>
                <a:lnTo>
                  <a:pt x="273353" y="119160"/>
                </a:lnTo>
                <a:lnTo>
                  <a:pt x="284151" y="125311"/>
                </a:lnTo>
                <a:lnTo>
                  <a:pt x="289261" y="127657"/>
                </a:lnTo>
                <a:lnTo>
                  <a:pt x="292311" y="129651"/>
                </a:lnTo>
                <a:lnTo>
                  <a:pt x="315007" y="141088"/>
                </a:lnTo>
                <a:lnTo>
                  <a:pt x="332435" y="149047"/>
                </a:lnTo>
                <a:lnTo>
                  <a:pt x="340024" y="152033"/>
                </a:lnTo>
                <a:lnTo>
                  <a:pt x="369781" y="161766"/>
                </a:lnTo>
                <a:lnTo>
                  <a:pt x="380465" y="166245"/>
                </a:lnTo>
                <a:lnTo>
                  <a:pt x="396853" y="171743"/>
                </a:lnTo>
                <a:lnTo>
                  <a:pt x="402130" y="173206"/>
                </a:lnTo>
                <a:lnTo>
                  <a:pt x="414187" y="177303"/>
                </a:lnTo>
                <a:lnTo>
                  <a:pt x="419667" y="178823"/>
                </a:lnTo>
                <a:lnTo>
                  <a:pt x="432188" y="183054"/>
                </a:lnTo>
                <a:lnTo>
                  <a:pt x="437450" y="184488"/>
                </a:lnTo>
                <a:lnTo>
                  <a:pt x="458273" y="191387"/>
                </a:lnTo>
                <a:lnTo>
                  <a:pt x="482435" y="198729"/>
                </a:lnTo>
                <a:lnTo>
                  <a:pt x="503824" y="205717"/>
                </a:lnTo>
                <a:lnTo>
                  <a:pt x="509465" y="207140"/>
                </a:lnTo>
                <a:lnTo>
                  <a:pt x="513828" y="208795"/>
                </a:lnTo>
                <a:lnTo>
                  <a:pt x="518014" y="209729"/>
                </a:lnTo>
                <a:lnTo>
                  <a:pt x="519390" y="209614"/>
                </a:lnTo>
                <a:lnTo>
                  <a:pt x="519960" y="208807"/>
                </a:lnTo>
                <a:lnTo>
                  <a:pt x="519977" y="207744"/>
                </a:lnTo>
                <a:lnTo>
                  <a:pt x="518603" y="206596"/>
                </a:lnTo>
                <a:lnTo>
                  <a:pt x="515123" y="205704"/>
                </a:lnTo>
                <a:lnTo>
                  <a:pt x="494009" y="198368"/>
                </a:lnTo>
                <a:lnTo>
                  <a:pt x="392212" y="164761"/>
                </a:lnTo>
                <a:lnTo>
                  <a:pt x="336734" y="146021"/>
                </a:lnTo>
                <a:lnTo>
                  <a:pt x="311964" y="135069"/>
                </a:lnTo>
                <a:lnTo>
                  <a:pt x="293389" y="126186"/>
                </a:lnTo>
                <a:lnTo>
                  <a:pt x="292845" y="125507"/>
                </a:lnTo>
                <a:lnTo>
                  <a:pt x="293140" y="124879"/>
                </a:lnTo>
                <a:lnTo>
                  <a:pt x="295085" y="124200"/>
                </a:lnTo>
                <a:lnTo>
                  <a:pt x="298485" y="123869"/>
                </a:lnTo>
                <a:lnTo>
                  <a:pt x="299903" y="121802"/>
                </a:lnTo>
                <a:lnTo>
                  <a:pt x="301269" y="121103"/>
                </a:lnTo>
                <a:lnTo>
                  <a:pt x="302927" y="121394"/>
                </a:lnTo>
                <a:lnTo>
                  <a:pt x="304860" y="122670"/>
                </a:lnTo>
                <a:lnTo>
                  <a:pt x="309092" y="127511"/>
                </a:lnTo>
                <a:lnTo>
                  <a:pt x="314007" y="127052"/>
                </a:lnTo>
                <a:lnTo>
                  <a:pt x="330944" y="135241"/>
                </a:lnTo>
                <a:lnTo>
                  <a:pt x="343769" y="140449"/>
                </a:lnTo>
                <a:lnTo>
                  <a:pt x="363387" y="146146"/>
                </a:lnTo>
                <a:lnTo>
                  <a:pt x="370127" y="147634"/>
                </a:lnTo>
                <a:lnTo>
                  <a:pt x="374353" y="149035"/>
                </a:lnTo>
                <a:lnTo>
                  <a:pt x="380740" y="150373"/>
                </a:lnTo>
                <a:lnTo>
                  <a:pt x="383616" y="151669"/>
                </a:lnTo>
                <a:lnTo>
                  <a:pt x="389114" y="153446"/>
                </a:lnTo>
                <a:lnTo>
                  <a:pt x="392019" y="154920"/>
                </a:lnTo>
                <a:lnTo>
                  <a:pt x="400022" y="157973"/>
                </a:lnTo>
                <a:lnTo>
                  <a:pt x="422371" y="165945"/>
                </a:lnTo>
                <a:lnTo>
                  <a:pt x="442985" y="172814"/>
                </a:lnTo>
                <a:lnTo>
                  <a:pt x="453442" y="175889"/>
                </a:lnTo>
                <a:lnTo>
                  <a:pt x="457296" y="177365"/>
                </a:lnTo>
                <a:lnTo>
                  <a:pt x="476863" y="183272"/>
                </a:lnTo>
                <a:lnTo>
                  <a:pt x="497007" y="188927"/>
                </a:lnTo>
                <a:lnTo>
                  <a:pt x="541472" y="200045"/>
                </a:lnTo>
                <a:lnTo>
                  <a:pt x="569422" y="206015"/>
                </a:lnTo>
                <a:lnTo>
                  <a:pt x="572644" y="206015"/>
                </a:lnTo>
                <a:lnTo>
                  <a:pt x="573676" y="205544"/>
                </a:lnTo>
                <a:lnTo>
                  <a:pt x="574312" y="204856"/>
                </a:lnTo>
                <a:lnTo>
                  <a:pt x="574861" y="202877"/>
                </a:lnTo>
                <a:lnTo>
                  <a:pt x="574483" y="202185"/>
                </a:lnTo>
                <a:lnTo>
                  <a:pt x="573761" y="201884"/>
                </a:lnTo>
                <a:lnTo>
                  <a:pt x="550724" y="197224"/>
                </a:lnTo>
                <a:lnTo>
                  <a:pt x="532649" y="192569"/>
                </a:lnTo>
                <a:lnTo>
                  <a:pt x="503350" y="185846"/>
                </a:lnTo>
                <a:lnTo>
                  <a:pt x="491535" y="182765"/>
                </a:lnTo>
                <a:lnTo>
                  <a:pt x="467506" y="175555"/>
                </a:lnTo>
                <a:lnTo>
                  <a:pt x="424807" y="161534"/>
                </a:lnTo>
                <a:lnTo>
                  <a:pt x="410741" y="157288"/>
                </a:lnTo>
                <a:lnTo>
                  <a:pt x="398980" y="153279"/>
                </a:lnTo>
                <a:lnTo>
                  <a:pt x="394092" y="152144"/>
                </a:lnTo>
                <a:lnTo>
                  <a:pt x="392969" y="151550"/>
                </a:lnTo>
                <a:lnTo>
                  <a:pt x="392765" y="151192"/>
                </a:lnTo>
                <a:lnTo>
                  <a:pt x="393069" y="150322"/>
                </a:lnTo>
                <a:lnTo>
                  <a:pt x="397507" y="146955"/>
                </a:lnTo>
                <a:lnTo>
                  <a:pt x="398294" y="146038"/>
                </a:lnTo>
                <a:lnTo>
                  <a:pt x="398777" y="144305"/>
                </a:lnTo>
                <a:lnTo>
                  <a:pt x="398829" y="139780"/>
                </a:lnTo>
                <a:lnTo>
                  <a:pt x="401864" y="136030"/>
                </a:lnTo>
                <a:lnTo>
                  <a:pt x="402323" y="134465"/>
                </a:lnTo>
                <a:lnTo>
                  <a:pt x="402305" y="131524"/>
                </a:lnTo>
                <a:lnTo>
                  <a:pt x="403052" y="130691"/>
                </a:lnTo>
                <a:lnTo>
                  <a:pt x="404450" y="130363"/>
                </a:lnTo>
                <a:lnTo>
                  <a:pt x="406452" y="130549"/>
                </a:lnTo>
                <a:lnTo>
                  <a:pt x="412096" y="132108"/>
                </a:lnTo>
                <a:lnTo>
                  <a:pt x="419115" y="133557"/>
                </a:lnTo>
                <a:lnTo>
                  <a:pt x="434813" y="137889"/>
                </a:lnTo>
                <a:lnTo>
                  <a:pt x="455843" y="143096"/>
                </a:lnTo>
                <a:lnTo>
                  <a:pt x="457539" y="143315"/>
                </a:lnTo>
                <a:lnTo>
                  <a:pt x="458803" y="143046"/>
                </a:lnTo>
                <a:lnTo>
                  <a:pt x="459515" y="142349"/>
                </a:lnTo>
                <a:lnTo>
                  <a:pt x="459557" y="141282"/>
                </a:lnTo>
                <a:lnTo>
                  <a:pt x="458845" y="140036"/>
                </a:lnTo>
                <a:lnTo>
                  <a:pt x="457672" y="139290"/>
                </a:lnTo>
                <a:lnTo>
                  <a:pt x="447552" y="136646"/>
                </a:lnTo>
                <a:lnTo>
                  <a:pt x="437969" y="134689"/>
                </a:lnTo>
                <a:lnTo>
                  <a:pt x="436642" y="133985"/>
                </a:lnTo>
                <a:lnTo>
                  <a:pt x="436293" y="133149"/>
                </a:lnTo>
                <a:lnTo>
                  <a:pt x="436709" y="132280"/>
                </a:lnTo>
                <a:lnTo>
                  <a:pt x="437834" y="131441"/>
                </a:lnTo>
                <a:lnTo>
                  <a:pt x="443869" y="129164"/>
                </a:lnTo>
                <a:lnTo>
                  <a:pt x="444474" y="127940"/>
                </a:lnTo>
                <a:lnTo>
                  <a:pt x="445295" y="123798"/>
                </a:lnTo>
                <a:lnTo>
                  <a:pt x="446749" y="122322"/>
                </a:lnTo>
                <a:lnTo>
                  <a:pt x="448332" y="121958"/>
                </a:lnTo>
                <a:lnTo>
                  <a:pt x="459269" y="121827"/>
                </a:lnTo>
                <a:lnTo>
                  <a:pt x="462159" y="121431"/>
                </a:lnTo>
                <a:lnTo>
                  <a:pt x="463109" y="120993"/>
                </a:lnTo>
                <a:lnTo>
                  <a:pt x="463457" y="120333"/>
                </a:lnTo>
                <a:lnTo>
                  <a:pt x="462931" y="115462"/>
                </a:lnTo>
                <a:lnTo>
                  <a:pt x="463176" y="113297"/>
                </a:lnTo>
                <a:lnTo>
                  <a:pt x="463994" y="111064"/>
                </a:lnTo>
                <a:lnTo>
                  <a:pt x="466017" y="107414"/>
                </a:lnTo>
                <a:lnTo>
                  <a:pt x="466405" y="105333"/>
                </a:lnTo>
                <a:lnTo>
                  <a:pt x="465997" y="102999"/>
                </a:lnTo>
                <a:lnTo>
                  <a:pt x="464803" y="102106"/>
                </a:lnTo>
                <a:lnTo>
                  <a:pt x="463187" y="102430"/>
                </a:lnTo>
                <a:lnTo>
                  <a:pt x="459918" y="105350"/>
                </a:lnTo>
                <a:lnTo>
                  <a:pt x="455471" y="110557"/>
                </a:lnTo>
                <a:lnTo>
                  <a:pt x="454804" y="111824"/>
                </a:lnTo>
                <a:lnTo>
                  <a:pt x="454375" y="113598"/>
                </a:lnTo>
                <a:lnTo>
                  <a:pt x="452851" y="115053"/>
                </a:lnTo>
                <a:lnTo>
                  <a:pt x="451010" y="115351"/>
                </a:lnTo>
                <a:lnTo>
                  <a:pt x="447178" y="114598"/>
                </a:lnTo>
                <a:lnTo>
                  <a:pt x="444625" y="114522"/>
                </a:lnTo>
                <a:lnTo>
                  <a:pt x="442168" y="114990"/>
                </a:lnTo>
                <a:lnTo>
                  <a:pt x="439355" y="116349"/>
                </a:lnTo>
                <a:lnTo>
                  <a:pt x="438530" y="117730"/>
                </a:lnTo>
                <a:lnTo>
                  <a:pt x="437598" y="121879"/>
                </a:lnTo>
                <a:lnTo>
                  <a:pt x="437187" y="122535"/>
                </a:lnTo>
                <a:lnTo>
                  <a:pt x="436635" y="122723"/>
                </a:lnTo>
                <a:lnTo>
                  <a:pt x="434071" y="121699"/>
                </a:lnTo>
                <a:lnTo>
                  <a:pt x="429553" y="120890"/>
                </a:lnTo>
                <a:lnTo>
                  <a:pt x="426310" y="118637"/>
                </a:lnTo>
                <a:lnTo>
                  <a:pt x="422977" y="117496"/>
                </a:lnTo>
                <a:lnTo>
                  <a:pt x="417853" y="113995"/>
                </a:lnTo>
                <a:lnTo>
                  <a:pt x="413221" y="112364"/>
                </a:lnTo>
                <a:lnTo>
                  <a:pt x="411431" y="112401"/>
                </a:lnTo>
                <a:lnTo>
                  <a:pt x="409948" y="113015"/>
                </a:lnTo>
                <a:lnTo>
                  <a:pt x="402748" y="119683"/>
                </a:lnTo>
                <a:lnTo>
                  <a:pt x="397678" y="123102"/>
                </a:lnTo>
                <a:lnTo>
                  <a:pt x="396308" y="123745"/>
                </a:lnTo>
                <a:lnTo>
                  <a:pt x="394855" y="123998"/>
                </a:lnTo>
                <a:lnTo>
                  <a:pt x="392266" y="123654"/>
                </a:lnTo>
                <a:lnTo>
                  <a:pt x="387754" y="122237"/>
                </a:lnTo>
                <a:lnTo>
                  <a:pt x="380487" y="120705"/>
                </a:lnTo>
                <a:lnTo>
                  <a:pt x="375095" y="119061"/>
                </a:lnTo>
                <a:lnTo>
                  <a:pt x="368752" y="117983"/>
                </a:lnTo>
                <a:lnTo>
                  <a:pt x="364054" y="116485"/>
                </a:lnTo>
                <a:lnTo>
                  <a:pt x="356736" y="115309"/>
                </a:lnTo>
                <a:lnTo>
                  <a:pt x="351766" y="113677"/>
                </a:lnTo>
                <a:lnTo>
                  <a:pt x="344672" y="112746"/>
                </a:lnTo>
                <a:lnTo>
                  <a:pt x="344382" y="113139"/>
                </a:lnTo>
                <a:lnTo>
                  <a:pt x="344552" y="113974"/>
                </a:lnTo>
                <a:lnTo>
                  <a:pt x="346074" y="114929"/>
                </a:lnTo>
                <a:lnTo>
                  <a:pt x="352524" y="116281"/>
                </a:lnTo>
                <a:lnTo>
                  <a:pt x="356879" y="118241"/>
                </a:lnTo>
                <a:lnTo>
                  <a:pt x="362610" y="119246"/>
                </a:lnTo>
                <a:lnTo>
                  <a:pt x="368621" y="121005"/>
                </a:lnTo>
                <a:lnTo>
                  <a:pt x="375139" y="121885"/>
                </a:lnTo>
                <a:lnTo>
                  <a:pt x="378668" y="123835"/>
                </a:lnTo>
                <a:lnTo>
                  <a:pt x="382763" y="124435"/>
                </a:lnTo>
                <a:lnTo>
                  <a:pt x="392349" y="127552"/>
                </a:lnTo>
                <a:lnTo>
                  <a:pt x="393006" y="127977"/>
                </a:lnTo>
                <a:lnTo>
                  <a:pt x="393764" y="129111"/>
                </a:lnTo>
                <a:lnTo>
                  <a:pt x="393479" y="131453"/>
                </a:lnTo>
                <a:lnTo>
                  <a:pt x="390610" y="135614"/>
                </a:lnTo>
                <a:lnTo>
                  <a:pt x="388951" y="137097"/>
                </a:lnTo>
                <a:lnTo>
                  <a:pt x="388542" y="137125"/>
                </a:lnTo>
                <a:lnTo>
                  <a:pt x="387797" y="136528"/>
                </a:lnTo>
                <a:lnTo>
                  <a:pt x="385977" y="133504"/>
                </a:lnTo>
                <a:lnTo>
                  <a:pt x="382936" y="130106"/>
                </a:lnTo>
                <a:lnTo>
                  <a:pt x="380325" y="127974"/>
                </a:lnTo>
                <a:lnTo>
                  <a:pt x="376142" y="125382"/>
                </a:lnTo>
                <a:lnTo>
                  <a:pt x="374567" y="125462"/>
                </a:lnTo>
                <a:lnTo>
                  <a:pt x="369999" y="128408"/>
                </a:lnTo>
                <a:lnTo>
                  <a:pt x="368226" y="128850"/>
                </a:lnTo>
                <a:lnTo>
                  <a:pt x="365867" y="128024"/>
                </a:lnTo>
                <a:lnTo>
                  <a:pt x="360516" y="127343"/>
                </a:lnTo>
                <a:lnTo>
                  <a:pt x="357107" y="126026"/>
                </a:lnTo>
                <a:lnTo>
                  <a:pt x="357043" y="123357"/>
                </a:lnTo>
                <a:lnTo>
                  <a:pt x="356502" y="122225"/>
                </a:lnTo>
                <a:lnTo>
                  <a:pt x="351627" y="118849"/>
                </a:lnTo>
                <a:lnTo>
                  <a:pt x="340282" y="118314"/>
                </a:lnTo>
                <a:lnTo>
                  <a:pt x="336087" y="117875"/>
                </a:lnTo>
                <a:lnTo>
                  <a:pt x="334160" y="117364"/>
                </a:lnTo>
                <a:lnTo>
                  <a:pt x="333082" y="116265"/>
                </a:lnTo>
                <a:lnTo>
                  <a:pt x="332817" y="114783"/>
                </a:lnTo>
                <a:lnTo>
                  <a:pt x="333418" y="113121"/>
                </a:lnTo>
                <a:lnTo>
                  <a:pt x="334567" y="111763"/>
                </a:lnTo>
                <a:lnTo>
                  <a:pt x="335804" y="111470"/>
                </a:lnTo>
                <a:lnTo>
                  <a:pt x="338116" y="112192"/>
                </a:lnTo>
                <a:lnTo>
                  <a:pt x="341539" y="112552"/>
                </a:lnTo>
                <a:lnTo>
                  <a:pt x="342721" y="112274"/>
                </a:lnTo>
                <a:lnTo>
                  <a:pt x="342761" y="111697"/>
                </a:lnTo>
                <a:lnTo>
                  <a:pt x="335692" y="109558"/>
                </a:lnTo>
                <a:lnTo>
                  <a:pt x="328182" y="103474"/>
                </a:lnTo>
                <a:lnTo>
                  <a:pt x="326828" y="102726"/>
                </a:lnTo>
                <a:lnTo>
                  <a:pt x="325581" y="102589"/>
                </a:lnTo>
                <a:lnTo>
                  <a:pt x="322192" y="103609"/>
                </a:lnTo>
                <a:lnTo>
                  <a:pt x="321175" y="103592"/>
                </a:lnTo>
                <a:lnTo>
                  <a:pt x="318860" y="100269"/>
                </a:lnTo>
                <a:lnTo>
                  <a:pt x="316588" y="97880"/>
                </a:lnTo>
                <a:lnTo>
                  <a:pt x="316581" y="96672"/>
                </a:lnTo>
                <a:lnTo>
                  <a:pt x="317320" y="96167"/>
                </a:lnTo>
                <a:lnTo>
                  <a:pt x="320660" y="95757"/>
                </a:lnTo>
                <a:lnTo>
                  <a:pt x="337978" y="95136"/>
                </a:lnTo>
                <a:lnTo>
                  <a:pt x="359320" y="93411"/>
                </a:lnTo>
                <a:lnTo>
                  <a:pt x="369267" y="92416"/>
                </a:lnTo>
                <a:lnTo>
                  <a:pt x="373513" y="90669"/>
                </a:lnTo>
                <a:lnTo>
                  <a:pt x="382799" y="91372"/>
                </a:lnTo>
                <a:lnTo>
                  <a:pt x="389124" y="90537"/>
                </a:lnTo>
                <a:lnTo>
                  <a:pt x="401515" y="89966"/>
                </a:lnTo>
                <a:lnTo>
                  <a:pt x="410714" y="88864"/>
                </a:lnTo>
                <a:lnTo>
                  <a:pt x="416994" y="87662"/>
                </a:lnTo>
                <a:lnTo>
                  <a:pt x="431430" y="87040"/>
                </a:lnTo>
                <a:lnTo>
                  <a:pt x="434027" y="86545"/>
                </a:lnTo>
                <a:lnTo>
                  <a:pt x="434929" y="85900"/>
                </a:lnTo>
                <a:lnTo>
                  <a:pt x="433951" y="85520"/>
                </a:lnTo>
                <a:lnTo>
                  <a:pt x="430288" y="85345"/>
                </a:lnTo>
                <a:lnTo>
                  <a:pt x="417226" y="85650"/>
                </a:lnTo>
                <a:lnTo>
                  <a:pt x="405085" y="87046"/>
                </a:lnTo>
                <a:lnTo>
                  <a:pt x="382155" y="88042"/>
                </a:lnTo>
                <a:lnTo>
                  <a:pt x="375821" y="89134"/>
                </a:lnTo>
                <a:lnTo>
                  <a:pt x="370463" y="89065"/>
                </a:lnTo>
                <a:lnTo>
                  <a:pt x="365067" y="89953"/>
                </a:lnTo>
                <a:lnTo>
                  <a:pt x="333286" y="91356"/>
                </a:lnTo>
                <a:lnTo>
                  <a:pt x="326269" y="92452"/>
                </a:lnTo>
                <a:lnTo>
                  <a:pt x="323765" y="92295"/>
                </a:lnTo>
                <a:lnTo>
                  <a:pt x="321739" y="89983"/>
                </a:lnTo>
                <a:lnTo>
                  <a:pt x="320826" y="89418"/>
                </a:lnTo>
                <a:lnTo>
                  <a:pt x="317091" y="90625"/>
                </a:lnTo>
                <a:lnTo>
                  <a:pt x="316217" y="90665"/>
                </a:lnTo>
                <a:lnTo>
                  <a:pt x="315261" y="90241"/>
                </a:lnTo>
                <a:lnTo>
                  <a:pt x="314713" y="88889"/>
                </a:lnTo>
                <a:lnTo>
                  <a:pt x="315191" y="86779"/>
                </a:lnTo>
                <a:lnTo>
                  <a:pt x="317094" y="85005"/>
                </a:lnTo>
                <a:lnTo>
                  <a:pt x="319094" y="84076"/>
                </a:lnTo>
                <a:lnTo>
                  <a:pt x="324133" y="82980"/>
                </a:lnTo>
                <a:lnTo>
                  <a:pt x="331801" y="82056"/>
                </a:lnTo>
                <a:lnTo>
                  <a:pt x="342788" y="82811"/>
                </a:lnTo>
                <a:lnTo>
                  <a:pt x="350622" y="81957"/>
                </a:lnTo>
                <a:lnTo>
                  <a:pt x="376044" y="81478"/>
                </a:lnTo>
                <a:lnTo>
                  <a:pt x="388951" y="80628"/>
                </a:lnTo>
                <a:lnTo>
                  <a:pt x="400751" y="80358"/>
                </a:lnTo>
                <a:lnTo>
                  <a:pt x="407746" y="79345"/>
                </a:lnTo>
                <a:lnTo>
                  <a:pt x="427421" y="78963"/>
                </a:lnTo>
                <a:lnTo>
                  <a:pt x="445416" y="78170"/>
                </a:lnTo>
                <a:lnTo>
                  <a:pt x="449588" y="77848"/>
                </a:lnTo>
                <a:lnTo>
                  <a:pt x="451688" y="77232"/>
                </a:lnTo>
                <a:lnTo>
                  <a:pt x="451419" y="76480"/>
                </a:lnTo>
                <a:lnTo>
                  <a:pt x="450583" y="76195"/>
                </a:lnTo>
                <a:lnTo>
                  <a:pt x="439825" y="75695"/>
                </a:lnTo>
                <a:lnTo>
                  <a:pt x="430036" y="76354"/>
                </a:lnTo>
                <a:lnTo>
                  <a:pt x="395842" y="76832"/>
                </a:lnTo>
                <a:lnTo>
                  <a:pt x="393149" y="77049"/>
                </a:lnTo>
                <a:lnTo>
                  <a:pt x="388677" y="77945"/>
                </a:lnTo>
                <a:lnTo>
                  <a:pt x="374750" y="78135"/>
                </a:lnTo>
                <a:lnTo>
                  <a:pt x="365569" y="79015"/>
                </a:lnTo>
                <a:lnTo>
                  <a:pt x="345201" y="79355"/>
                </a:lnTo>
                <a:lnTo>
                  <a:pt x="329793" y="80619"/>
                </a:lnTo>
                <a:lnTo>
                  <a:pt x="315555" y="80350"/>
                </a:lnTo>
                <a:lnTo>
                  <a:pt x="314749" y="80168"/>
                </a:lnTo>
                <a:lnTo>
                  <a:pt x="313717" y="79286"/>
                </a:lnTo>
                <a:lnTo>
                  <a:pt x="312986" y="77992"/>
                </a:lnTo>
                <a:lnTo>
                  <a:pt x="312601" y="76467"/>
                </a:lnTo>
                <a:lnTo>
                  <a:pt x="312607" y="74892"/>
                </a:lnTo>
                <a:lnTo>
                  <a:pt x="313569" y="71946"/>
                </a:lnTo>
                <a:lnTo>
                  <a:pt x="313889" y="69612"/>
                </a:lnTo>
                <a:lnTo>
                  <a:pt x="313639" y="68531"/>
                </a:lnTo>
                <a:lnTo>
                  <a:pt x="312168" y="66237"/>
                </a:lnTo>
                <a:lnTo>
                  <a:pt x="313547" y="64823"/>
                </a:lnTo>
                <a:lnTo>
                  <a:pt x="351783" y="64573"/>
                </a:lnTo>
                <a:lnTo>
                  <a:pt x="395632" y="63466"/>
                </a:lnTo>
                <a:lnTo>
                  <a:pt x="409621" y="62414"/>
                </a:lnTo>
                <a:lnTo>
                  <a:pt x="433463" y="61750"/>
                </a:lnTo>
                <a:lnTo>
                  <a:pt x="438029" y="61149"/>
                </a:lnTo>
                <a:lnTo>
                  <a:pt x="438252" y="60686"/>
                </a:lnTo>
                <a:lnTo>
                  <a:pt x="437113" y="60330"/>
                </a:lnTo>
                <a:lnTo>
                  <a:pt x="425146" y="59948"/>
                </a:lnTo>
                <a:lnTo>
                  <a:pt x="357722" y="59869"/>
                </a:lnTo>
                <a:lnTo>
                  <a:pt x="340666" y="60403"/>
                </a:lnTo>
                <a:close/>
                <a:moveTo>
                  <a:pt x="300748" y="74369"/>
                </a:moveTo>
                <a:lnTo>
                  <a:pt x="301825" y="76034"/>
                </a:lnTo>
                <a:lnTo>
                  <a:pt x="304356" y="78869"/>
                </a:lnTo>
                <a:lnTo>
                  <a:pt x="304591" y="79894"/>
                </a:lnTo>
                <a:lnTo>
                  <a:pt x="304107" y="80875"/>
                </a:lnTo>
                <a:lnTo>
                  <a:pt x="303435" y="81724"/>
                </a:lnTo>
                <a:lnTo>
                  <a:pt x="297455" y="81973"/>
                </a:lnTo>
                <a:lnTo>
                  <a:pt x="295314" y="81503"/>
                </a:lnTo>
                <a:lnTo>
                  <a:pt x="294666" y="79567"/>
                </a:lnTo>
                <a:lnTo>
                  <a:pt x="294645" y="77560"/>
                </a:lnTo>
                <a:lnTo>
                  <a:pt x="295122" y="75780"/>
                </a:lnTo>
                <a:lnTo>
                  <a:pt x="296021" y="74353"/>
                </a:lnTo>
                <a:lnTo>
                  <a:pt x="297987" y="73150"/>
                </a:lnTo>
                <a:lnTo>
                  <a:pt x="300218" y="73061"/>
                </a:lnTo>
                <a:lnTo>
                  <a:pt x="300748" y="74369"/>
                </a:lnTo>
                <a:close/>
                <a:moveTo>
                  <a:pt x="302480" y="84234"/>
                </a:moveTo>
                <a:lnTo>
                  <a:pt x="304975" y="85031"/>
                </a:lnTo>
                <a:lnTo>
                  <a:pt x="306224" y="86046"/>
                </a:lnTo>
                <a:lnTo>
                  <a:pt x="307094" y="87392"/>
                </a:lnTo>
                <a:lnTo>
                  <a:pt x="307549" y="89021"/>
                </a:lnTo>
                <a:lnTo>
                  <a:pt x="307557" y="91062"/>
                </a:lnTo>
                <a:lnTo>
                  <a:pt x="307242" y="91922"/>
                </a:lnTo>
                <a:lnTo>
                  <a:pt x="306368" y="92564"/>
                </a:lnTo>
                <a:lnTo>
                  <a:pt x="305312" y="92708"/>
                </a:lnTo>
                <a:lnTo>
                  <a:pt x="304552" y="92399"/>
                </a:lnTo>
                <a:lnTo>
                  <a:pt x="301026" y="89202"/>
                </a:lnTo>
                <a:lnTo>
                  <a:pt x="296780" y="87860"/>
                </a:lnTo>
                <a:lnTo>
                  <a:pt x="295590" y="87018"/>
                </a:lnTo>
                <a:lnTo>
                  <a:pt x="294896" y="86049"/>
                </a:lnTo>
                <a:lnTo>
                  <a:pt x="294806" y="85059"/>
                </a:lnTo>
                <a:lnTo>
                  <a:pt x="295550" y="83774"/>
                </a:lnTo>
                <a:lnTo>
                  <a:pt x="302480" y="84234"/>
                </a:lnTo>
                <a:close/>
                <a:moveTo>
                  <a:pt x="281266" y="91093"/>
                </a:moveTo>
                <a:lnTo>
                  <a:pt x="281595" y="91572"/>
                </a:lnTo>
                <a:lnTo>
                  <a:pt x="281666" y="93116"/>
                </a:lnTo>
                <a:lnTo>
                  <a:pt x="280569" y="96274"/>
                </a:lnTo>
                <a:lnTo>
                  <a:pt x="278444" y="99451"/>
                </a:lnTo>
                <a:lnTo>
                  <a:pt x="276502" y="101283"/>
                </a:lnTo>
                <a:lnTo>
                  <a:pt x="274041" y="103174"/>
                </a:lnTo>
                <a:lnTo>
                  <a:pt x="272856" y="103697"/>
                </a:lnTo>
                <a:lnTo>
                  <a:pt x="271844" y="103712"/>
                </a:lnTo>
                <a:lnTo>
                  <a:pt x="269302" y="102832"/>
                </a:lnTo>
                <a:lnTo>
                  <a:pt x="267477" y="103115"/>
                </a:lnTo>
                <a:lnTo>
                  <a:pt x="267599" y="104131"/>
                </a:lnTo>
                <a:lnTo>
                  <a:pt x="268493" y="105556"/>
                </a:lnTo>
                <a:lnTo>
                  <a:pt x="272098" y="108879"/>
                </a:lnTo>
                <a:lnTo>
                  <a:pt x="273459" y="113446"/>
                </a:lnTo>
                <a:lnTo>
                  <a:pt x="273539" y="114760"/>
                </a:lnTo>
                <a:lnTo>
                  <a:pt x="273252" y="115591"/>
                </a:lnTo>
                <a:lnTo>
                  <a:pt x="272264" y="116086"/>
                </a:lnTo>
                <a:lnTo>
                  <a:pt x="270495" y="115817"/>
                </a:lnTo>
                <a:lnTo>
                  <a:pt x="267128" y="113819"/>
                </a:lnTo>
                <a:lnTo>
                  <a:pt x="263260" y="112196"/>
                </a:lnTo>
                <a:lnTo>
                  <a:pt x="262479" y="110408"/>
                </a:lnTo>
                <a:lnTo>
                  <a:pt x="262655" y="107362"/>
                </a:lnTo>
                <a:lnTo>
                  <a:pt x="264024" y="104631"/>
                </a:lnTo>
                <a:lnTo>
                  <a:pt x="266319" y="102925"/>
                </a:lnTo>
                <a:lnTo>
                  <a:pt x="266300" y="100996"/>
                </a:lnTo>
                <a:lnTo>
                  <a:pt x="266995" y="99672"/>
                </a:lnTo>
                <a:lnTo>
                  <a:pt x="269757" y="97453"/>
                </a:lnTo>
                <a:lnTo>
                  <a:pt x="272664" y="94134"/>
                </a:lnTo>
                <a:lnTo>
                  <a:pt x="276774" y="90872"/>
                </a:lnTo>
                <a:lnTo>
                  <a:pt x="279056" y="90541"/>
                </a:lnTo>
                <a:lnTo>
                  <a:pt x="281266" y="91093"/>
                </a:lnTo>
                <a:close/>
                <a:moveTo>
                  <a:pt x="291767" y="102584"/>
                </a:moveTo>
                <a:lnTo>
                  <a:pt x="293689" y="105788"/>
                </a:lnTo>
                <a:lnTo>
                  <a:pt x="295179" y="109357"/>
                </a:lnTo>
                <a:lnTo>
                  <a:pt x="294834" y="111269"/>
                </a:lnTo>
                <a:lnTo>
                  <a:pt x="293488" y="112275"/>
                </a:lnTo>
                <a:lnTo>
                  <a:pt x="292457" y="112228"/>
                </a:lnTo>
                <a:lnTo>
                  <a:pt x="291727" y="111737"/>
                </a:lnTo>
                <a:lnTo>
                  <a:pt x="290557" y="107689"/>
                </a:lnTo>
                <a:lnTo>
                  <a:pt x="289729" y="106459"/>
                </a:lnTo>
                <a:lnTo>
                  <a:pt x="288351" y="105616"/>
                </a:lnTo>
                <a:lnTo>
                  <a:pt x="285863" y="104706"/>
                </a:lnTo>
                <a:lnTo>
                  <a:pt x="286075" y="102834"/>
                </a:lnTo>
                <a:lnTo>
                  <a:pt x="286648" y="102100"/>
                </a:lnTo>
                <a:lnTo>
                  <a:pt x="287966" y="101299"/>
                </a:lnTo>
                <a:lnTo>
                  <a:pt x="290310" y="101210"/>
                </a:lnTo>
                <a:lnTo>
                  <a:pt x="291767" y="102584"/>
                </a:lnTo>
                <a:close/>
                <a:moveTo>
                  <a:pt x="320124" y="105448"/>
                </a:moveTo>
                <a:lnTo>
                  <a:pt x="320317" y="107754"/>
                </a:lnTo>
                <a:lnTo>
                  <a:pt x="319783" y="109077"/>
                </a:lnTo>
                <a:lnTo>
                  <a:pt x="316085" y="111219"/>
                </a:lnTo>
                <a:lnTo>
                  <a:pt x="312826" y="115328"/>
                </a:lnTo>
                <a:lnTo>
                  <a:pt x="312171" y="115383"/>
                </a:lnTo>
                <a:lnTo>
                  <a:pt x="311623" y="115050"/>
                </a:lnTo>
                <a:lnTo>
                  <a:pt x="310804" y="113685"/>
                </a:lnTo>
                <a:lnTo>
                  <a:pt x="310613" y="111459"/>
                </a:lnTo>
                <a:lnTo>
                  <a:pt x="313255" y="109793"/>
                </a:lnTo>
                <a:lnTo>
                  <a:pt x="314937" y="106672"/>
                </a:lnTo>
                <a:lnTo>
                  <a:pt x="316219" y="105486"/>
                </a:lnTo>
                <a:lnTo>
                  <a:pt x="318356" y="104883"/>
                </a:lnTo>
                <a:lnTo>
                  <a:pt x="319598" y="105020"/>
                </a:lnTo>
                <a:lnTo>
                  <a:pt x="320124" y="105448"/>
                </a:lnTo>
                <a:close/>
                <a:moveTo>
                  <a:pt x="412264" y="124364"/>
                </a:moveTo>
                <a:lnTo>
                  <a:pt x="412609" y="126216"/>
                </a:lnTo>
                <a:lnTo>
                  <a:pt x="411623" y="127343"/>
                </a:lnTo>
                <a:lnTo>
                  <a:pt x="409713" y="127400"/>
                </a:lnTo>
                <a:lnTo>
                  <a:pt x="407902" y="126311"/>
                </a:lnTo>
                <a:lnTo>
                  <a:pt x="407823" y="125695"/>
                </a:lnTo>
                <a:lnTo>
                  <a:pt x="408231" y="125032"/>
                </a:lnTo>
                <a:lnTo>
                  <a:pt x="410146" y="123796"/>
                </a:lnTo>
                <a:lnTo>
                  <a:pt x="411564" y="123606"/>
                </a:lnTo>
                <a:lnTo>
                  <a:pt x="412264" y="124364"/>
                </a:lnTo>
                <a:close/>
                <a:moveTo>
                  <a:pt x="339782" y="125354"/>
                </a:moveTo>
                <a:lnTo>
                  <a:pt x="341968" y="125716"/>
                </a:lnTo>
                <a:lnTo>
                  <a:pt x="343181" y="126337"/>
                </a:lnTo>
                <a:lnTo>
                  <a:pt x="345732" y="130714"/>
                </a:lnTo>
                <a:lnTo>
                  <a:pt x="347535" y="132167"/>
                </a:lnTo>
                <a:lnTo>
                  <a:pt x="350243" y="133230"/>
                </a:lnTo>
                <a:lnTo>
                  <a:pt x="355746" y="134030"/>
                </a:lnTo>
                <a:lnTo>
                  <a:pt x="362242" y="135547"/>
                </a:lnTo>
                <a:lnTo>
                  <a:pt x="363328" y="136157"/>
                </a:lnTo>
                <a:lnTo>
                  <a:pt x="366081" y="138618"/>
                </a:lnTo>
                <a:lnTo>
                  <a:pt x="368174" y="139603"/>
                </a:lnTo>
                <a:lnTo>
                  <a:pt x="372872" y="138139"/>
                </a:lnTo>
                <a:lnTo>
                  <a:pt x="376509" y="135895"/>
                </a:lnTo>
                <a:lnTo>
                  <a:pt x="377572" y="135719"/>
                </a:lnTo>
                <a:lnTo>
                  <a:pt x="379763" y="137828"/>
                </a:lnTo>
                <a:lnTo>
                  <a:pt x="384019" y="144681"/>
                </a:lnTo>
                <a:lnTo>
                  <a:pt x="384325" y="146074"/>
                </a:lnTo>
                <a:lnTo>
                  <a:pt x="384098" y="147886"/>
                </a:lnTo>
                <a:lnTo>
                  <a:pt x="383378" y="148510"/>
                </a:lnTo>
                <a:lnTo>
                  <a:pt x="382612" y="148465"/>
                </a:lnTo>
                <a:lnTo>
                  <a:pt x="371892" y="144890"/>
                </a:lnTo>
                <a:lnTo>
                  <a:pt x="366724" y="143603"/>
                </a:lnTo>
                <a:lnTo>
                  <a:pt x="362218" y="141884"/>
                </a:lnTo>
                <a:lnTo>
                  <a:pt x="347910" y="137712"/>
                </a:lnTo>
                <a:lnTo>
                  <a:pt x="339963" y="134839"/>
                </a:lnTo>
                <a:lnTo>
                  <a:pt x="330978" y="130835"/>
                </a:lnTo>
                <a:lnTo>
                  <a:pt x="328523" y="129441"/>
                </a:lnTo>
                <a:lnTo>
                  <a:pt x="327791" y="128393"/>
                </a:lnTo>
                <a:lnTo>
                  <a:pt x="328617" y="127330"/>
                </a:lnTo>
                <a:lnTo>
                  <a:pt x="331615" y="125284"/>
                </a:lnTo>
                <a:lnTo>
                  <a:pt x="333763" y="124789"/>
                </a:lnTo>
                <a:lnTo>
                  <a:pt x="339782" y="125354"/>
                </a:lnTo>
                <a:close/>
                <a:moveTo>
                  <a:pt x="431852" y="130446"/>
                </a:moveTo>
                <a:lnTo>
                  <a:pt x="432383" y="131613"/>
                </a:lnTo>
                <a:lnTo>
                  <a:pt x="431288" y="132338"/>
                </a:lnTo>
                <a:lnTo>
                  <a:pt x="428760" y="132137"/>
                </a:lnTo>
                <a:lnTo>
                  <a:pt x="427821" y="131259"/>
                </a:lnTo>
                <a:lnTo>
                  <a:pt x="428122" y="130638"/>
                </a:lnTo>
                <a:lnTo>
                  <a:pt x="429373" y="130070"/>
                </a:lnTo>
                <a:lnTo>
                  <a:pt x="430958" y="130065"/>
                </a:lnTo>
                <a:lnTo>
                  <a:pt x="431852" y="130446"/>
                </a:lnTo>
                <a:close/>
                <a:moveTo>
                  <a:pt x="317047" y="74016"/>
                </a:moveTo>
                <a:lnTo>
                  <a:pt x="316831" y="75116"/>
                </a:lnTo>
                <a:lnTo>
                  <a:pt x="317330" y="76243"/>
                </a:lnTo>
                <a:lnTo>
                  <a:pt x="318059" y="76516"/>
                </a:lnTo>
                <a:lnTo>
                  <a:pt x="319085" y="76053"/>
                </a:lnTo>
                <a:lnTo>
                  <a:pt x="319548" y="75027"/>
                </a:lnTo>
                <a:lnTo>
                  <a:pt x="319275" y="74299"/>
                </a:lnTo>
                <a:lnTo>
                  <a:pt x="318148" y="73799"/>
                </a:lnTo>
                <a:lnTo>
                  <a:pt x="317047" y="74016"/>
                </a:lnTo>
                <a:close/>
                <a:moveTo>
                  <a:pt x="465123" y="81724"/>
                </a:moveTo>
                <a:lnTo>
                  <a:pt x="458410" y="82480"/>
                </a:lnTo>
                <a:lnTo>
                  <a:pt x="456765" y="83049"/>
                </a:lnTo>
                <a:lnTo>
                  <a:pt x="456591" y="83533"/>
                </a:lnTo>
                <a:lnTo>
                  <a:pt x="457274" y="84057"/>
                </a:lnTo>
                <a:lnTo>
                  <a:pt x="458900" y="84288"/>
                </a:lnTo>
                <a:lnTo>
                  <a:pt x="463103" y="84163"/>
                </a:lnTo>
                <a:lnTo>
                  <a:pt x="467069" y="83657"/>
                </a:lnTo>
                <a:lnTo>
                  <a:pt x="468346" y="83083"/>
                </a:lnTo>
                <a:lnTo>
                  <a:pt x="468474" y="82483"/>
                </a:lnTo>
                <a:lnTo>
                  <a:pt x="468109" y="81759"/>
                </a:lnTo>
                <a:lnTo>
                  <a:pt x="467174" y="81330"/>
                </a:lnTo>
                <a:lnTo>
                  <a:pt x="465123" y="81724"/>
                </a:lnTo>
                <a:close/>
                <a:moveTo>
                  <a:pt x="448329" y="83492"/>
                </a:moveTo>
                <a:lnTo>
                  <a:pt x="448223" y="84389"/>
                </a:lnTo>
                <a:lnTo>
                  <a:pt x="449707" y="84729"/>
                </a:lnTo>
                <a:lnTo>
                  <a:pt x="451280" y="84429"/>
                </a:lnTo>
                <a:lnTo>
                  <a:pt x="452144" y="83569"/>
                </a:lnTo>
                <a:lnTo>
                  <a:pt x="451900" y="83225"/>
                </a:lnTo>
                <a:lnTo>
                  <a:pt x="450757" y="82980"/>
                </a:lnTo>
                <a:lnTo>
                  <a:pt x="449305" y="83074"/>
                </a:lnTo>
                <a:lnTo>
                  <a:pt x="448329" y="83492"/>
                </a:lnTo>
                <a:close/>
                <a:moveTo>
                  <a:pt x="438004" y="85153"/>
                </a:moveTo>
                <a:lnTo>
                  <a:pt x="437050" y="85901"/>
                </a:lnTo>
                <a:lnTo>
                  <a:pt x="438215" y="86418"/>
                </a:lnTo>
                <a:lnTo>
                  <a:pt x="441078" y="86359"/>
                </a:lnTo>
                <a:lnTo>
                  <a:pt x="441744" y="86069"/>
                </a:lnTo>
                <a:lnTo>
                  <a:pt x="441964" y="85613"/>
                </a:lnTo>
                <a:lnTo>
                  <a:pt x="441729" y="85161"/>
                </a:lnTo>
                <a:lnTo>
                  <a:pt x="440674" y="84800"/>
                </a:lnTo>
                <a:lnTo>
                  <a:pt x="438004" y="85153"/>
                </a:lnTo>
                <a:close/>
                <a:moveTo>
                  <a:pt x="202420" y="85790"/>
                </a:moveTo>
                <a:lnTo>
                  <a:pt x="202338" y="86307"/>
                </a:lnTo>
                <a:lnTo>
                  <a:pt x="202835" y="86760"/>
                </a:lnTo>
                <a:lnTo>
                  <a:pt x="205775" y="87886"/>
                </a:lnTo>
                <a:lnTo>
                  <a:pt x="208324" y="89591"/>
                </a:lnTo>
                <a:lnTo>
                  <a:pt x="211498" y="90872"/>
                </a:lnTo>
                <a:lnTo>
                  <a:pt x="214313" y="92450"/>
                </a:lnTo>
                <a:lnTo>
                  <a:pt x="217659" y="93727"/>
                </a:lnTo>
                <a:lnTo>
                  <a:pt x="220315" y="95466"/>
                </a:lnTo>
                <a:lnTo>
                  <a:pt x="222021" y="95737"/>
                </a:lnTo>
                <a:lnTo>
                  <a:pt x="222991" y="95104"/>
                </a:lnTo>
                <a:lnTo>
                  <a:pt x="223031" y="94341"/>
                </a:lnTo>
                <a:lnTo>
                  <a:pt x="222467" y="93555"/>
                </a:lnTo>
                <a:lnTo>
                  <a:pt x="218445" y="91108"/>
                </a:lnTo>
                <a:lnTo>
                  <a:pt x="215198" y="90100"/>
                </a:lnTo>
                <a:lnTo>
                  <a:pt x="212511" y="88442"/>
                </a:lnTo>
                <a:lnTo>
                  <a:pt x="208772" y="87219"/>
                </a:lnTo>
                <a:lnTo>
                  <a:pt x="205900" y="85826"/>
                </a:lnTo>
                <a:lnTo>
                  <a:pt x="203780" y="85404"/>
                </a:lnTo>
                <a:lnTo>
                  <a:pt x="202420" y="85790"/>
                </a:lnTo>
                <a:close/>
                <a:moveTo>
                  <a:pt x="642156" y="97493"/>
                </a:moveTo>
                <a:lnTo>
                  <a:pt x="640166" y="98933"/>
                </a:lnTo>
                <a:lnTo>
                  <a:pt x="639414" y="100584"/>
                </a:lnTo>
                <a:lnTo>
                  <a:pt x="635483" y="122513"/>
                </a:lnTo>
                <a:lnTo>
                  <a:pt x="633714" y="130697"/>
                </a:lnTo>
                <a:lnTo>
                  <a:pt x="632632" y="139223"/>
                </a:lnTo>
                <a:lnTo>
                  <a:pt x="630913" y="146158"/>
                </a:lnTo>
                <a:lnTo>
                  <a:pt x="629402" y="156065"/>
                </a:lnTo>
                <a:lnTo>
                  <a:pt x="628637" y="158281"/>
                </a:lnTo>
                <a:lnTo>
                  <a:pt x="627451" y="159792"/>
                </a:lnTo>
                <a:lnTo>
                  <a:pt x="625627" y="161023"/>
                </a:lnTo>
                <a:lnTo>
                  <a:pt x="597959" y="173597"/>
                </a:lnTo>
                <a:lnTo>
                  <a:pt x="595177" y="175377"/>
                </a:lnTo>
                <a:lnTo>
                  <a:pt x="594354" y="176481"/>
                </a:lnTo>
                <a:lnTo>
                  <a:pt x="595323" y="177672"/>
                </a:lnTo>
                <a:lnTo>
                  <a:pt x="597002" y="178293"/>
                </a:lnTo>
                <a:lnTo>
                  <a:pt x="624230" y="178991"/>
                </a:lnTo>
                <a:lnTo>
                  <a:pt x="626596" y="180261"/>
                </a:lnTo>
                <a:lnTo>
                  <a:pt x="627671" y="181771"/>
                </a:lnTo>
                <a:lnTo>
                  <a:pt x="627757" y="184981"/>
                </a:lnTo>
                <a:lnTo>
                  <a:pt x="627092" y="186761"/>
                </a:lnTo>
                <a:lnTo>
                  <a:pt x="626159" y="187656"/>
                </a:lnTo>
                <a:lnTo>
                  <a:pt x="624711" y="188428"/>
                </a:lnTo>
                <a:lnTo>
                  <a:pt x="616968" y="191521"/>
                </a:lnTo>
                <a:lnTo>
                  <a:pt x="598297" y="198009"/>
                </a:lnTo>
                <a:lnTo>
                  <a:pt x="594141" y="199909"/>
                </a:lnTo>
                <a:lnTo>
                  <a:pt x="580734" y="204721"/>
                </a:lnTo>
                <a:lnTo>
                  <a:pt x="577940" y="206086"/>
                </a:lnTo>
                <a:lnTo>
                  <a:pt x="576700" y="207415"/>
                </a:lnTo>
                <a:lnTo>
                  <a:pt x="577018" y="208427"/>
                </a:lnTo>
                <a:lnTo>
                  <a:pt x="578089" y="209540"/>
                </a:lnTo>
                <a:lnTo>
                  <a:pt x="626422" y="209681"/>
                </a:lnTo>
                <a:lnTo>
                  <a:pt x="627395" y="210424"/>
                </a:lnTo>
                <a:lnTo>
                  <a:pt x="627670" y="211999"/>
                </a:lnTo>
                <a:lnTo>
                  <a:pt x="627866" y="219218"/>
                </a:lnTo>
                <a:lnTo>
                  <a:pt x="627440" y="222308"/>
                </a:lnTo>
                <a:lnTo>
                  <a:pt x="625864" y="223623"/>
                </a:lnTo>
                <a:lnTo>
                  <a:pt x="622528" y="225404"/>
                </a:lnTo>
                <a:lnTo>
                  <a:pt x="602097" y="233335"/>
                </a:lnTo>
                <a:lnTo>
                  <a:pt x="594371" y="231492"/>
                </a:lnTo>
                <a:lnTo>
                  <a:pt x="589583" y="229346"/>
                </a:lnTo>
                <a:lnTo>
                  <a:pt x="568051" y="222676"/>
                </a:lnTo>
                <a:lnTo>
                  <a:pt x="553375" y="217759"/>
                </a:lnTo>
                <a:lnTo>
                  <a:pt x="548307" y="217011"/>
                </a:lnTo>
                <a:lnTo>
                  <a:pt x="547505" y="217354"/>
                </a:lnTo>
                <a:lnTo>
                  <a:pt x="547378" y="218037"/>
                </a:lnTo>
                <a:lnTo>
                  <a:pt x="547782" y="219106"/>
                </a:lnTo>
                <a:lnTo>
                  <a:pt x="548745" y="219890"/>
                </a:lnTo>
                <a:lnTo>
                  <a:pt x="553878" y="221318"/>
                </a:lnTo>
                <a:lnTo>
                  <a:pt x="564530" y="225632"/>
                </a:lnTo>
                <a:lnTo>
                  <a:pt x="571992" y="228221"/>
                </a:lnTo>
                <a:lnTo>
                  <a:pt x="582964" y="231257"/>
                </a:lnTo>
                <a:lnTo>
                  <a:pt x="592734" y="233536"/>
                </a:lnTo>
                <a:lnTo>
                  <a:pt x="594220" y="234380"/>
                </a:lnTo>
                <a:lnTo>
                  <a:pt x="595321" y="235632"/>
                </a:lnTo>
                <a:lnTo>
                  <a:pt x="595261" y="236274"/>
                </a:lnTo>
                <a:lnTo>
                  <a:pt x="594044" y="238546"/>
                </a:lnTo>
                <a:lnTo>
                  <a:pt x="594232" y="239228"/>
                </a:lnTo>
                <a:lnTo>
                  <a:pt x="595017" y="239830"/>
                </a:lnTo>
                <a:lnTo>
                  <a:pt x="621171" y="240737"/>
                </a:lnTo>
                <a:lnTo>
                  <a:pt x="626124" y="241151"/>
                </a:lnTo>
                <a:lnTo>
                  <a:pt x="626757" y="241529"/>
                </a:lnTo>
                <a:lnTo>
                  <a:pt x="626966" y="242878"/>
                </a:lnTo>
                <a:lnTo>
                  <a:pt x="626782" y="245015"/>
                </a:lnTo>
                <a:lnTo>
                  <a:pt x="625495" y="251244"/>
                </a:lnTo>
                <a:lnTo>
                  <a:pt x="623635" y="264578"/>
                </a:lnTo>
                <a:lnTo>
                  <a:pt x="622401" y="270730"/>
                </a:lnTo>
                <a:lnTo>
                  <a:pt x="621384" y="279590"/>
                </a:lnTo>
                <a:lnTo>
                  <a:pt x="619594" y="287772"/>
                </a:lnTo>
                <a:lnTo>
                  <a:pt x="615434" y="316113"/>
                </a:lnTo>
                <a:lnTo>
                  <a:pt x="610968" y="342488"/>
                </a:lnTo>
                <a:lnTo>
                  <a:pt x="607379" y="366904"/>
                </a:lnTo>
                <a:lnTo>
                  <a:pt x="605495" y="376863"/>
                </a:lnTo>
                <a:lnTo>
                  <a:pt x="605475" y="378481"/>
                </a:lnTo>
                <a:lnTo>
                  <a:pt x="606045" y="380060"/>
                </a:lnTo>
                <a:lnTo>
                  <a:pt x="607216" y="380528"/>
                </a:lnTo>
                <a:lnTo>
                  <a:pt x="609565" y="379613"/>
                </a:lnTo>
                <a:lnTo>
                  <a:pt x="640889" y="357105"/>
                </a:lnTo>
                <a:lnTo>
                  <a:pt x="642388" y="356213"/>
                </a:lnTo>
                <a:lnTo>
                  <a:pt x="643783" y="355918"/>
                </a:lnTo>
                <a:lnTo>
                  <a:pt x="645286" y="356163"/>
                </a:lnTo>
                <a:lnTo>
                  <a:pt x="646412" y="356760"/>
                </a:lnTo>
                <a:lnTo>
                  <a:pt x="671291" y="375502"/>
                </a:lnTo>
                <a:lnTo>
                  <a:pt x="676372" y="378992"/>
                </a:lnTo>
                <a:lnTo>
                  <a:pt x="679706" y="380739"/>
                </a:lnTo>
                <a:lnTo>
                  <a:pt x="680563" y="379603"/>
                </a:lnTo>
                <a:lnTo>
                  <a:pt x="680864" y="378558"/>
                </a:lnTo>
                <a:lnTo>
                  <a:pt x="680800" y="374539"/>
                </a:lnTo>
                <a:lnTo>
                  <a:pt x="679007" y="365698"/>
                </a:lnTo>
                <a:lnTo>
                  <a:pt x="677973" y="356524"/>
                </a:lnTo>
                <a:lnTo>
                  <a:pt x="676475" y="348401"/>
                </a:lnTo>
                <a:lnTo>
                  <a:pt x="675104" y="337364"/>
                </a:lnTo>
                <a:lnTo>
                  <a:pt x="673814" y="330943"/>
                </a:lnTo>
                <a:lnTo>
                  <a:pt x="672161" y="317179"/>
                </a:lnTo>
                <a:lnTo>
                  <a:pt x="670791" y="311183"/>
                </a:lnTo>
                <a:lnTo>
                  <a:pt x="669227" y="298980"/>
                </a:lnTo>
                <a:lnTo>
                  <a:pt x="667853" y="293022"/>
                </a:lnTo>
                <a:lnTo>
                  <a:pt x="666522" y="281739"/>
                </a:lnTo>
                <a:lnTo>
                  <a:pt x="665070" y="273750"/>
                </a:lnTo>
                <a:lnTo>
                  <a:pt x="663941" y="263667"/>
                </a:lnTo>
                <a:lnTo>
                  <a:pt x="662063" y="253235"/>
                </a:lnTo>
                <a:lnTo>
                  <a:pt x="661073" y="244190"/>
                </a:lnTo>
                <a:lnTo>
                  <a:pt x="662345" y="242775"/>
                </a:lnTo>
                <a:lnTo>
                  <a:pt x="678684" y="242854"/>
                </a:lnTo>
                <a:lnTo>
                  <a:pt x="690765" y="243384"/>
                </a:lnTo>
                <a:lnTo>
                  <a:pt x="693298" y="242787"/>
                </a:lnTo>
                <a:lnTo>
                  <a:pt x="694485" y="241397"/>
                </a:lnTo>
                <a:lnTo>
                  <a:pt x="690987" y="238886"/>
                </a:lnTo>
                <a:lnTo>
                  <a:pt x="663480" y="225205"/>
                </a:lnTo>
                <a:lnTo>
                  <a:pt x="659411" y="222162"/>
                </a:lnTo>
                <a:lnTo>
                  <a:pt x="659664" y="211398"/>
                </a:lnTo>
                <a:lnTo>
                  <a:pt x="660050" y="210525"/>
                </a:lnTo>
                <a:lnTo>
                  <a:pt x="661079" y="209961"/>
                </a:lnTo>
                <a:lnTo>
                  <a:pt x="666103" y="209554"/>
                </a:lnTo>
                <a:lnTo>
                  <a:pt x="708593" y="209610"/>
                </a:lnTo>
                <a:lnTo>
                  <a:pt x="709685" y="208525"/>
                </a:lnTo>
                <a:lnTo>
                  <a:pt x="709959" y="207579"/>
                </a:lnTo>
                <a:lnTo>
                  <a:pt x="709547" y="206782"/>
                </a:lnTo>
                <a:lnTo>
                  <a:pt x="706630" y="205434"/>
                </a:lnTo>
                <a:lnTo>
                  <a:pt x="700244" y="203103"/>
                </a:lnTo>
                <a:lnTo>
                  <a:pt x="689400" y="198421"/>
                </a:lnTo>
                <a:lnTo>
                  <a:pt x="684726" y="196975"/>
                </a:lnTo>
                <a:lnTo>
                  <a:pt x="663432" y="188566"/>
                </a:lnTo>
                <a:lnTo>
                  <a:pt x="661096" y="187148"/>
                </a:lnTo>
                <a:lnTo>
                  <a:pt x="659636" y="185453"/>
                </a:lnTo>
                <a:lnTo>
                  <a:pt x="659174" y="183698"/>
                </a:lnTo>
                <a:lnTo>
                  <a:pt x="659354" y="182867"/>
                </a:lnTo>
                <a:lnTo>
                  <a:pt x="660613" y="181431"/>
                </a:lnTo>
                <a:lnTo>
                  <a:pt x="661939" y="180969"/>
                </a:lnTo>
                <a:lnTo>
                  <a:pt x="667974" y="180848"/>
                </a:lnTo>
                <a:lnTo>
                  <a:pt x="692116" y="181360"/>
                </a:lnTo>
                <a:lnTo>
                  <a:pt x="693378" y="180242"/>
                </a:lnTo>
                <a:lnTo>
                  <a:pt x="693633" y="179489"/>
                </a:lnTo>
                <a:lnTo>
                  <a:pt x="690322" y="176860"/>
                </a:lnTo>
                <a:lnTo>
                  <a:pt x="661779" y="160361"/>
                </a:lnTo>
                <a:lnTo>
                  <a:pt x="660010" y="158696"/>
                </a:lnTo>
                <a:lnTo>
                  <a:pt x="659015" y="156283"/>
                </a:lnTo>
                <a:lnTo>
                  <a:pt x="658200" y="147885"/>
                </a:lnTo>
                <a:lnTo>
                  <a:pt x="656777" y="141917"/>
                </a:lnTo>
                <a:lnTo>
                  <a:pt x="655349" y="133040"/>
                </a:lnTo>
                <a:lnTo>
                  <a:pt x="652177" y="116295"/>
                </a:lnTo>
                <a:lnTo>
                  <a:pt x="650845" y="110761"/>
                </a:lnTo>
                <a:lnTo>
                  <a:pt x="649217" y="101144"/>
                </a:lnTo>
                <a:lnTo>
                  <a:pt x="648183" y="99036"/>
                </a:lnTo>
                <a:lnTo>
                  <a:pt x="646099" y="97030"/>
                </a:lnTo>
                <a:lnTo>
                  <a:pt x="644625" y="96740"/>
                </a:lnTo>
                <a:lnTo>
                  <a:pt x="642156" y="97493"/>
                </a:lnTo>
                <a:close/>
                <a:moveTo>
                  <a:pt x="644384" y="111600"/>
                </a:moveTo>
                <a:lnTo>
                  <a:pt x="643778" y="112599"/>
                </a:lnTo>
                <a:lnTo>
                  <a:pt x="643207" y="112545"/>
                </a:lnTo>
                <a:lnTo>
                  <a:pt x="642934" y="112166"/>
                </a:lnTo>
                <a:lnTo>
                  <a:pt x="642890" y="111211"/>
                </a:lnTo>
                <a:lnTo>
                  <a:pt x="643374" y="110636"/>
                </a:lnTo>
                <a:lnTo>
                  <a:pt x="644155" y="110827"/>
                </a:lnTo>
                <a:lnTo>
                  <a:pt x="644384" y="111600"/>
                </a:lnTo>
                <a:close/>
                <a:moveTo>
                  <a:pt x="645904" y="122738"/>
                </a:moveTo>
                <a:lnTo>
                  <a:pt x="647411" y="124607"/>
                </a:lnTo>
                <a:lnTo>
                  <a:pt x="647495" y="126383"/>
                </a:lnTo>
                <a:lnTo>
                  <a:pt x="646775" y="127415"/>
                </a:lnTo>
                <a:lnTo>
                  <a:pt x="645445" y="128254"/>
                </a:lnTo>
                <a:lnTo>
                  <a:pt x="643999" y="128729"/>
                </a:lnTo>
                <a:lnTo>
                  <a:pt x="642894" y="128582"/>
                </a:lnTo>
                <a:lnTo>
                  <a:pt x="640567" y="126212"/>
                </a:lnTo>
                <a:lnTo>
                  <a:pt x="640402" y="125633"/>
                </a:lnTo>
                <a:lnTo>
                  <a:pt x="640751" y="124578"/>
                </a:lnTo>
                <a:lnTo>
                  <a:pt x="641767" y="122964"/>
                </a:lnTo>
                <a:lnTo>
                  <a:pt x="643012" y="121944"/>
                </a:lnTo>
                <a:lnTo>
                  <a:pt x="644388" y="121870"/>
                </a:lnTo>
                <a:lnTo>
                  <a:pt x="645904" y="122738"/>
                </a:lnTo>
                <a:close/>
                <a:moveTo>
                  <a:pt x="639894" y="131118"/>
                </a:moveTo>
                <a:lnTo>
                  <a:pt x="640256" y="131935"/>
                </a:lnTo>
                <a:lnTo>
                  <a:pt x="639601" y="132885"/>
                </a:lnTo>
                <a:lnTo>
                  <a:pt x="638256" y="134013"/>
                </a:lnTo>
                <a:lnTo>
                  <a:pt x="637301" y="134033"/>
                </a:lnTo>
                <a:lnTo>
                  <a:pt x="636766" y="132564"/>
                </a:lnTo>
                <a:lnTo>
                  <a:pt x="637121" y="131041"/>
                </a:lnTo>
                <a:lnTo>
                  <a:pt x="638282" y="130473"/>
                </a:lnTo>
                <a:lnTo>
                  <a:pt x="639894" y="131118"/>
                </a:lnTo>
                <a:close/>
                <a:moveTo>
                  <a:pt x="649794" y="131118"/>
                </a:moveTo>
                <a:lnTo>
                  <a:pt x="650173" y="132604"/>
                </a:lnTo>
                <a:lnTo>
                  <a:pt x="649861" y="133204"/>
                </a:lnTo>
                <a:lnTo>
                  <a:pt x="649278" y="133315"/>
                </a:lnTo>
                <a:lnTo>
                  <a:pt x="648320" y="132532"/>
                </a:lnTo>
                <a:lnTo>
                  <a:pt x="648122" y="131482"/>
                </a:lnTo>
                <a:lnTo>
                  <a:pt x="648845" y="130687"/>
                </a:lnTo>
                <a:lnTo>
                  <a:pt x="649794" y="131118"/>
                </a:lnTo>
                <a:close/>
                <a:moveTo>
                  <a:pt x="647283" y="138224"/>
                </a:moveTo>
                <a:lnTo>
                  <a:pt x="648803" y="140052"/>
                </a:lnTo>
                <a:lnTo>
                  <a:pt x="649134" y="141468"/>
                </a:lnTo>
                <a:lnTo>
                  <a:pt x="647814" y="143387"/>
                </a:lnTo>
                <a:lnTo>
                  <a:pt x="645826" y="144797"/>
                </a:lnTo>
                <a:lnTo>
                  <a:pt x="643571" y="145649"/>
                </a:lnTo>
                <a:lnTo>
                  <a:pt x="640509" y="143754"/>
                </a:lnTo>
                <a:lnTo>
                  <a:pt x="639316" y="142602"/>
                </a:lnTo>
                <a:lnTo>
                  <a:pt x="638953" y="140950"/>
                </a:lnTo>
                <a:lnTo>
                  <a:pt x="639254" y="139593"/>
                </a:lnTo>
                <a:lnTo>
                  <a:pt x="642948" y="136558"/>
                </a:lnTo>
                <a:lnTo>
                  <a:pt x="643882" y="136292"/>
                </a:lnTo>
                <a:lnTo>
                  <a:pt x="644891" y="136478"/>
                </a:lnTo>
                <a:lnTo>
                  <a:pt x="647283" y="138224"/>
                </a:lnTo>
                <a:close/>
                <a:moveTo>
                  <a:pt x="652834" y="145968"/>
                </a:moveTo>
                <a:lnTo>
                  <a:pt x="653738" y="148164"/>
                </a:lnTo>
                <a:lnTo>
                  <a:pt x="654408" y="151103"/>
                </a:lnTo>
                <a:lnTo>
                  <a:pt x="653990" y="152071"/>
                </a:lnTo>
                <a:lnTo>
                  <a:pt x="653212" y="152280"/>
                </a:lnTo>
                <a:lnTo>
                  <a:pt x="651603" y="151815"/>
                </a:lnTo>
                <a:lnTo>
                  <a:pt x="650413" y="151023"/>
                </a:lnTo>
                <a:lnTo>
                  <a:pt x="649010" y="149579"/>
                </a:lnTo>
                <a:lnTo>
                  <a:pt x="648534" y="148500"/>
                </a:lnTo>
                <a:lnTo>
                  <a:pt x="648965" y="147431"/>
                </a:lnTo>
                <a:lnTo>
                  <a:pt x="650937" y="145527"/>
                </a:lnTo>
                <a:lnTo>
                  <a:pt x="651858" y="145240"/>
                </a:lnTo>
                <a:lnTo>
                  <a:pt x="652834" y="145968"/>
                </a:lnTo>
                <a:close/>
                <a:moveTo>
                  <a:pt x="638656" y="146887"/>
                </a:moveTo>
                <a:lnTo>
                  <a:pt x="639538" y="148221"/>
                </a:lnTo>
                <a:lnTo>
                  <a:pt x="639008" y="149671"/>
                </a:lnTo>
                <a:lnTo>
                  <a:pt x="636624" y="152065"/>
                </a:lnTo>
                <a:lnTo>
                  <a:pt x="635302" y="152752"/>
                </a:lnTo>
                <a:lnTo>
                  <a:pt x="634291" y="152699"/>
                </a:lnTo>
                <a:lnTo>
                  <a:pt x="633656" y="151910"/>
                </a:lnTo>
                <a:lnTo>
                  <a:pt x="633459" y="150387"/>
                </a:lnTo>
                <a:lnTo>
                  <a:pt x="633778" y="148065"/>
                </a:lnTo>
                <a:lnTo>
                  <a:pt x="634550" y="146487"/>
                </a:lnTo>
                <a:lnTo>
                  <a:pt x="635681" y="145721"/>
                </a:lnTo>
                <a:lnTo>
                  <a:pt x="636353" y="145663"/>
                </a:lnTo>
                <a:lnTo>
                  <a:pt x="638656" y="146887"/>
                </a:lnTo>
                <a:close/>
                <a:moveTo>
                  <a:pt x="646258" y="152721"/>
                </a:moveTo>
                <a:lnTo>
                  <a:pt x="649567" y="156281"/>
                </a:lnTo>
                <a:lnTo>
                  <a:pt x="649864" y="156858"/>
                </a:lnTo>
                <a:lnTo>
                  <a:pt x="649475" y="157475"/>
                </a:lnTo>
                <a:lnTo>
                  <a:pt x="648047" y="157784"/>
                </a:lnTo>
                <a:lnTo>
                  <a:pt x="643854" y="157848"/>
                </a:lnTo>
                <a:lnTo>
                  <a:pt x="639581" y="157618"/>
                </a:lnTo>
                <a:lnTo>
                  <a:pt x="638386" y="157216"/>
                </a:lnTo>
                <a:lnTo>
                  <a:pt x="638235" y="156890"/>
                </a:lnTo>
                <a:lnTo>
                  <a:pt x="638741" y="155911"/>
                </a:lnTo>
                <a:lnTo>
                  <a:pt x="642369" y="152261"/>
                </a:lnTo>
                <a:lnTo>
                  <a:pt x="644700" y="152329"/>
                </a:lnTo>
                <a:lnTo>
                  <a:pt x="646258" y="152721"/>
                </a:lnTo>
                <a:close/>
                <a:moveTo>
                  <a:pt x="645975" y="162373"/>
                </a:moveTo>
                <a:lnTo>
                  <a:pt x="646179" y="162780"/>
                </a:lnTo>
                <a:lnTo>
                  <a:pt x="645853" y="163509"/>
                </a:lnTo>
                <a:lnTo>
                  <a:pt x="644234" y="164168"/>
                </a:lnTo>
                <a:lnTo>
                  <a:pt x="642389" y="163948"/>
                </a:lnTo>
                <a:lnTo>
                  <a:pt x="641507" y="162921"/>
                </a:lnTo>
                <a:lnTo>
                  <a:pt x="641732" y="162338"/>
                </a:lnTo>
                <a:lnTo>
                  <a:pt x="642800" y="161878"/>
                </a:lnTo>
                <a:lnTo>
                  <a:pt x="644907" y="161898"/>
                </a:lnTo>
                <a:lnTo>
                  <a:pt x="645975" y="162373"/>
                </a:lnTo>
                <a:close/>
                <a:moveTo>
                  <a:pt x="655521" y="163434"/>
                </a:moveTo>
                <a:lnTo>
                  <a:pt x="656078" y="165824"/>
                </a:lnTo>
                <a:lnTo>
                  <a:pt x="656143" y="169486"/>
                </a:lnTo>
                <a:lnTo>
                  <a:pt x="655331" y="171761"/>
                </a:lnTo>
                <a:lnTo>
                  <a:pt x="654246" y="172044"/>
                </a:lnTo>
                <a:lnTo>
                  <a:pt x="652713" y="171354"/>
                </a:lnTo>
                <a:lnTo>
                  <a:pt x="649634" y="169152"/>
                </a:lnTo>
                <a:lnTo>
                  <a:pt x="649028" y="167803"/>
                </a:lnTo>
                <a:lnTo>
                  <a:pt x="649934" y="166028"/>
                </a:lnTo>
                <a:lnTo>
                  <a:pt x="652163" y="164070"/>
                </a:lnTo>
                <a:lnTo>
                  <a:pt x="654319" y="162930"/>
                </a:lnTo>
                <a:lnTo>
                  <a:pt x="654867" y="162943"/>
                </a:lnTo>
                <a:lnTo>
                  <a:pt x="655521" y="163434"/>
                </a:lnTo>
                <a:close/>
                <a:moveTo>
                  <a:pt x="636323" y="164283"/>
                </a:moveTo>
                <a:lnTo>
                  <a:pt x="638351" y="166543"/>
                </a:lnTo>
                <a:lnTo>
                  <a:pt x="638865" y="167573"/>
                </a:lnTo>
                <a:lnTo>
                  <a:pt x="638808" y="168257"/>
                </a:lnTo>
                <a:lnTo>
                  <a:pt x="637521" y="169488"/>
                </a:lnTo>
                <a:lnTo>
                  <a:pt x="634706" y="171077"/>
                </a:lnTo>
                <a:lnTo>
                  <a:pt x="633697" y="171305"/>
                </a:lnTo>
                <a:lnTo>
                  <a:pt x="632684" y="171009"/>
                </a:lnTo>
                <a:lnTo>
                  <a:pt x="632008" y="170322"/>
                </a:lnTo>
                <a:lnTo>
                  <a:pt x="631652" y="168979"/>
                </a:lnTo>
                <a:lnTo>
                  <a:pt x="631733" y="164681"/>
                </a:lnTo>
                <a:lnTo>
                  <a:pt x="632779" y="163694"/>
                </a:lnTo>
                <a:lnTo>
                  <a:pt x="633884" y="163346"/>
                </a:lnTo>
                <a:lnTo>
                  <a:pt x="635073" y="163540"/>
                </a:lnTo>
                <a:lnTo>
                  <a:pt x="636323" y="164283"/>
                </a:lnTo>
                <a:close/>
                <a:moveTo>
                  <a:pt x="664467" y="166510"/>
                </a:moveTo>
                <a:lnTo>
                  <a:pt x="675400" y="173265"/>
                </a:lnTo>
                <a:lnTo>
                  <a:pt x="676459" y="174672"/>
                </a:lnTo>
                <a:lnTo>
                  <a:pt x="676347" y="175668"/>
                </a:lnTo>
                <a:lnTo>
                  <a:pt x="674184" y="176261"/>
                </a:lnTo>
                <a:lnTo>
                  <a:pt x="669788" y="176223"/>
                </a:lnTo>
                <a:lnTo>
                  <a:pt x="662178" y="175293"/>
                </a:lnTo>
                <a:lnTo>
                  <a:pt x="660082" y="174572"/>
                </a:lnTo>
                <a:lnTo>
                  <a:pt x="659305" y="173935"/>
                </a:lnTo>
                <a:lnTo>
                  <a:pt x="659763" y="165544"/>
                </a:lnTo>
                <a:lnTo>
                  <a:pt x="660320" y="165121"/>
                </a:lnTo>
                <a:lnTo>
                  <a:pt x="661488" y="165167"/>
                </a:lnTo>
                <a:lnTo>
                  <a:pt x="664467" y="166510"/>
                </a:lnTo>
                <a:close/>
                <a:moveTo>
                  <a:pt x="627024" y="166263"/>
                </a:moveTo>
                <a:lnTo>
                  <a:pt x="627806" y="167823"/>
                </a:lnTo>
                <a:lnTo>
                  <a:pt x="627912" y="169832"/>
                </a:lnTo>
                <a:lnTo>
                  <a:pt x="627472" y="172575"/>
                </a:lnTo>
                <a:lnTo>
                  <a:pt x="626666" y="173303"/>
                </a:lnTo>
                <a:lnTo>
                  <a:pt x="623745" y="173785"/>
                </a:lnTo>
                <a:lnTo>
                  <a:pt x="617920" y="173998"/>
                </a:lnTo>
                <a:lnTo>
                  <a:pt x="613800" y="173946"/>
                </a:lnTo>
                <a:lnTo>
                  <a:pt x="612807" y="173586"/>
                </a:lnTo>
                <a:lnTo>
                  <a:pt x="613285" y="172309"/>
                </a:lnTo>
                <a:lnTo>
                  <a:pt x="615498" y="170257"/>
                </a:lnTo>
                <a:lnTo>
                  <a:pt x="619505" y="168761"/>
                </a:lnTo>
                <a:lnTo>
                  <a:pt x="625995" y="165763"/>
                </a:lnTo>
                <a:lnTo>
                  <a:pt x="627024" y="166263"/>
                </a:lnTo>
                <a:close/>
                <a:moveTo>
                  <a:pt x="645621" y="171778"/>
                </a:moveTo>
                <a:lnTo>
                  <a:pt x="647112" y="173214"/>
                </a:lnTo>
                <a:lnTo>
                  <a:pt x="647235" y="173984"/>
                </a:lnTo>
                <a:lnTo>
                  <a:pt x="646683" y="174545"/>
                </a:lnTo>
                <a:lnTo>
                  <a:pt x="643868" y="174853"/>
                </a:lnTo>
                <a:lnTo>
                  <a:pt x="642673" y="174572"/>
                </a:lnTo>
                <a:lnTo>
                  <a:pt x="641940" y="174037"/>
                </a:lnTo>
                <a:lnTo>
                  <a:pt x="641763" y="172822"/>
                </a:lnTo>
                <a:lnTo>
                  <a:pt x="642759" y="171303"/>
                </a:lnTo>
                <a:lnTo>
                  <a:pt x="644003" y="171066"/>
                </a:lnTo>
                <a:lnTo>
                  <a:pt x="645621" y="171778"/>
                </a:lnTo>
                <a:close/>
                <a:moveTo>
                  <a:pt x="644561" y="181219"/>
                </a:moveTo>
                <a:lnTo>
                  <a:pt x="643743" y="181805"/>
                </a:lnTo>
                <a:lnTo>
                  <a:pt x="643151" y="181351"/>
                </a:lnTo>
                <a:lnTo>
                  <a:pt x="643665" y="180912"/>
                </a:lnTo>
                <a:lnTo>
                  <a:pt x="644561" y="181219"/>
                </a:lnTo>
                <a:close/>
                <a:moveTo>
                  <a:pt x="655521" y="181608"/>
                </a:moveTo>
                <a:lnTo>
                  <a:pt x="656143" y="182811"/>
                </a:lnTo>
                <a:lnTo>
                  <a:pt x="656183" y="184028"/>
                </a:lnTo>
                <a:lnTo>
                  <a:pt x="655603" y="185998"/>
                </a:lnTo>
                <a:lnTo>
                  <a:pt x="654930" y="186790"/>
                </a:lnTo>
                <a:lnTo>
                  <a:pt x="653447" y="187266"/>
                </a:lnTo>
                <a:lnTo>
                  <a:pt x="652168" y="187106"/>
                </a:lnTo>
                <a:lnTo>
                  <a:pt x="650072" y="186251"/>
                </a:lnTo>
                <a:lnTo>
                  <a:pt x="649303" y="185622"/>
                </a:lnTo>
                <a:lnTo>
                  <a:pt x="649131" y="184927"/>
                </a:lnTo>
                <a:lnTo>
                  <a:pt x="649560" y="184108"/>
                </a:lnTo>
                <a:lnTo>
                  <a:pt x="652622" y="181640"/>
                </a:lnTo>
                <a:lnTo>
                  <a:pt x="654312" y="180969"/>
                </a:lnTo>
                <a:lnTo>
                  <a:pt x="655521" y="181608"/>
                </a:lnTo>
                <a:close/>
                <a:moveTo>
                  <a:pt x="636888" y="182704"/>
                </a:moveTo>
                <a:lnTo>
                  <a:pt x="638179" y="183813"/>
                </a:lnTo>
                <a:lnTo>
                  <a:pt x="638743" y="184801"/>
                </a:lnTo>
                <a:lnTo>
                  <a:pt x="638584" y="185654"/>
                </a:lnTo>
                <a:lnTo>
                  <a:pt x="637705" y="186362"/>
                </a:lnTo>
                <a:lnTo>
                  <a:pt x="636110" y="186911"/>
                </a:lnTo>
                <a:lnTo>
                  <a:pt x="634073" y="187047"/>
                </a:lnTo>
                <a:lnTo>
                  <a:pt x="632523" y="186397"/>
                </a:lnTo>
                <a:lnTo>
                  <a:pt x="631796" y="185543"/>
                </a:lnTo>
                <a:lnTo>
                  <a:pt x="631223" y="183500"/>
                </a:lnTo>
                <a:lnTo>
                  <a:pt x="631314" y="182774"/>
                </a:lnTo>
                <a:lnTo>
                  <a:pt x="632023" y="181764"/>
                </a:lnTo>
                <a:lnTo>
                  <a:pt x="634099" y="181445"/>
                </a:lnTo>
                <a:lnTo>
                  <a:pt x="636888" y="182704"/>
                </a:lnTo>
                <a:close/>
                <a:moveTo>
                  <a:pt x="649016" y="192038"/>
                </a:moveTo>
                <a:lnTo>
                  <a:pt x="649734" y="192362"/>
                </a:lnTo>
                <a:lnTo>
                  <a:pt x="650071" y="192887"/>
                </a:lnTo>
                <a:lnTo>
                  <a:pt x="649632" y="194164"/>
                </a:lnTo>
                <a:lnTo>
                  <a:pt x="645811" y="196495"/>
                </a:lnTo>
                <a:lnTo>
                  <a:pt x="643995" y="197152"/>
                </a:lnTo>
                <a:lnTo>
                  <a:pt x="640199" y="195724"/>
                </a:lnTo>
                <a:lnTo>
                  <a:pt x="637922" y="194359"/>
                </a:lnTo>
                <a:lnTo>
                  <a:pt x="637183" y="193475"/>
                </a:lnTo>
                <a:lnTo>
                  <a:pt x="637588" y="192401"/>
                </a:lnTo>
                <a:lnTo>
                  <a:pt x="639058" y="191799"/>
                </a:lnTo>
                <a:lnTo>
                  <a:pt x="649016" y="192038"/>
                </a:lnTo>
                <a:close/>
                <a:moveTo>
                  <a:pt x="627059" y="192780"/>
                </a:moveTo>
                <a:lnTo>
                  <a:pt x="627725" y="193393"/>
                </a:lnTo>
                <a:lnTo>
                  <a:pt x="627969" y="194173"/>
                </a:lnTo>
                <a:lnTo>
                  <a:pt x="628038" y="196967"/>
                </a:lnTo>
                <a:lnTo>
                  <a:pt x="627452" y="201186"/>
                </a:lnTo>
                <a:lnTo>
                  <a:pt x="626479" y="202637"/>
                </a:lnTo>
                <a:lnTo>
                  <a:pt x="625559" y="202656"/>
                </a:lnTo>
                <a:lnTo>
                  <a:pt x="619568" y="199590"/>
                </a:lnTo>
                <a:lnTo>
                  <a:pt x="617494" y="198179"/>
                </a:lnTo>
                <a:lnTo>
                  <a:pt x="616509" y="196889"/>
                </a:lnTo>
                <a:lnTo>
                  <a:pt x="616661" y="196159"/>
                </a:lnTo>
                <a:lnTo>
                  <a:pt x="617656" y="195522"/>
                </a:lnTo>
                <a:lnTo>
                  <a:pt x="621711" y="194243"/>
                </a:lnTo>
                <a:lnTo>
                  <a:pt x="625229" y="192707"/>
                </a:lnTo>
                <a:lnTo>
                  <a:pt x="627059" y="192780"/>
                </a:lnTo>
                <a:close/>
                <a:moveTo>
                  <a:pt x="664891" y="194265"/>
                </a:moveTo>
                <a:lnTo>
                  <a:pt x="670618" y="196443"/>
                </a:lnTo>
                <a:lnTo>
                  <a:pt x="670972" y="197357"/>
                </a:lnTo>
                <a:lnTo>
                  <a:pt x="670477" y="198650"/>
                </a:lnTo>
                <a:lnTo>
                  <a:pt x="669245" y="199877"/>
                </a:lnTo>
                <a:lnTo>
                  <a:pt x="663521" y="202763"/>
                </a:lnTo>
                <a:lnTo>
                  <a:pt x="661386" y="203198"/>
                </a:lnTo>
                <a:lnTo>
                  <a:pt x="660115" y="202953"/>
                </a:lnTo>
                <a:lnTo>
                  <a:pt x="659648" y="202349"/>
                </a:lnTo>
                <a:lnTo>
                  <a:pt x="659378" y="199511"/>
                </a:lnTo>
                <a:lnTo>
                  <a:pt x="659513" y="195932"/>
                </a:lnTo>
                <a:lnTo>
                  <a:pt x="660012" y="193806"/>
                </a:lnTo>
                <a:lnTo>
                  <a:pt x="661788" y="193373"/>
                </a:lnTo>
                <a:lnTo>
                  <a:pt x="664891" y="194265"/>
                </a:lnTo>
                <a:close/>
                <a:moveTo>
                  <a:pt x="655274" y="197094"/>
                </a:moveTo>
                <a:lnTo>
                  <a:pt x="656021" y="199160"/>
                </a:lnTo>
                <a:lnTo>
                  <a:pt x="655916" y="202250"/>
                </a:lnTo>
                <a:lnTo>
                  <a:pt x="655375" y="203051"/>
                </a:lnTo>
                <a:lnTo>
                  <a:pt x="654404" y="203450"/>
                </a:lnTo>
                <a:lnTo>
                  <a:pt x="652582" y="203088"/>
                </a:lnTo>
                <a:lnTo>
                  <a:pt x="651331" y="202264"/>
                </a:lnTo>
                <a:lnTo>
                  <a:pt x="650218" y="201019"/>
                </a:lnTo>
                <a:lnTo>
                  <a:pt x="649676" y="199858"/>
                </a:lnTo>
                <a:lnTo>
                  <a:pt x="649794" y="199193"/>
                </a:lnTo>
                <a:lnTo>
                  <a:pt x="650741" y="198237"/>
                </a:lnTo>
                <a:lnTo>
                  <a:pt x="653576" y="196755"/>
                </a:lnTo>
                <a:lnTo>
                  <a:pt x="654473" y="196548"/>
                </a:lnTo>
                <a:lnTo>
                  <a:pt x="655274" y="197094"/>
                </a:lnTo>
                <a:close/>
                <a:moveTo>
                  <a:pt x="636429" y="198544"/>
                </a:moveTo>
                <a:lnTo>
                  <a:pt x="637191" y="199339"/>
                </a:lnTo>
                <a:lnTo>
                  <a:pt x="637376" y="200247"/>
                </a:lnTo>
                <a:lnTo>
                  <a:pt x="636976" y="201342"/>
                </a:lnTo>
                <a:lnTo>
                  <a:pt x="636010" y="202564"/>
                </a:lnTo>
                <a:lnTo>
                  <a:pt x="635230" y="203095"/>
                </a:lnTo>
                <a:lnTo>
                  <a:pt x="633610" y="203415"/>
                </a:lnTo>
                <a:lnTo>
                  <a:pt x="632203" y="202858"/>
                </a:lnTo>
                <a:lnTo>
                  <a:pt x="631690" y="202295"/>
                </a:lnTo>
                <a:lnTo>
                  <a:pt x="631266" y="200686"/>
                </a:lnTo>
                <a:lnTo>
                  <a:pt x="631679" y="199088"/>
                </a:lnTo>
                <a:lnTo>
                  <a:pt x="632393" y="198215"/>
                </a:lnTo>
                <a:lnTo>
                  <a:pt x="633366" y="197757"/>
                </a:lnTo>
                <a:lnTo>
                  <a:pt x="634521" y="197732"/>
                </a:lnTo>
                <a:lnTo>
                  <a:pt x="636429" y="198544"/>
                </a:lnTo>
                <a:close/>
                <a:moveTo>
                  <a:pt x="607224" y="200559"/>
                </a:moveTo>
                <a:lnTo>
                  <a:pt x="607669" y="201303"/>
                </a:lnTo>
                <a:lnTo>
                  <a:pt x="607733" y="202198"/>
                </a:lnTo>
                <a:lnTo>
                  <a:pt x="607224" y="203458"/>
                </a:lnTo>
                <a:lnTo>
                  <a:pt x="606579" y="204022"/>
                </a:lnTo>
                <a:lnTo>
                  <a:pt x="601766" y="204119"/>
                </a:lnTo>
                <a:lnTo>
                  <a:pt x="600327" y="203755"/>
                </a:lnTo>
                <a:lnTo>
                  <a:pt x="599698" y="203128"/>
                </a:lnTo>
                <a:lnTo>
                  <a:pt x="600092" y="201877"/>
                </a:lnTo>
                <a:lnTo>
                  <a:pt x="601639" y="201073"/>
                </a:lnTo>
                <a:lnTo>
                  <a:pt x="605449" y="200088"/>
                </a:lnTo>
                <a:lnTo>
                  <a:pt x="606524" y="200123"/>
                </a:lnTo>
                <a:lnTo>
                  <a:pt x="607224" y="200559"/>
                </a:lnTo>
                <a:close/>
                <a:moveTo>
                  <a:pt x="687696" y="202185"/>
                </a:moveTo>
                <a:lnTo>
                  <a:pt x="692597" y="204215"/>
                </a:lnTo>
                <a:lnTo>
                  <a:pt x="693470" y="205153"/>
                </a:lnTo>
                <a:lnTo>
                  <a:pt x="692929" y="205686"/>
                </a:lnTo>
                <a:lnTo>
                  <a:pt x="691501" y="206018"/>
                </a:lnTo>
                <a:lnTo>
                  <a:pt x="686242" y="206320"/>
                </a:lnTo>
                <a:lnTo>
                  <a:pt x="682428" y="206004"/>
                </a:lnTo>
                <a:lnTo>
                  <a:pt x="681085" y="204325"/>
                </a:lnTo>
                <a:lnTo>
                  <a:pt x="680271" y="202221"/>
                </a:lnTo>
                <a:lnTo>
                  <a:pt x="680640" y="201301"/>
                </a:lnTo>
                <a:lnTo>
                  <a:pt x="682446" y="200771"/>
                </a:lnTo>
                <a:lnTo>
                  <a:pt x="685359" y="201273"/>
                </a:lnTo>
                <a:lnTo>
                  <a:pt x="687696" y="202185"/>
                </a:lnTo>
                <a:close/>
                <a:moveTo>
                  <a:pt x="615497" y="201478"/>
                </a:moveTo>
                <a:lnTo>
                  <a:pt x="615894" y="202950"/>
                </a:lnTo>
                <a:lnTo>
                  <a:pt x="615021" y="204034"/>
                </a:lnTo>
                <a:lnTo>
                  <a:pt x="613784" y="203787"/>
                </a:lnTo>
                <a:lnTo>
                  <a:pt x="612417" y="202564"/>
                </a:lnTo>
                <a:lnTo>
                  <a:pt x="612628" y="201831"/>
                </a:lnTo>
                <a:lnTo>
                  <a:pt x="613623" y="201226"/>
                </a:lnTo>
                <a:lnTo>
                  <a:pt x="614848" y="201147"/>
                </a:lnTo>
                <a:lnTo>
                  <a:pt x="615497" y="201478"/>
                </a:lnTo>
                <a:close/>
                <a:moveTo>
                  <a:pt x="674968" y="201761"/>
                </a:moveTo>
                <a:lnTo>
                  <a:pt x="675667" y="202498"/>
                </a:lnTo>
                <a:lnTo>
                  <a:pt x="676154" y="203996"/>
                </a:lnTo>
                <a:lnTo>
                  <a:pt x="676029" y="204979"/>
                </a:lnTo>
                <a:lnTo>
                  <a:pt x="675399" y="205678"/>
                </a:lnTo>
                <a:lnTo>
                  <a:pt x="674477" y="206147"/>
                </a:lnTo>
                <a:lnTo>
                  <a:pt x="672799" y="206359"/>
                </a:lnTo>
                <a:lnTo>
                  <a:pt x="671652" y="206132"/>
                </a:lnTo>
                <a:lnTo>
                  <a:pt x="670296" y="205317"/>
                </a:lnTo>
                <a:lnTo>
                  <a:pt x="670611" y="204305"/>
                </a:lnTo>
                <a:lnTo>
                  <a:pt x="673455" y="201870"/>
                </a:lnTo>
                <a:lnTo>
                  <a:pt x="674182" y="201476"/>
                </a:lnTo>
                <a:lnTo>
                  <a:pt x="674968" y="201761"/>
                </a:lnTo>
                <a:close/>
                <a:moveTo>
                  <a:pt x="644738" y="203989"/>
                </a:moveTo>
                <a:lnTo>
                  <a:pt x="645157" y="204755"/>
                </a:lnTo>
                <a:lnTo>
                  <a:pt x="644328" y="205229"/>
                </a:lnTo>
                <a:lnTo>
                  <a:pt x="642404" y="205177"/>
                </a:lnTo>
                <a:lnTo>
                  <a:pt x="641823" y="204670"/>
                </a:lnTo>
                <a:lnTo>
                  <a:pt x="642274" y="203878"/>
                </a:lnTo>
                <a:lnTo>
                  <a:pt x="643009" y="203571"/>
                </a:lnTo>
                <a:lnTo>
                  <a:pt x="644738" y="203989"/>
                </a:lnTo>
                <a:close/>
                <a:moveTo>
                  <a:pt x="647177" y="210318"/>
                </a:moveTo>
                <a:lnTo>
                  <a:pt x="647315" y="210740"/>
                </a:lnTo>
                <a:lnTo>
                  <a:pt x="646928" y="211528"/>
                </a:lnTo>
                <a:lnTo>
                  <a:pt x="644498" y="212499"/>
                </a:lnTo>
                <a:lnTo>
                  <a:pt x="642333" y="212262"/>
                </a:lnTo>
                <a:lnTo>
                  <a:pt x="640876" y="211386"/>
                </a:lnTo>
                <a:lnTo>
                  <a:pt x="640548" y="210743"/>
                </a:lnTo>
                <a:lnTo>
                  <a:pt x="641242" y="209881"/>
                </a:lnTo>
                <a:lnTo>
                  <a:pt x="643287" y="209559"/>
                </a:lnTo>
                <a:lnTo>
                  <a:pt x="645722" y="209722"/>
                </a:lnTo>
                <a:lnTo>
                  <a:pt x="647177" y="210318"/>
                </a:lnTo>
                <a:close/>
                <a:moveTo>
                  <a:pt x="655380" y="211697"/>
                </a:moveTo>
                <a:lnTo>
                  <a:pt x="656019" y="213850"/>
                </a:lnTo>
                <a:lnTo>
                  <a:pt x="656010" y="218097"/>
                </a:lnTo>
                <a:lnTo>
                  <a:pt x="655380" y="220005"/>
                </a:lnTo>
                <a:lnTo>
                  <a:pt x="654328" y="220455"/>
                </a:lnTo>
                <a:lnTo>
                  <a:pt x="649038" y="217039"/>
                </a:lnTo>
                <a:lnTo>
                  <a:pt x="648697" y="216636"/>
                </a:lnTo>
                <a:lnTo>
                  <a:pt x="648587" y="215622"/>
                </a:lnTo>
                <a:lnTo>
                  <a:pt x="649737" y="213812"/>
                </a:lnTo>
                <a:lnTo>
                  <a:pt x="652269" y="212015"/>
                </a:lnTo>
                <a:lnTo>
                  <a:pt x="654434" y="211047"/>
                </a:lnTo>
                <a:lnTo>
                  <a:pt x="655380" y="211697"/>
                </a:lnTo>
                <a:close/>
                <a:moveTo>
                  <a:pt x="636323" y="212404"/>
                </a:moveTo>
                <a:lnTo>
                  <a:pt x="638392" y="214565"/>
                </a:lnTo>
                <a:lnTo>
                  <a:pt x="638869" y="215760"/>
                </a:lnTo>
                <a:lnTo>
                  <a:pt x="638695" y="216651"/>
                </a:lnTo>
                <a:lnTo>
                  <a:pt x="637202" y="217850"/>
                </a:lnTo>
                <a:lnTo>
                  <a:pt x="633964" y="219660"/>
                </a:lnTo>
                <a:lnTo>
                  <a:pt x="632457" y="220114"/>
                </a:lnTo>
                <a:lnTo>
                  <a:pt x="631447" y="219923"/>
                </a:lnTo>
                <a:lnTo>
                  <a:pt x="630924" y="218837"/>
                </a:lnTo>
                <a:lnTo>
                  <a:pt x="630788" y="215191"/>
                </a:lnTo>
                <a:lnTo>
                  <a:pt x="631043" y="212653"/>
                </a:lnTo>
                <a:lnTo>
                  <a:pt x="631620" y="211237"/>
                </a:lnTo>
                <a:lnTo>
                  <a:pt x="634281" y="211610"/>
                </a:lnTo>
                <a:lnTo>
                  <a:pt x="636323" y="212404"/>
                </a:lnTo>
                <a:close/>
                <a:moveTo>
                  <a:pt x="647354" y="219864"/>
                </a:moveTo>
                <a:lnTo>
                  <a:pt x="649379" y="221993"/>
                </a:lnTo>
                <a:lnTo>
                  <a:pt x="649369" y="222286"/>
                </a:lnTo>
                <a:lnTo>
                  <a:pt x="648696" y="222667"/>
                </a:lnTo>
                <a:lnTo>
                  <a:pt x="642808" y="222895"/>
                </a:lnTo>
                <a:lnTo>
                  <a:pt x="640800" y="222618"/>
                </a:lnTo>
                <a:lnTo>
                  <a:pt x="639863" y="222016"/>
                </a:lnTo>
                <a:lnTo>
                  <a:pt x="639768" y="221576"/>
                </a:lnTo>
                <a:lnTo>
                  <a:pt x="640272" y="220384"/>
                </a:lnTo>
                <a:lnTo>
                  <a:pt x="642121" y="218025"/>
                </a:lnTo>
                <a:lnTo>
                  <a:pt x="644997" y="218214"/>
                </a:lnTo>
                <a:lnTo>
                  <a:pt x="647354" y="219864"/>
                </a:lnTo>
                <a:close/>
                <a:moveTo>
                  <a:pt x="646965" y="226935"/>
                </a:moveTo>
                <a:lnTo>
                  <a:pt x="647444" y="227733"/>
                </a:lnTo>
                <a:lnTo>
                  <a:pt x="646937" y="228504"/>
                </a:lnTo>
                <a:lnTo>
                  <a:pt x="643146" y="229835"/>
                </a:lnTo>
                <a:lnTo>
                  <a:pt x="640755" y="228606"/>
                </a:lnTo>
                <a:lnTo>
                  <a:pt x="639985" y="227728"/>
                </a:lnTo>
                <a:lnTo>
                  <a:pt x="640389" y="227006"/>
                </a:lnTo>
                <a:lnTo>
                  <a:pt x="642192" y="226485"/>
                </a:lnTo>
                <a:lnTo>
                  <a:pt x="645340" y="226454"/>
                </a:lnTo>
                <a:lnTo>
                  <a:pt x="646965" y="226935"/>
                </a:lnTo>
                <a:close/>
                <a:moveTo>
                  <a:pt x="635509" y="229269"/>
                </a:moveTo>
                <a:lnTo>
                  <a:pt x="636657" y="229962"/>
                </a:lnTo>
                <a:lnTo>
                  <a:pt x="638015" y="231342"/>
                </a:lnTo>
                <a:lnTo>
                  <a:pt x="638676" y="232770"/>
                </a:lnTo>
                <a:lnTo>
                  <a:pt x="638585" y="233547"/>
                </a:lnTo>
                <a:lnTo>
                  <a:pt x="637684" y="234340"/>
                </a:lnTo>
                <a:lnTo>
                  <a:pt x="635363" y="234948"/>
                </a:lnTo>
                <a:lnTo>
                  <a:pt x="632842" y="234765"/>
                </a:lnTo>
                <a:lnTo>
                  <a:pt x="631585" y="234148"/>
                </a:lnTo>
                <a:lnTo>
                  <a:pt x="630882" y="233341"/>
                </a:lnTo>
                <a:lnTo>
                  <a:pt x="630648" y="232222"/>
                </a:lnTo>
                <a:lnTo>
                  <a:pt x="630805" y="229701"/>
                </a:lnTo>
                <a:lnTo>
                  <a:pt x="631299" y="228724"/>
                </a:lnTo>
                <a:lnTo>
                  <a:pt x="632816" y="228380"/>
                </a:lnTo>
                <a:lnTo>
                  <a:pt x="635509" y="229269"/>
                </a:lnTo>
                <a:close/>
                <a:moveTo>
                  <a:pt x="655875" y="229905"/>
                </a:moveTo>
                <a:lnTo>
                  <a:pt x="656204" y="232067"/>
                </a:lnTo>
                <a:lnTo>
                  <a:pt x="656031" y="234499"/>
                </a:lnTo>
                <a:lnTo>
                  <a:pt x="655588" y="235645"/>
                </a:lnTo>
                <a:lnTo>
                  <a:pt x="654841" y="236234"/>
                </a:lnTo>
                <a:lnTo>
                  <a:pt x="653375" y="236144"/>
                </a:lnTo>
                <a:lnTo>
                  <a:pt x="649919" y="234294"/>
                </a:lnTo>
                <a:lnTo>
                  <a:pt x="649095" y="233446"/>
                </a:lnTo>
                <a:lnTo>
                  <a:pt x="649048" y="232768"/>
                </a:lnTo>
                <a:lnTo>
                  <a:pt x="649688" y="231461"/>
                </a:lnTo>
                <a:lnTo>
                  <a:pt x="652353" y="229216"/>
                </a:lnTo>
                <a:lnTo>
                  <a:pt x="654523" y="228571"/>
                </a:lnTo>
                <a:lnTo>
                  <a:pt x="655221" y="228935"/>
                </a:lnTo>
                <a:lnTo>
                  <a:pt x="655875" y="229905"/>
                </a:lnTo>
                <a:close/>
                <a:moveTo>
                  <a:pt x="626882" y="229693"/>
                </a:moveTo>
                <a:lnTo>
                  <a:pt x="627512" y="230892"/>
                </a:lnTo>
                <a:lnTo>
                  <a:pt x="627567" y="232371"/>
                </a:lnTo>
                <a:lnTo>
                  <a:pt x="627064" y="233725"/>
                </a:lnTo>
                <a:lnTo>
                  <a:pt x="625963" y="234891"/>
                </a:lnTo>
                <a:lnTo>
                  <a:pt x="615365" y="235284"/>
                </a:lnTo>
                <a:lnTo>
                  <a:pt x="614244" y="235117"/>
                </a:lnTo>
                <a:lnTo>
                  <a:pt x="613340" y="234325"/>
                </a:lnTo>
                <a:lnTo>
                  <a:pt x="614045" y="233293"/>
                </a:lnTo>
                <a:lnTo>
                  <a:pt x="614909" y="232668"/>
                </a:lnTo>
                <a:lnTo>
                  <a:pt x="619866" y="231118"/>
                </a:lnTo>
                <a:lnTo>
                  <a:pt x="623826" y="229392"/>
                </a:lnTo>
                <a:lnTo>
                  <a:pt x="625447" y="229056"/>
                </a:lnTo>
                <a:lnTo>
                  <a:pt x="626882" y="229693"/>
                </a:lnTo>
                <a:close/>
                <a:moveTo>
                  <a:pt x="665068" y="230082"/>
                </a:moveTo>
                <a:lnTo>
                  <a:pt x="675297" y="235425"/>
                </a:lnTo>
                <a:lnTo>
                  <a:pt x="676126" y="236115"/>
                </a:lnTo>
                <a:lnTo>
                  <a:pt x="676194" y="237053"/>
                </a:lnTo>
                <a:lnTo>
                  <a:pt x="675019" y="237641"/>
                </a:lnTo>
                <a:lnTo>
                  <a:pt x="669169" y="237613"/>
                </a:lnTo>
                <a:lnTo>
                  <a:pt x="662968" y="237174"/>
                </a:lnTo>
                <a:lnTo>
                  <a:pt x="660887" y="236486"/>
                </a:lnTo>
                <a:lnTo>
                  <a:pt x="660190" y="235715"/>
                </a:lnTo>
                <a:lnTo>
                  <a:pt x="659602" y="234037"/>
                </a:lnTo>
                <a:lnTo>
                  <a:pt x="659440" y="231360"/>
                </a:lnTo>
                <a:lnTo>
                  <a:pt x="659776" y="229836"/>
                </a:lnTo>
                <a:lnTo>
                  <a:pt x="660304" y="229293"/>
                </a:lnTo>
                <a:lnTo>
                  <a:pt x="661682" y="228955"/>
                </a:lnTo>
                <a:lnTo>
                  <a:pt x="663385" y="229235"/>
                </a:lnTo>
                <a:lnTo>
                  <a:pt x="665068" y="230082"/>
                </a:lnTo>
                <a:close/>
                <a:moveTo>
                  <a:pt x="645657" y="241715"/>
                </a:moveTo>
                <a:lnTo>
                  <a:pt x="646289" y="242638"/>
                </a:lnTo>
                <a:lnTo>
                  <a:pt x="645409" y="243801"/>
                </a:lnTo>
                <a:lnTo>
                  <a:pt x="643943" y="244484"/>
                </a:lnTo>
                <a:lnTo>
                  <a:pt x="643111" y="244389"/>
                </a:lnTo>
                <a:lnTo>
                  <a:pt x="642483" y="243890"/>
                </a:lnTo>
                <a:lnTo>
                  <a:pt x="642086" y="242457"/>
                </a:lnTo>
                <a:lnTo>
                  <a:pt x="642596" y="241727"/>
                </a:lnTo>
                <a:lnTo>
                  <a:pt x="644277" y="241376"/>
                </a:lnTo>
                <a:lnTo>
                  <a:pt x="645657" y="241715"/>
                </a:lnTo>
                <a:close/>
                <a:moveTo>
                  <a:pt x="633954" y="243483"/>
                </a:moveTo>
                <a:lnTo>
                  <a:pt x="637882" y="246058"/>
                </a:lnTo>
                <a:lnTo>
                  <a:pt x="638468" y="247617"/>
                </a:lnTo>
                <a:lnTo>
                  <a:pt x="637769" y="248532"/>
                </a:lnTo>
                <a:lnTo>
                  <a:pt x="633325" y="251141"/>
                </a:lnTo>
                <a:lnTo>
                  <a:pt x="631361" y="251465"/>
                </a:lnTo>
                <a:lnTo>
                  <a:pt x="630586" y="250721"/>
                </a:lnTo>
                <a:lnTo>
                  <a:pt x="630218" y="249187"/>
                </a:lnTo>
                <a:lnTo>
                  <a:pt x="630667" y="244085"/>
                </a:lnTo>
                <a:lnTo>
                  <a:pt x="631583" y="242924"/>
                </a:lnTo>
                <a:lnTo>
                  <a:pt x="632576" y="242929"/>
                </a:lnTo>
                <a:lnTo>
                  <a:pt x="633954" y="243483"/>
                </a:lnTo>
                <a:close/>
                <a:moveTo>
                  <a:pt x="656759" y="243978"/>
                </a:moveTo>
                <a:lnTo>
                  <a:pt x="657773" y="245527"/>
                </a:lnTo>
                <a:lnTo>
                  <a:pt x="658269" y="247349"/>
                </a:lnTo>
                <a:lnTo>
                  <a:pt x="658043" y="249818"/>
                </a:lnTo>
                <a:lnTo>
                  <a:pt x="657246" y="250772"/>
                </a:lnTo>
                <a:lnTo>
                  <a:pt x="656260" y="250848"/>
                </a:lnTo>
                <a:lnTo>
                  <a:pt x="654258" y="250114"/>
                </a:lnTo>
                <a:lnTo>
                  <a:pt x="651204" y="248568"/>
                </a:lnTo>
                <a:lnTo>
                  <a:pt x="650053" y="247651"/>
                </a:lnTo>
                <a:lnTo>
                  <a:pt x="649965" y="246719"/>
                </a:lnTo>
                <a:lnTo>
                  <a:pt x="650595" y="245591"/>
                </a:lnTo>
                <a:lnTo>
                  <a:pt x="653025" y="243620"/>
                </a:lnTo>
                <a:lnTo>
                  <a:pt x="655062" y="243127"/>
                </a:lnTo>
                <a:lnTo>
                  <a:pt x="656759" y="243978"/>
                </a:lnTo>
                <a:close/>
                <a:moveTo>
                  <a:pt x="646824" y="251120"/>
                </a:moveTo>
                <a:lnTo>
                  <a:pt x="652474" y="254584"/>
                </a:lnTo>
                <a:lnTo>
                  <a:pt x="653541" y="255575"/>
                </a:lnTo>
                <a:lnTo>
                  <a:pt x="653708" y="256201"/>
                </a:lnTo>
                <a:lnTo>
                  <a:pt x="653236" y="257329"/>
                </a:lnTo>
                <a:lnTo>
                  <a:pt x="651916" y="258658"/>
                </a:lnTo>
                <a:lnTo>
                  <a:pt x="647273" y="262101"/>
                </a:lnTo>
                <a:lnTo>
                  <a:pt x="645442" y="263039"/>
                </a:lnTo>
                <a:lnTo>
                  <a:pt x="643482" y="263476"/>
                </a:lnTo>
                <a:lnTo>
                  <a:pt x="641372" y="262873"/>
                </a:lnTo>
                <a:lnTo>
                  <a:pt x="636048" y="259148"/>
                </a:lnTo>
                <a:lnTo>
                  <a:pt x="633472" y="256282"/>
                </a:lnTo>
                <a:lnTo>
                  <a:pt x="633468" y="255576"/>
                </a:lnTo>
                <a:lnTo>
                  <a:pt x="634347" y="254647"/>
                </a:lnTo>
                <a:lnTo>
                  <a:pt x="642673" y="250098"/>
                </a:lnTo>
                <a:lnTo>
                  <a:pt x="643872" y="249929"/>
                </a:lnTo>
                <a:lnTo>
                  <a:pt x="646824" y="251120"/>
                </a:lnTo>
                <a:close/>
                <a:moveTo>
                  <a:pt x="631938" y="260489"/>
                </a:moveTo>
                <a:lnTo>
                  <a:pt x="637506" y="264469"/>
                </a:lnTo>
                <a:lnTo>
                  <a:pt x="638694" y="266197"/>
                </a:lnTo>
                <a:lnTo>
                  <a:pt x="638797" y="267278"/>
                </a:lnTo>
                <a:lnTo>
                  <a:pt x="630153" y="273607"/>
                </a:lnTo>
                <a:lnTo>
                  <a:pt x="626705" y="274950"/>
                </a:lnTo>
                <a:lnTo>
                  <a:pt x="625702" y="273644"/>
                </a:lnTo>
                <a:lnTo>
                  <a:pt x="625512" y="272710"/>
                </a:lnTo>
                <a:lnTo>
                  <a:pt x="627072" y="267335"/>
                </a:lnTo>
                <a:lnTo>
                  <a:pt x="628128" y="261315"/>
                </a:lnTo>
                <a:lnTo>
                  <a:pt x="629110" y="260194"/>
                </a:lnTo>
                <a:lnTo>
                  <a:pt x="630350" y="260121"/>
                </a:lnTo>
                <a:lnTo>
                  <a:pt x="631938" y="260489"/>
                </a:lnTo>
                <a:close/>
                <a:moveTo>
                  <a:pt x="658456" y="260737"/>
                </a:moveTo>
                <a:lnTo>
                  <a:pt x="659922" y="263988"/>
                </a:lnTo>
                <a:lnTo>
                  <a:pt x="661208" y="269928"/>
                </a:lnTo>
                <a:lnTo>
                  <a:pt x="661436" y="273914"/>
                </a:lnTo>
                <a:lnTo>
                  <a:pt x="661232" y="274646"/>
                </a:lnTo>
                <a:lnTo>
                  <a:pt x="660388" y="275246"/>
                </a:lnTo>
                <a:lnTo>
                  <a:pt x="658947" y="274730"/>
                </a:lnTo>
                <a:lnTo>
                  <a:pt x="650814" y="269071"/>
                </a:lnTo>
                <a:lnTo>
                  <a:pt x="648804" y="267172"/>
                </a:lnTo>
                <a:lnTo>
                  <a:pt x="650835" y="264710"/>
                </a:lnTo>
                <a:lnTo>
                  <a:pt x="656191" y="260397"/>
                </a:lnTo>
                <a:lnTo>
                  <a:pt x="657371" y="260143"/>
                </a:lnTo>
                <a:lnTo>
                  <a:pt x="658456" y="260737"/>
                </a:lnTo>
                <a:close/>
                <a:moveTo>
                  <a:pt x="647319" y="271026"/>
                </a:moveTo>
                <a:lnTo>
                  <a:pt x="654829" y="276216"/>
                </a:lnTo>
                <a:lnTo>
                  <a:pt x="657783" y="277657"/>
                </a:lnTo>
                <a:lnTo>
                  <a:pt x="658196" y="278291"/>
                </a:lnTo>
                <a:lnTo>
                  <a:pt x="658286" y="279642"/>
                </a:lnTo>
                <a:lnTo>
                  <a:pt x="657873" y="280714"/>
                </a:lnTo>
                <a:lnTo>
                  <a:pt x="656848" y="281633"/>
                </a:lnTo>
                <a:lnTo>
                  <a:pt x="653567" y="283545"/>
                </a:lnTo>
                <a:lnTo>
                  <a:pt x="647252" y="288020"/>
                </a:lnTo>
                <a:lnTo>
                  <a:pt x="645065" y="288472"/>
                </a:lnTo>
                <a:lnTo>
                  <a:pt x="643100" y="287673"/>
                </a:lnTo>
                <a:lnTo>
                  <a:pt x="634893" y="281982"/>
                </a:lnTo>
                <a:lnTo>
                  <a:pt x="633020" y="280006"/>
                </a:lnTo>
                <a:lnTo>
                  <a:pt x="632802" y="278832"/>
                </a:lnTo>
                <a:lnTo>
                  <a:pt x="634000" y="277126"/>
                </a:lnTo>
                <a:lnTo>
                  <a:pt x="642890" y="270610"/>
                </a:lnTo>
                <a:lnTo>
                  <a:pt x="644667" y="270000"/>
                </a:lnTo>
                <a:lnTo>
                  <a:pt x="647319" y="271026"/>
                </a:lnTo>
                <a:close/>
                <a:moveTo>
                  <a:pt x="628014" y="283719"/>
                </a:moveTo>
                <a:lnTo>
                  <a:pt x="636826" y="289981"/>
                </a:lnTo>
                <a:lnTo>
                  <a:pt x="638550" y="291586"/>
                </a:lnTo>
                <a:lnTo>
                  <a:pt x="638933" y="292749"/>
                </a:lnTo>
                <a:lnTo>
                  <a:pt x="637454" y="294291"/>
                </a:lnTo>
                <a:lnTo>
                  <a:pt x="625248" y="302389"/>
                </a:lnTo>
                <a:lnTo>
                  <a:pt x="622890" y="303214"/>
                </a:lnTo>
                <a:lnTo>
                  <a:pt x="622050" y="302437"/>
                </a:lnTo>
                <a:lnTo>
                  <a:pt x="621760" y="299156"/>
                </a:lnTo>
                <a:lnTo>
                  <a:pt x="622738" y="290738"/>
                </a:lnTo>
                <a:lnTo>
                  <a:pt x="623666" y="286287"/>
                </a:lnTo>
                <a:lnTo>
                  <a:pt x="624765" y="283787"/>
                </a:lnTo>
                <a:lnTo>
                  <a:pt x="625730" y="282933"/>
                </a:lnTo>
                <a:lnTo>
                  <a:pt x="626723" y="282834"/>
                </a:lnTo>
                <a:lnTo>
                  <a:pt x="628014" y="283719"/>
                </a:lnTo>
                <a:close/>
                <a:moveTo>
                  <a:pt x="663229" y="283931"/>
                </a:moveTo>
                <a:lnTo>
                  <a:pt x="663768" y="285317"/>
                </a:lnTo>
                <a:lnTo>
                  <a:pt x="664762" y="294635"/>
                </a:lnTo>
                <a:lnTo>
                  <a:pt x="665952" y="300372"/>
                </a:lnTo>
                <a:lnTo>
                  <a:pt x="665566" y="301734"/>
                </a:lnTo>
                <a:lnTo>
                  <a:pt x="664554" y="302189"/>
                </a:lnTo>
                <a:lnTo>
                  <a:pt x="662263" y="301498"/>
                </a:lnTo>
                <a:lnTo>
                  <a:pt x="651731" y="293967"/>
                </a:lnTo>
                <a:lnTo>
                  <a:pt x="650542" y="292852"/>
                </a:lnTo>
                <a:lnTo>
                  <a:pt x="650317" y="292201"/>
                </a:lnTo>
                <a:lnTo>
                  <a:pt x="650651" y="290918"/>
                </a:lnTo>
                <a:lnTo>
                  <a:pt x="651777" y="289555"/>
                </a:lnTo>
                <a:lnTo>
                  <a:pt x="657497" y="285770"/>
                </a:lnTo>
                <a:lnTo>
                  <a:pt x="660292" y="283364"/>
                </a:lnTo>
                <a:lnTo>
                  <a:pt x="661638" y="283224"/>
                </a:lnTo>
                <a:lnTo>
                  <a:pt x="663229" y="283931"/>
                </a:lnTo>
                <a:close/>
                <a:moveTo>
                  <a:pt x="646505" y="296448"/>
                </a:moveTo>
                <a:lnTo>
                  <a:pt x="661171" y="306410"/>
                </a:lnTo>
                <a:lnTo>
                  <a:pt x="661333" y="306960"/>
                </a:lnTo>
                <a:lnTo>
                  <a:pt x="660873" y="307820"/>
                </a:lnTo>
                <a:lnTo>
                  <a:pt x="657946" y="310207"/>
                </a:lnTo>
                <a:lnTo>
                  <a:pt x="645722" y="315956"/>
                </a:lnTo>
                <a:lnTo>
                  <a:pt x="642888" y="316355"/>
                </a:lnTo>
                <a:lnTo>
                  <a:pt x="640740" y="315719"/>
                </a:lnTo>
                <a:lnTo>
                  <a:pt x="631102" y="310611"/>
                </a:lnTo>
                <a:lnTo>
                  <a:pt x="629183" y="309365"/>
                </a:lnTo>
                <a:lnTo>
                  <a:pt x="627486" y="307758"/>
                </a:lnTo>
                <a:lnTo>
                  <a:pt x="627270" y="306971"/>
                </a:lnTo>
                <a:lnTo>
                  <a:pt x="628217" y="305906"/>
                </a:lnTo>
                <a:lnTo>
                  <a:pt x="641289" y="296704"/>
                </a:lnTo>
                <a:lnTo>
                  <a:pt x="643897" y="295731"/>
                </a:lnTo>
                <a:lnTo>
                  <a:pt x="646505" y="296448"/>
                </a:lnTo>
                <a:close/>
                <a:moveTo>
                  <a:pt x="666518" y="311227"/>
                </a:moveTo>
                <a:lnTo>
                  <a:pt x="667084" y="313011"/>
                </a:lnTo>
                <a:lnTo>
                  <a:pt x="668135" y="320919"/>
                </a:lnTo>
                <a:lnTo>
                  <a:pt x="669273" y="326043"/>
                </a:lnTo>
                <a:lnTo>
                  <a:pt x="669071" y="328141"/>
                </a:lnTo>
                <a:lnTo>
                  <a:pt x="668231" y="329312"/>
                </a:lnTo>
                <a:lnTo>
                  <a:pt x="667020" y="329215"/>
                </a:lnTo>
                <a:lnTo>
                  <a:pt x="664785" y="328247"/>
                </a:lnTo>
                <a:lnTo>
                  <a:pt x="652001" y="321732"/>
                </a:lnTo>
                <a:lnTo>
                  <a:pt x="650593" y="320680"/>
                </a:lnTo>
                <a:lnTo>
                  <a:pt x="650241" y="318906"/>
                </a:lnTo>
                <a:lnTo>
                  <a:pt x="650626" y="317972"/>
                </a:lnTo>
                <a:lnTo>
                  <a:pt x="651195" y="317489"/>
                </a:lnTo>
                <a:lnTo>
                  <a:pt x="654822" y="316096"/>
                </a:lnTo>
                <a:lnTo>
                  <a:pt x="660864" y="312985"/>
                </a:lnTo>
                <a:lnTo>
                  <a:pt x="663977" y="311003"/>
                </a:lnTo>
                <a:lnTo>
                  <a:pt x="665474" y="310736"/>
                </a:lnTo>
                <a:lnTo>
                  <a:pt x="666518" y="311227"/>
                </a:lnTo>
                <a:close/>
                <a:moveTo>
                  <a:pt x="625114" y="312288"/>
                </a:moveTo>
                <a:lnTo>
                  <a:pt x="634683" y="317610"/>
                </a:lnTo>
                <a:lnTo>
                  <a:pt x="635575" y="318551"/>
                </a:lnTo>
                <a:lnTo>
                  <a:pt x="635586" y="319656"/>
                </a:lnTo>
                <a:lnTo>
                  <a:pt x="634882" y="320782"/>
                </a:lnTo>
                <a:lnTo>
                  <a:pt x="633509" y="321698"/>
                </a:lnTo>
                <a:lnTo>
                  <a:pt x="629259" y="323274"/>
                </a:lnTo>
                <a:lnTo>
                  <a:pt x="621297" y="327321"/>
                </a:lnTo>
                <a:lnTo>
                  <a:pt x="619492" y="327513"/>
                </a:lnTo>
                <a:lnTo>
                  <a:pt x="618747" y="326683"/>
                </a:lnTo>
                <a:lnTo>
                  <a:pt x="618609" y="325688"/>
                </a:lnTo>
                <a:lnTo>
                  <a:pt x="619280" y="317291"/>
                </a:lnTo>
                <a:lnTo>
                  <a:pt x="620164" y="311545"/>
                </a:lnTo>
                <a:lnTo>
                  <a:pt x="620798" y="311123"/>
                </a:lnTo>
                <a:lnTo>
                  <a:pt x="622188" y="311041"/>
                </a:lnTo>
                <a:lnTo>
                  <a:pt x="625114" y="312288"/>
                </a:lnTo>
                <a:close/>
                <a:moveTo>
                  <a:pt x="645798" y="323708"/>
                </a:moveTo>
                <a:lnTo>
                  <a:pt x="660552" y="331818"/>
                </a:lnTo>
                <a:lnTo>
                  <a:pt x="661537" y="332689"/>
                </a:lnTo>
                <a:lnTo>
                  <a:pt x="661875" y="334238"/>
                </a:lnTo>
                <a:lnTo>
                  <a:pt x="661668" y="335209"/>
                </a:lnTo>
                <a:lnTo>
                  <a:pt x="660869" y="336070"/>
                </a:lnTo>
                <a:lnTo>
                  <a:pt x="645957" y="347138"/>
                </a:lnTo>
                <a:lnTo>
                  <a:pt x="644578" y="347914"/>
                </a:lnTo>
                <a:lnTo>
                  <a:pt x="643253" y="348012"/>
                </a:lnTo>
                <a:lnTo>
                  <a:pt x="640765" y="346765"/>
                </a:lnTo>
                <a:lnTo>
                  <a:pt x="628502" y="337290"/>
                </a:lnTo>
                <a:lnTo>
                  <a:pt x="624867" y="334187"/>
                </a:lnTo>
                <a:lnTo>
                  <a:pt x="623752" y="332487"/>
                </a:lnTo>
                <a:lnTo>
                  <a:pt x="624018" y="331734"/>
                </a:lnTo>
                <a:lnTo>
                  <a:pt x="625018" y="331050"/>
                </a:lnTo>
                <a:lnTo>
                  <a:pt x="637703" y="324674"/>
                </a:lnTo>
                <a:lnTo>
                  <a:pt x="640690" y="322844"/>
                </a:lnTo>
                <a:lnTo>
                  <a:pt x="643159" y="322556"/>
                </a:lnTo>
                <a:lnTo>
                  <a:pt x="645798" y="323708"/>
                </a:lnTo>
                <a:close/>
                <a:moveTo>
                  <a:pt x="622286" y="339018"/>
                </a:moveTo>
                <a:lnTo>
                  <a:pt x="636024" y="349172"/>
                </a:lnTo>
                <a:lnTo>
                  <a:pt x="637653" y="350692"/>
                </a:lnTo>
                <a:lnTo>
                  <a:pt x="638196" y="351852"/>
                </a:lnTo>
                <a:lnTo>
                  <a:pt x="637508" y="352949"/>
                </a:lnTo>
                <a:lnTo>
                  <a:pt x="635204" y="354996"/>
                </a:lnTo>
                <a:lnTo>
                  <a:pt x="631271" y="357576"/>
                </a:lnTo>
                <a:lnTo>
                  <a:pt x="615419" y="369363"/>
                </a:lnTo>
                <a:lnTo>
                  <a:pt x="614312" y="369566"/>
                </a:lnTo>
                <a:lnTo>
                  <a:pt x="613342" y="368927"/>
                </a:lnTo>
                <a:lnTo>
                  <a:pt x="613222" y="366682"/>
                </a:lnTo>
                <a:lnTo>
                  <a:pt x="616621" y="339010"/>
                </a:lnTo>
                <a:lnTo>
                  <a:pt x="617243" y="337271"/>
                </a:lnTo>
                <a:lnTo>
                  <a:pt x="618279" y="336753"/>
                </a:lnTo>
                <a:lnTo>
                  <a:pt x="619902" y="337365"/>
                </a:lnTo>
                <a:lnTo>
                  <a:pt x="622286" y="339018"/>
                </a:lnTo>
                <a:close/>
                <a:moveTo>
                  <a:pt x="669912" y="339407"/>
                </a:moveTo>
                <a:lnTo>
                  <a:pt x="670559" y="342406"/>
                </a:lnTo>
                <a:lnTo>
                  <a:pt x="672258" y="357255"/>
                </a:lnTo>
                <a:lnTo>
                  <a:pt x="673005" y="367463"/>
                </a:lnTo>
                <a:lnTo>
                  <a:pt x="672914" y="369119"/>
                </a:lnTo>
                <a:lnTo>
                  <a:pt x="672382" y="369999"/>
                </a:lnTo>
                <a:lnTo>
                  <a:pt x="671955" y="370144"/>
                </a:lnTo>
                <a:lnTo>
                  <a:pt x="670046" y="369379"/>
                </a:lnTo>
                <a:lnTo>
                  <a:pt x="652895" y="355953"/>
                </a:lnTo>
                <a:lnTo>
                  <a:pt x="650151" y="353488"/>
                </a:lnTo>
                <a:lnTo>
                  <a:pt x="649157" y="351994"/>
                </a:lnTo>
                <a:lnTo>
                  <a:pt x="650425" y="350553"/>
                </a:lnTo>
                <a:lnTo>
                  <a:pt x="654431" y="347483"/>
                </a:lnTo>
                <a:lnTo>
                  <a:pt x="666422" y="339081"/>
                </a:lnTo>
                <a:lnTo>
                  <a:pt x="668851" y="338134"/>
                </a:lnTo>
                <a:lnTo>
                  <a:pt x="669912" y="339407"/>
                </a:lnTo>
                <a:close/>
                <a:moveTo>
                  <a:pt x="218154" y="109338"/>
                </a:moveTo>
                <a:lnTo>
                  <a:pt x="215771" y="110565"/>
                </a:lnTo>
                <a:lnTo>
                  <a:pt x="213296" y="112785"/>
                </a:lnTo>
                <a:lnTo>
                  <a:pt x="209893" y="113900"/>
                </a:lnTo>
                <a:lnTo>
                  <a:pt x="207714" y="115231"/>
                </a:lnTo>
                <a:lnTo>
                  <a:pt x="201000" y="123966"/>
                </a:lnTo>
                <a:lnTo>
                  <a:pt x="200255" y="125341"/>
                </a:lnTo>
                <a:lnTo>
                  <a:pt x="200140" y="126676"/>
                </a:lnTo>
                <a:lnTo>
                  <a:pt x="202792" y="135825"/>
                </a:lnTo>
                <a:lnTo>
                  <a:pt x="202748" y="137327"/>
                </a:lnTo>
                <a:lnTo>
                  <a:pt x="197147" y="144107"/>
                </a:lnTo>
                <a:lnTo>
                  <a:pt x="193994" y="150273"/>
                </a:lnTo>
                <a:lnTo>
                  <a:pt x="193009" y="150966"/>
                </a:lnTo>
                <a:lnTo>
                  <a:pt x="190302" y="151120"/>
                </a:lnTo>
                <a:lnTo>
                  <a:pt x="187945" y="152493"/>
                </a:lnTo>
                <a:lnTo>
                  <a:pt x="184109" y="156809"/>
                </a:lnTo>
                <a:lnTo>
                  <a:pt x="182912" y="159663"/>
                </a:lnTo>
                <a:lnTo>
                  <a:pt x="182866" y="161054"/>
                </a:lnTo>
                <a:lnTo>
                  <a:pt x="183774" y="163496"/>
                </a:lnTo>
                <a:lnTo>
                  <a:pt x="188024" y="170782"/>
                </a:lnTo>
                <a:lnTo>
                  <a:pt x="187701" y="171547"/>
                </a:lnTo>
                <a:lnTo>
                  <a:pt x="185439" y="173396"/>
                </a:lnTo>
                <a:lnTo>
                  <a:pt x="184507" y="174859"/>
                </a:lnTo>
                <a:lnTo>
                  <a:pt x="184367" y="176484"/>
                </a:lnTo>
                <a:lnTo>
                  <a:pt x="185205" y="179986"/>
                </a:lnTo>
                <a:lnTo>
                  <a:pt x="183846" y="184199"/>
                </a:lnTo>
                <a:lnTo>
                  <a:pt x="183792" y="186657"/>
                </a:lnTo>
                <a:lnTo>
                  <a:pt x="186509" y="191693"/>
                </a:lnTo>
                <a:lnTo>
                  <a:pt x="189511" y="196006"/>
                </a:lnTo>
                <a:lnTo>
                  <a:pt x="190066" y="197810"/>
                </a:lnTo>
                <a:lnTo>
                  <a:pt x="190456" y="202132"/>
                </a:lnTo>
                <a:lnTo>
                  <a:pt x="192215" y="206437"/>
                </a:lnTo>
                <a:lnTo>
                  <a:pt x="192823" y="209620"/>
                </a:lnTo>
                <a:lnTo>
                  <a:pt x="193514" y="210746"/>
                </a:lnTo>
                <a:lnTo>
                  <a:pt x="194365" y="211129"/>
                </a:lnTo>
                <a:lnTo>
                  <a:pt x="197230" y="211284"/>
                </a:lnTo>
                <a:lnTo>
                  <a:pt x="199467" y="210640"/>
                </a:lnTo>
                <a:lnTo>
                  <a:pt x="200405" y="209429"/>
                </a:lnTo>
                <a:lnTo>
                  <a:pt x="200953" y="206853"/>
                </a:lnTo>
                <a:lnTo>
                  <a:pt x="200307" y="203531"/>
                </a:lnTo>
                <a:lnTo>
                  <a:pt x="198084" y="199472"/>
                </a:lnTo>
                <a:lnTo>
                  <a:pt x="197188" y="194735"/>
                </a:lnTo>
                <a:lnTo>
                  <a:pt x="195887" y="191097"/>
                </a:lnTo>
                <a:lnTo>
                  <a:pt x="194186" y="187869"/>
                </a:lnTo>
                <a:lnTo>
                  <a:pt x="191989" y="185037"/>
                </a:lnTo>
                <a:lnTo>
                  <a:pt x="192661" y="178319"/>
                </a:lnTo>
                <a:lnTo>
                  <a:pt x="196541" y="172146"/>
                </a:lnTo>
                <a:lnTo>
                  <a:pt x="197951" y="168415"/>
                </a:lnTo>
                <a:lnTo>
                  <a:pt x="197959" y="165438"/>
                </a:lnTo>
                <a:lnTo>
                  <a:pt x="196197" y="162550"/>
                </a:lnTo>
                <a:lnTo>
                  <a:pt x="200736" y="160288"/>
                </a:lnTo>
                <a:lnTo>
                  <a:pt x="202984" y="158201"/>
                </a:lnTo>
                <a:lnTo>
                  <a:pt x="203223" y="156255"/>
                </a:lnTo>
                <a:lnTo>
                  <a:pt x="201783" y="152297"/>
                </a:lnTo>
                <a:lnTo>
                  <a:pt x="203536" y="148223"/>
                </a:lnTo>
                <a:lnTo>
                  <a:pt x="208415" y="142628"/>
                </a:lnTo>
                <a:lnTo>
                  <a:pt x="210155" y="139361"/>
                </a:lnTo>
                <a:lnTo>
                  <a:pt x="210478" y="137727"/>
                </a:lnTo>
                <a:lnTo>
                  <a:pt x="210417" y="135377"/>
                </a:lnTo>
                <a:lnTo>
                  <a:pt x="209277" y="131861"/>
                </a:lnTo>
                <a:lnTo>
                  <a:pt x="208890" y="128943"/>
                </a:lnTo>
                <a:lnTo>
                  <a:pt x="209031" y="127052"/>
                </a:lnTo>
                <a:lnTo>
                  <a:pt x="209500" y="125792"/>
                </a:lnTo>
                <a:lnTo>
                  <a:pt x="210786" y="123759"/>
                </a:lnTo>
                <a:lnTo>
                  <a:pt x="212349" y="122098"/>
                </a:lnTo>
                <a:lnTo>
                  <a:pt x="216443" y="120069"/>
                </a:lnTo>
                <a:lnTo>
                  <a:pt x="218755" y="118318"/>
                </a:lnTo>
                <a:lnTo>
                  <a:pt x="221472" y="115391"/>
                </a:lnTo>
                <a:lnTo>
                  <a:pt x="222815" y="113191"/>
                </a:lnTo>
                <a:lnTo>
                  <a:pt x="223088" y="111866"/>
                </a:lnTo>
                <a:lnTo>
                  <a:pt x="222962" y="110469"/>
                </a:lnTo>
                <a:lnTo>
                  <a:pt x="222099" y="108691"/>
                </a:lnTo>
                <a:lnTo>
                  <a:pt x="220680" y="108555"/>
                </a:lnTo>
                <a:lnTo>
                  <a:pt x="218154" y="109338"/>
                </a:lnTo>
                <a:close/>
                <a:moveTo>
                  <a:pt x="526185" y="209186"/>
                </a:moveTo>
                <a:lnTo>
                  <a:pt x="525160" y="210105"/>
                </a:lnTo>
                <a:lnTo>
                  <a:pt x="525610" y="212058"/>
                </a:lnTo>
                <a:lnTo>
                  <a:pt x="527401" y="214641"/>
                </a:lnTo>
                <a:lnTo>
                  <a:pt x="528859" y="215064"/>
                </a:lnTo>
                <a:lnTo>
                  <a:pt x="533445" y="215133"/>
                </a:lnTo>
                <a:lnTo>
                  <a:pt x="536044" y="214663"/>
                </a:lnTo>
                <a:lnTo>
                  <a:pt x="538548" y="212524"/>
                </a:lnTo>
                <a:lnTo>
                  <a:pt x="539550" y="210707"/>
                </a:lnTo>
                <a:lnTo>
                  <a:pt x="539215" y="209741"/>
                </a:lnTo>
                <a:lnTo>
                  <a:pt x="537698" y="208952"/>
                </a:lnTo>
                <a:lnTo>
                  <a:pt x="535580" y="209069"/>
                </a:lnTo>
                <a:lnTo>
                  <a:pt x="532333" y="210539"/>
                </a:lnTo>
                <a:lnTo>
                  <a:pt x="528099" y="208975"/>
                </a:lnTo>
                <a:lnTo>
                  <a:pt x="526185" y="209186"/>
                </a:lnTo>
                <a:close/>
                <a:moveTo>
                  <a:pt x="7496" y="216576"/>
                </a:moveTo>
                <a:lnTo>
                  <a:pt x="5086" y="216887"/>
                </a:lnTo>
                <a:lnTo>
                  <a:pt x="3643" y="217809"/>
                </a:lnTo>
                <a:lnTo>
                  <a:pt x="3213" y="218733"/>
                </a:lnTo>
                <a:lnTo>
                  <a:pt x="2792" y="221971"/>
                </a:lnTo>
                <a:lnTo>
                  <a:pt x="3005" y="241679"/>
                </a:lnTo>
                <a:lnTo>
                  <a:pt x="4605" y="242948"/>
                </a:lnTo>
                <a:lnTo>
                  <a:pt x="6395" y="243279"/>
                </a:lnTo>
                <a:lnTo>
                  <a:pt x="8291" y="243095"/>
                </a:lnTo>
                <a:lnTo>
                  <a:pt x="10254" y="242068"/>
                </a:lnTo>
                <a:lnTo>
                  <a:pt x="10254" y="224460"/>
                </a:lnTo>
                <a:lnTo>
                  <a:pt x="11597" y="222799"/>
                </a:lnTo>
                <a:lnTo>
                  <a:pt x="17898" y="222464"/>
                </a:lnTo>
                <a:lnTo>
                  <a:pt x="19540" y="222124"/>
                </a:lnTo>
                <a:lnTo>
                  <a:pt x="20730" y="221130"/>
                </a:lnTo>
                <a:lnTo>
                  <a:pt x="21425" y="219624"/>
                </a:lnTo>
                <a:lnTo>
                  <a:pt x="21070" y="218225"/>
                </a:lnTo>
                <a:lnTo>
                  <a:pt x="19179" y="216882"/>
                </a:lnTo>
                <a:lnTo>
                  <a:pt x="13592" y="216373"/>
                </a:lnTo>
                <a:lnTo>
                  <a:pt x="7496" y="216576"/>
                </a:lnTo>
                <a:close/>
                <a:moveTo>
                  <a:pt x="37938" y="216647"/>
                </a:moveTo>
                <a:lnTo>
                  <a:pt x="36917" y="217410"/>
                </a:lnTo>
                <a:lnTo>
                  <a:pt x="35923" y="218839"/>
                </a:lnTo>
                <a:lnTo>
                  <a:pt x="36064" y="241892"/>
                </a:lnTo>
                <a:lnTo>
                  <a:pt x="37713" y="243153"/>
                </a:lnTo>
                <a:lnTo>
                  <a:pt x="39619" y="243451"/>
                </a:lnTo>
                <a:lnTo>
                  <a:pt x="42959" y="242245"/>
                </a:lnTo>
                <a:lnTo>
                  <a:pt x="43312" y="235598"/>
                </a:lnTo>
                <a:lnTo>
                  <a:pt x="45222" y="234508"/>
                </a:lnTo>
                <a:lnTo>
                  <a:pt x="49472" y="233669"/>
                </a:lnTo>
                <a:lnTo>
                  <a:pt x="52090" y="232791"/>
                </a:lnTo>
                <a:lnTo>
                  <a:pt x="55228" y="230860"/>
                </a:lnTo>
                <a:lnTo>
                  <a:pt x="56506" y="228526"/>
                </a:lnTo>
                <a:lnTo>
                  <a:pt x="56825" y="227125"/>
                </a:lnTo>
                <a:lnTo>
                  <a:pt x="56859" y="224138"/>
                </a:lnTo>
                <a:lnTo>
                  <a:pt x="56133" y="221283"/>
                </a:lnTo>
                <a:lnTo>
                  <a:pt x="55503" y="220046"/>
                </a:lnTo>
                <a:lnTo>
                  <a:pt x="54704" y="219012"/>
                </a:lnTo>
                <a:lnTo>
                  <a:pt x="52768" y="217815"/>
                </a:lnTo>
                <a:lnTo>
                  <a:pt x="49719" y="217074"/>
                </a:lnTo>
                <a:lnTo>
                  <a:pt x="43888" y="216377"/>
                </a:lnTo>
                <a:lnTo>
                  <a:pt x="40322" y="216306"/>
                </a:lnTo>
                <a:lnTo>
                  <a:pt x="37938" y="216647"/>
                </a:lnTo>
                <a:close/>
                <a:moveTo>
                  <a:pt x="48439" y="222975"/>
                </a:moveTo>
                <a:lnTo>
                  <a:pt x="49785" y="223995"/>
                </a:lnTo>
                <a:lnTo>
                  <a:pt x="50086" y="224881"/>
                </a:lnTo>
                <a:lnTo>
                  <a:pt x="49818" y="225945"/>
                </a:lnTo>
                <a:lnTo>
                  <a:pt x="48553" y="227469"/>
                </a:lnTo>
                <a:lnTo>
                  <a:pt x="47720" y="227916"/>
                </a:lnTo>
                <a:lnTo>
                  <a:pt x="45920" y="228195"/>
                </a:lnTo>
                <a:lnTo>
                  <a:pt x="44298" y="227681"/>
                </a:lnTo>
                <a:lnTo>
                  <a:pt x="43688" y="227136"/>
                </a:lnTo>
                <a:lnTo>
                  <a:pt x="43283" y="226403"/>
                </a:lnTo>
                <a:lnTo>
                  <a:pt x="43207" y="224689"/>
                </a:lnTo>
                <a:lnTo>
                  <a:pt x="44178" y="222963"/>
                </a:lnTo>
                <a:lnTo>
                  <a:pt x="46031" y="222344"/>
                </a:lnTo>
                <a:lnTo>
                  <a:pt x="48439" y="222975"/>
                </a:lnTo>
                <a:close/>
                <a:moveTo>
                  <a:pt x="72129" y="216470"/>
                </a:moveTo>
                <a:lnTo>
                  <a:pt x="71016" y="217454"/>
                </a:lnTo>
                <a:lnTo>
                  <a:pt x="70745" y="218441"/>
                </a:lnTo>
                <a:lnTo>
                  <a:pt x="70860" y="219589"/>
                </a:lnTo>
                <a:lnTo>
                  <a:pt x="76556" y="230977"/>
                </a:lnTo>
                <a:lnTo>
                  <a:pt x="78493" y="235739"/>
                </a:lnTo>
                <a:lnTo>
                  <a:pt x="78206" y="236720"/>
                </a:lnTo>
                <a:lnTo>
                  <a:pt x="77416" y="237437"/>
                </a:lnTo>
                <a:lnTo>
                  <a:pt x="74850" y="237951"/>
                </a:lnTo>
                <a:lnTo>
                  <a:pt x="73843" y="238599"/>
                </a:lnTo>
                <a:lnTo>
                  <a:pt x="73295" y="239772"/>
                </a:lnTo>
                <a:lnTo>
                  <a:pt x="73256" y="241662"/>
                </a:lnTo>
                <a:lnTo>
                  <a:pt x="73775" y="242962"/>
                </a:lnTo>
                <a:lnTo>
                  <a:pt x="74789" y="243765"/>
                </a:lnTo>
                <a:lnTo>
                  <a:pt x="76270" y="244060"/>
                </a:lnTo>
                <a:lnTo>
                  <a:pt x="78190" y="243832"/>
                </a:lnTo>
                <a:lnTo>
                  <a:pt x="81488" y="242485"/>
                </a:lnTo>
                <a:lnTo>
                  <a:pt x="83204" y="241023"/>
                </a:lnTo>
                <a:lnTo>
                  <a:pt x="84094" y="239796"/>
                </a:lnTo>
                <a:lnTo>
                  <a:pt x="92380" y="221258"/>
                </a:lnTo>
                <a:lnTo>
                  <a:pt x="92907" y="219477"/>
                </a:lnTo>
                <a:lnTo>
                  <a:pt x="92861" y="217999"/>
                </a:lnTo>
                <a:lnTo>
                  <a:pt x="92268" y="216920"/>
                </a:lnTo>
                <a:lnTo>
                  <a:pt x="91153" y="216335"/>
                </a:lnTo>
                <a:lnTo>
                  <a:pt x="89775" y="216318"/>
                </a:lnTo>
                <a:lnTo>
                  <a:pt x="88580" y="216807"/>
                </a:lnTo>
                <a:lnTo>
                  <a:pt x="87465" y="217813"/>
                </a:lnTo>
                <a:lnTo>
                  <a:pt x="86409" y="219362"/>
                </a:lnTo>
                <a:lnTo>
                  <a:pt x="84009" y="224781"/>
                </a:lnTo>
                <a:lnTo>
                  <a:pt x="83178" y="225673"/>
                </a:lnTo>
                <a:lnTo>
                  <a:pt x="82740" y="225685"/>
                </a:lnTo>
                <a:lnTo>
                  <a:pt x="81137" y="223925"/>
                </a:lnTo>
                <a:lnTo>
                  <a:pt x="77550" y="217807"/>
                </a:lnTo>
                <a:lnTo>
                  <a:pt x="75278" y="216730"/>
                </a:lnTo>
                <a:lnTo>
                  <a:pt x="72129" y="216470"/>
                </a:lnTo>
                <a:close/>
                <a:moveTo>
                  <a:pt x="112542" y="216611"/>
                </a:moveTo>
                <a:lnTo>
                  <a:pt x="109711" y="217044"/>
                </a:lnTo>
                <a:lnTo>
                  <a:pt x="107839" y="218485"/>
                </a:lnTo>
                <a:lnTo>
                  <a:pt x="107876" y="235605"/>
                </a:lnTo>
                <a:lnTo>
                  <a:pt x="108193" y="242068"/>
                </a:lnTo>
                <a:lnTo>
                  <a:pt x="109709" y="243115"/>
                </a:lnTo>
                <a:lnTo>
                  <a:pt x="112078" y="243453"/>
                </a:lnTo>
                <a:lnTo>
                  <a:pt x="114220" y="242986"/>
                </a:lnTo>
                <a:lnTo>
                  <a:pt x="115547" y="241821"/>
                </a:lnTo>
                <a:lnTo>
                  <a:pt x="115476" y="223965"/>
                </a:lnTo>
                <a:lnTo>
                  <a:pt x="116806" y="222978"/>
                </a:lnTo>
                <a:lnTo>
                  <a:pt x="118827" y="222649"/>
                </a:lnTo>
                <a:lnTo>
                  <a:pt x="120886" y="223134"/>
                </a:lnTo>
                <a:lnTo>
                  <a:pt x="121855" y="223836"/>
                </a:lnTo>
                <a:lnTo>
                  <a:pt x="122164" y="224498"/>
                </a:lnTo>
                <a:lnTo>
                  <a:pt x="122194" y="241821"/>
                </a:lnTo>
                <a:lnTo>
                  <a:pt x="123554" y="242809"/>
                </a:lnTo>
                <a:lnTo>
                  <a:pt x="125744" y="243387"/>
                </a:lnTo>
                <a:lnTo>
                  <a:pt x="128014" y="243254"/>
                </a:lnTo>
                <a:lnTo>
                  <a:pt x="129099" y="242776"/>
                </a:lnTo>
                <a:lnTo>
                  <a:pt x="129469" y="242171"/>
                </a:lnTo>
                <a:lnTo>
                  <a:pt x="129663" y="238714"/>
                </a:lnTo>
                <a:lnTo>
                  <a:pt x="129761" y="218132"/>
                </a:lnTo>
                <a:lnTo>
                  <a:pt x="128170" y="216682"/>
                </a:lnTo>
                <a:lnTo>
                  <a:pt x="112542" y="216611"/>
                </a:lnTo>
                <a:close/>
                <a:moveTo>
                  <a:pt x="149808" y="216576"/>
                </a:moveTo>
                <a:lnTo>
                  <a:pt x="148204" y="217242"/>
                </a:lnTo>
                <a:lnTo>
                  <a:pt x="146980" y="218344"/>
                </a:lnTo>
                <a:lnTo>
                  <a:pt x="147015" y="241750"/>
                </a:lnTo>
                <a:lnTo>
                  <a:pt x="148117" y="242814"/>
                </a:lnTo>
                <a:lnTo>
                  <a:pt x="150421" y="243370"/>
                </a:lnTo>
                <a:lnTo>
                  <a:pt x="152931" y="243059"/>
                </a:lnTo>
                <a:lnTo>
                  <a:pt x="154369" y="241962"/>
                </a:lnTo>
                <a:lnTo>
                  <a:pt x="154688" y="223965"/>
                </a:lnTo>
                <a:lnTo>
                  <a:pt x="156177" y="222886"/>
                </a:lnTo>
                <a:lnTo>
                  <a:pt x="158395" y="222547"/>
                </a:lnTo>
                <a:lnTo>
                  <a:pt x="160373" y="223335"/>
                </a:lnTo>
                <a:lnTo>
                  <a:pt x="161229" y="224991"/>
                </a:lnTo>
                <a:lnTo>
                  <a:pt x="161193" y="241679"/>
                </a:lnTo>
                <a:lnTo>
                  <a:pt x="162319" y="242698"/>
                </a:lnTo>
                <a:lnTo>
                  <a:pt x="164310" y="243307"/>
                </a:lnTo>
                <a:lnTo>
                  <a:pt x="166610" y="243248"/>
                </a:lnTo>
                <a:lnTo>
                  <a:pt x="168406" y="242493"/>
                </a:lnTo>
                <a:lnTo>
                  <a:pt x="169007" y="241962"/>
                </a:lnTo>
                <a:lnTo>
                  <a:pt x="168986" y="223909"/>
                </a:lnTo>
                <a:lnTo>
                  <a:pt x="168715" y="218794"/>
                </a:lnTo>
                <a:lnTo>
                  <a:pt x="168228" y="217413"/>
                </a:lnTo>
                <a:lnTo>
                  <a:pt x="167375" y="216927"/>
                </a:lnTo>
                <a:lnTo>
                  <a:pt x="164343" y="216648"/>
                </a:lnTo>
                <a:lnTo>
                  <a:pt x="149808" y="216576"/>
                </a:lnTo>
                <a:close/>
                <a:moveTo>
                  <a:pt x="192979" y="216823"/>
                </a:moveTo>
                <a:lnTo>
                  <a:pt x="191409" y="218459"/>
                </a:lnTo>
                <a:lnTo>
                  <a:pt x="190009" y="221574"/>
                </a:lnTo>
                <a:lnTo>
                  <a:pt x="185782" y="235522"/>
                </a:lnTo>
                <a:lnTo>
                  <a:pt x="184038" y="240073"/>
                </a:lnTo>
                <a:lnTo>
                  <a:pt x="184096" y="242232"/>
                </a:lnTo>
                <a:lnTo>
                  <a:pt x="185471" y="243331"/>
                </a:lnTo>
                <a:lnTo>
                  <a:pt x="188372" y="243066"/>
                </a:lnTo>
                <a:lnTo>
                  <a:pt x="189547" y="242088"/>
                </a:lnTo>
                <a:lnTo>
                  <a:pt x="191108" y="239422"/>
                </a:lnTo>
                <a:lnTo>
                  <a:pt x="192259" y="238197"/>
                </a:lnTo>
                <a:lnTo>
                  <a:pt x="193610" y="237582"/>
                </a:lnTo>
                <a:lnTo>
                  <a:pt x="195307" y="237490"/>
                </a:lnTo>
                <a:lnTo>
                  <a:pt x="196817" y="237802"/>
                </a:lnTo>
                <a:lnTo>
                  <a:pt x="197594" y="238281"/>
                </a:lnTo>
                <a:lnTo>
                  <a:pt x="200828" y="242861"/>
                </a:lnTo>
                <a:lnTo>
                  <a:pt x="202724" y="243431"/>
                </a:lnTo>
                <a:lnTo>
                  <a:pt x="205472" y="242992"/>
                </a:lnTo>
                <a:lnTo>
                  <a:pt x="206875" y="241432"/>
                </a:lnTo>
                <a:lnTo>
                  <a:pt x="206309" y="239028"/>
                </a:lnTo>
                <a:lnTo>
                  <a:pt x="199737" y="218859"/>
                </a:lnTo>
                <a:lnTo>
                  <a:pt x="198471" y="217437"/>
                </a:lnTo>
                <a:lnTo>
                  <a:pt x="196513" y="216552"/>
                </a:lnTo>
                <a:lnTo>
                  <a:pt x="194641" y="216331"/>
                </a:lnTo>
                <a:lnTo>
                  <a:pt x="192979" y="216823"/>
                </a:lnTo>
                <a:close/>
                <a:moveTo>
                  <a:pt x="195808" y="229304"/>
                </a:moveTo>
                <a:lnTo>
                  <a:pt x="196262" y="229921"/>
                </a:lnTo>
                <a:lnTo>
                  <a:pt x="195789" y="230693"/>
                </a:lnTo>
                <a:lnTo>
                  <a:pt x="194332" y="230908"/>
                </a:lnTo>
                <a:lnTo>
                  <a:pt x="193553" y="230519"/>
                </a:lnTo>
                <a:lnTo>
                  <a:pt x="193535" y="229672"/>
                </a:lnTo>
                <a:lnTo>
                  <a:pt x="194111" y="229127"/>
                </a:lnTo>
                <a:lnTo>
                  <a:pt x="194908" y="228990"/>
                </a:lnTo>
                <a:lnTo>
                  <a:pt x="195808" y="229304"/>
                </a:lnTo>
                <a:close/>
                <a:moveTo>
                  <a:pt x="246475" y="216717"/>
                </a:moveTo>
                <a:lnTo>
                  <a:pt x="245328" y="217799"/>
                </a:lnTo>
                <a:lnTo>
                  <a:pt x="244822" y="220518"/>
                </a:lnTo>
                <a:lnTo>
                  <a:pt x="244671" y="241326"/>
                </a:lnTo>
                <a:lnTo>
                  <a:pt x="245886" y="242696"/>
                </a:lnTo>
                <a:lnTo>
                  <a:pt x="246758" y="243156"/>
                </a:lnTo>
                <a:lnTo>
                  <a:pt x="248855" y="243254"/>
                </a:lnTo>
                <a:lnTo>
                  <a:pt x="250358" y="242828"/>
                </a:lnTo>
                <a:lnTo>
                  <a:pt x="251155" y="241718"/>
                </a:lnTo>
                <a:lnTo>
                  <a:pt x="251545" y="237799"/>
                </a:lnTo>
                <a:lnTo>
                  <a:pt x="252023" y="236338"/>
                </a:lnTo>
                <a:lnTo>
                  <a:pt x="252841" y="235382"/>
                </a:lnTo>
                <a:lnTo>
                  <a:pt x="254747" y="234692"/>
                </a:lnTo>
                <a:lnTo>
                  <a:pt x="255570" y="234882"/>
                </a:lnTo>
                <a:lnTo>
                  <a:pt x="256266" y="235505"/>
                </a:lnTo>
                <a:lnTo>
                  <a:pt x="258641" y="240140"/>
                </a:lnTo>
                <a:lnTo>
                  <a:pt x="260927" y="242944"/>
                </a:lnTo>
                <a:lnTo>
                  <a:pt x="263203" y="243493"/>
                </a:lnTo>
                <a:lnTo>
                  <a:pt x="267025" y="242866"/>
                </a:lnTo>
                <a:lnTo>
                  <a:pt x="267517" y="242179"/>
                </a:lnTo>
                <a:lnTo>
                  <a:pt x="266935" y="240141"/>
                </a:lnTo>
                <a:lnTo>
                  <a:pt x="260671" y="228637"/>
                </a:lnTo>
                <a:lnTo>
                  <a:pt x="260330" y="227351"/>
                </a:lnTo>
                <a:lnTo>
                  <a:pt x="260569" y="225923"/>
                </a:lnTo>
                <a:lnTo>
                  <a:pt x="261440" y="224220"/>
                </a:lnTo>
                <a:lnTo>
                  <a:pt x="264879" y="219534"/>
                </a:lnTo>
                <a:lnTo>
                  <a:pt x="265146" y="218289"/>
                </a:lnTo>
                <a:lnTo>
                  <a:pt x="264877" y="217244"/>
                </a:lnTo>
                <a:lnTo>
                  <a:pt x="264100" y="216525"/>
                </a:lnTo>
                <a:lnTo>
                  <a:pt x="262845" y="216258"/>
                </a:lnTo>
                <a:lnTo>
                  <a:pt x="261268" y="216681"/>
                </a:lnTo>
                <a:lnTo>
                  <a:pt x="259396" y="217701"/>
                </a:lnTo>
                <a:lnTo>
                  <a:pt x="257886" y="218938"/>
                </a:lnTo>
                <a:lnTo>
                  <a:pt x="254638" y="223373"/>
                </a:lnTo>
                <a:lnTo>
                  <a:pt x="252627" y="225450"/>
                </a:lnTo>
                <a:lnTo>
                  <a:pt x="251985" y="225096"/>
                </a:lnTo>
                <a:lnTo>
                  <a:pt x="251580" y="223992"/>
                </a:lnTo>
                <a:lnTo>
                  <a:pt x="251309" y="219094"/>
                </a:lnTo>
                <a:lnTo>
                  <a:pt x="250796" y="217723"/>
                </a:lnTo>
                <a:lnTo>
                  <a:pt x="249916" y="216929"/>
                </a:lnTo>
                <a:lnTo>
                  <a:pt x="248623" y="216443"/>
                </a:lnTo>
                <a:lnTo>
                  <a:pt x="246475" y="216717"/>
                </a:lnTo>
                <a:close/>
                <a:moveTo>
                  <a:pt x="290353" y="216788"/>
                </a:moveTo>
                <a:lnTo>
                  <a:pt x="287937" y="217690"/>
                </a:lnTo>
                <a:lnTo>
                  <a:pt x="285927" y="218936"/>
                </a:lnTo>
                <a:lnTo>
                  <a:pt x="283594" y="221537"/>
                </a:lnTo>
                <a:lnTo>
                  <a:pt x="282442" y="223815"/>
                </a:lnTo>
                <a:lnTo>
                  <a:pt x="281459" y="226974"/>
                </a:lnTo>
                <a:lnTo>
                  <a:pt x="281229" y="230909"/>
                </a:lnTo>
                <a:lnTo>
                  <a:pt x="282836" y="237430"/>
                </a:lnTo>
                <a:lnTo>
                  <a:pt x="283777" y="239169"/>
                </a:lnTo>
                <a:lnTo>
                  <a:pt x="285226" y="240831"/>
                </a:lnTo>
                <a:lnTo>
                  <a:pt x="286795" y="242210"/>
                </a:lnTo>
                <a:lnTo>
                  <a:pt x="288594" y="243039"/>
                </a:lnTo>
                <a:lnTo>
                  <a:pt x="292247" y="244010"/>
                </a:lnTo>
                <a:lnTo>
                  <a:pt x="294269" y="244017"/>
                </a:lnTo>
                <a:lnTo>
                  <a:pt x="298238" y="243094"/>
                </a:lnTo>
                <a:lnTo>
                  <a:pt x="299440" y="242528"/>
                </a:lnTo>
                <a:lnTo>
                  <a:pt x="302089" y="240148"/>
                </a:lnTo>
                <a:lnTo>
                  <a:pt x="303829" y="237745"/>
                </a:lnTo>
                <a:lnTo>
                  <a:pt x="305309" y="234820"/>
                </a:lnTo>
                <a:lnTo>
                  <a:pt x="305165" y="226139"/>
                </a:lnTo>
                <a:lnTo>
                  <a:pt x="304101" y="222750"/>
                </a:lnTo>
                <a:lnTo>
                  <a:pt x="301806" y="219639"/>
                </a:lnTo>
                <a:lnTo>
                  <a:pt x="300128" y="218111"/>
                </a:lnTo>
                <a:lnTo>
                  <a:pt x="297460" y="217072"/>
                </a:lnTo>
                <a:lnTo>
                  <a:pt x="294910" y="216528"/>
                </a:lnTo>
                <a:lnTo>
                  <a:pt x="292531" y="216436"/>
                </a:lnTo>
                <a:lnTo>
                  <a:pt x="290353" y="216788"/>
                </a:lnTo>
                <a:close/>
                <a:moveTo>
                  <a:pt x="295692" y="223329"/>
                </a:moveTo>
                <a:lnTo>
                  <a:pt x="296832" y="224747"/>
                </a:lnTo>
                <a:lnTo>
                  <a:pt x="297598" y="226770"/>
                </a:lnTo>
                <a:lnTo>
                  <a:pt x="297974" y="230448"/>
                </a:lnTo>
                <a:lnTo>
                  <a:pt x="297658" y="232999"/>
                </a:lnTo>
                <a:lnTo>
                  <a:pt x="296758" y="235585"/>
                </a:lnTo>
                <a:lnTo>
                  <a:pt x="295762" y="236990"/>
                </a:lnTo>
                <a:lnTo>
                  <a:pt x="294500" y="237698"/>
                </a:lnTo>
                <a:lnTo>
                  <a:pt x="292464" y="237705"/>
                </a:lnTo>
                <a:lnTo>
                  <a:pt x="291206" y="237021"/>
                </a:lnTo>
                <a:lnTo>
                  <a:pt x="290466" y="236180"/>
                </a:lnTo>
                <a:lnTo>
                  <a:pt x="288974" y="233258"/>
                </a:lnTo>
                <a:lnTo>
                  <a:pt x="288538" y="231241"/>
                </a:lnTo>
                <a:lnTo>
                  <a:pt x="288832" y="228146"/>
                </a:lnTo>
                <a:lnTo>
                  <a:pt x="289899" y="225144"/>
                </a:lnTo>
                <a:lnTo>
                  <a:pt x="291414" y="223188"/>
                </a:lnTo>
                <a:lnTo>
                  <a:pt x="293553" y="222648"/>
                </a:lnTo>
                <a:lnTo>
                  <a:pt x="295692" y="223329"/>
                </a:lnTo>
                <a:close/>
                <a:moveTo>
                  <a:pt x="323589" y="216611"/>
                </a:moveTo>
                <a:lnTo>
                  <a:pt x="322536" y="217642"/>
                </a:lnTo>
                <a:lnTo>
                  <a:pt x="322041" y="220654"/>
                </a:lnTo>
                <a:lnTo>
                  <a:pt x="321927" y="242139"/>
                </a:lnTo>
                <a:lnTo>
                  <a:pt x="323493" y="243218"/>
                </a:lnTo>
                <a:lnTo>
                  <a:pt x="324755" y="243447"/>
                </a:lnTo>
                <a:lnTo>
                  <a:pt x="326018" y="243218"/>
                </a:lnTo>
                <a:lnTo>
                  <a:pt x="327584" y="242139"/>
                </a:lnTo>
                <a:lnTo>
                  <a:pt x="328114" y="233554"/>
                </a:lnTo>
                <a:lnTo>
                  <a:pt x="328256" y="232769"/>
                </a:lnTo>
                <a:lnTo>
                  <a:pt x="328897" y="232156"/>
                </a:lnTo>
                <a:lnTo>
                  <a:pt x="329850" y="233447"/>
                </a:lnTo>
                <a:lnTo>
                  <a:pt x="332055" y="240314"/>
                </a:lnTo>
                <a:lnTo>
                  <a:pt x="333139" y="242095"/>
                </a:lnTo>
                <a:lnTo>
                  <a:pt x="334398" y="243052"/>
                </a:lnTo>
                <a:lnTo>
                  <a:pt x="336741" y="243094"/>
                </a:lnTo>
                <a:lnTo>
                  <a:pt x="338160" y="242208"/>
                </a:lnTo>
                <a:lnTo>
                  <a:pt x="338810" y="240846"/>
                </a:lnTo>
                <a:lnTo>
                  <a:pt x="339981" y="236181"/>
                </a:lnTo>
                <a:lnTo>
                  <a:pt x="340885" y="234913"/>
                </a:lnTo>
                <a:lnTo>
                  <a:pt x="341974" y="234360"/>
                </a:lnTo>
                <a:lnTo>
                  <a:pt x="342786" y="234547"/>
                </a:lnTo>
                <a:lnTo>
                  <a:pt x="343079" y="235107"/>
                </a:lnTo>
                <a:lnTo>
                  <a:pt x="342858" y="241397"/>
                </a:lnTo>
                <a:lnTo>
                  <a:pt x="343671" y="242245"/>
                </a:lnTo>
                <a:lnTo>
                  <a:pt x="344913" y="243072"/>
                </a:lnTo>
                <a:lnTo>
                  <a:pt x="346429" y="243403"/>
                </a:lnTo>
                <a:lnTo>
                  <a:pt x="348642" y="243019"/>
                </a:lnTo>
                <a:lnTo>
                  <a:pt x="349697" y="242208"/>
                </a:lnTo>
                <a:lnTo>
                  <a:pt x="350071" y="241324"/>
                </a:lnTo>
                <a:lnTo>
                  <a:pt x="350244" y="239124"/>
                </a:lnTo>
                <a:lnTo>
                  <a:pt x="350389" y="226198"/>
                </a:lnTo>
                <a:lnTo>
                  <a:pt x="350161" y="219467"/>
                </a:lnTo>
                <a:lnTo>
                  <a:pt x="349542" y="217491"/>
                </a:lnTo>
                <a:lnTo>
                  <a:pt x="348289" y="216703"/>
                </a:lnTo>
                <a:lnTo>
                  <a:pt x="344496" y="216328"/>
                </a:lnTo>
                <a:lnTo>
                  <a:pt x="342826" y="216781"/>
                </a:lnTo>
                <a:lnTo>
                  <a:pt x="340950" y="217887"/>
                </a:lnTo>
                <a:lnTo>
                  <a:pt x="339793" y="219799"/>
                </a:lnTo>
                <a:lnTo>
                  <a:pt x="337961" y="226573"/>
                </a:lnTo>
                <a:lnTo>
                  <a:pt x="337173" y="227707"/>
                </a:lnTo>
                <a:lnTo>
                  <a:pt x="335433" y="228703"/>
                </a:lnTo>
                <a:lnTo>
                  <a:pt x="334263" y="227027"/>
                </a:lnTo>
                <a:lnTo>
                  <a:pt x="332074" y="219793"/>
                </a:lnTo>
                <a:lnTo>
                  <a:pt x="330648" y="217552"/>
                </a:lnTo>
                <a:lnTo>
                  <a:pt x="329874" y="216921"/>
                </a:lnTo>
                <a:lnTo>
                  <a:pt x="327932" y="216446"/>
                </a:lnTo>
                <a:lnTo>
                  <a:pt x="325497" y="216314"/>
                </a:lnTo>
                <a:lnTo>
                  <a:pt x="323589" y="216611"/>
                </a:lnTo>
                <a:close/>
                <a:moveTo>
                  <a:pt x="370366" y="216540"/>
                </a:moveTo>
                <a:lnTo>
                  <a:pt x="369005" y="217060"/>
                </a:lnTo>
                <a:lnTo>
                  <a:pt x="367714" y="218132"/>
                </a:lnTo>
                <a:lnTo>
                  <a:pt x="367714" y="241962"/>
                </a:lnTo>
                <a:lnTo>
                  <a:pt x="369317" y="243069"/>
                </a:lnTo>
                <a:lnTo>
                  <a:pt x="370943" y="243332"/>
                </a:lnTo>
                <a:lnTo>
                  <a:pt x="373491" y="242717"/>
                </a:lnTo>
                <a:lnTo>
                  <a:pt x="374221" y="241941"/>
                </a:lnTo>
                <a:lnTo>
                  <a:pt x="374759" y="237461"/>
                </a:lnTo>
                <a:lnTo>
                  <a:pt x="374786" y="224460"/>
                </a:lnTo>
                <a:lnTo>
                  <a:pt x="377071" y="222830"/>
                </a:lnTo>
                <a:lnTo>
                  <a:pt x="379479" y="222643"/>
                </a:lnTo>
                <a:lnTo>
                  <a:pt x="380895" y="222986"/>
                </a:lnTo>
                <a:lnTo>
                  <a:pt x="381369" y="223422"/>
                </a:lnTo>
                <a:lnTo>
                  <a:pt x="381943" y="225112"/>
                </a:lnTo>
                <a:lnTo>
                  <a:pt x="382034" y="241644"/>
                </a:lnTo>
                <a:lnTo>
                  <a:pt x="383163" y="242760"/>
                </a:lnTo>
                <a:lnTo>
                  <a:pt x="384464" y="243243"/>
                </a:lnTo>
                <a:lnTo>
                  <a:pt x="386713" y="243181"/>
                </a:lnTo>
                <a:lnTo>
                  <a:pt x="388029" y="242659"/>
                </a:lnTo>
                <a:lnTo>
                  <a:pt x="388893" y="241785"/>
                </a:lnTo>
                <a:lnTo>
                  <a:pt x="389137" y="239485"/>
                </a:lnTo>
                <a:lnTo>
                  <a:pt x="389282" y="218662"/>
                </a:lnTo>
                <a:lnTo>
                  <a:pt x="387689" y="217165"/>
                </a:lnTo>
                <a:lnTo>
                  <a:pt x="386383" y="216576"/>
                </a:lnTo>
                <a:lnTo>
                  <a:pt x="370366" y="216540"/>
                </a:lnTo>
                <a:close/>
                <a:moveTo>
                  <a:pt x="413325" y="217035"/>
                </a:moveTo>
                <a:lnTo>
                  <a:pt x="411536" y="218787"/>
                </a:lnTo>
                <a:lnTo>
                  <a:pt x="410604" y="220753"/>
                </a:lnTo>
                <a:lnTo>
                  <a:pt x="408880" y="227223"/>
                </a:lnTo>
                <a:lnTo>
                  <a:pt x="404587" y="239570"/>
                </a:lnTo>
                <a:lnTo>
                  <a:pt x="404434" y="241857"/>
                </a:lnTo>
                <a:lnTo>
                  <a:pt x="405767" y="243297"/>
                </a:lnTo>
                <a:lnTo>
                  <a:pt x="408553" y="243291"/>
                </a:lnTo>
                <a:lnTo>
                  <a:pt x="409889" y="242223"/>
                </a:lnTo>
                <a:lnTo>
                  <a:pt x="411372" y="239442"/>
                </a:lnTo>
                <a:lnTo>
                  <a:pt x="412370" y="238307"/>
                </a:lnTo>
                <a:lnTo>
                  <a:pt x="413712" y="237716"/>
                </a:lnTo>
                <a:lnTo>
                  <a:pt x="416210" y="237522"/>
                </a:lnTo>
                <a:lnTo>
                  <a:pt x="417678" y="237936"/>
                </a:lnTo>
                <a:lnTo>
                  <a:pt x="418418" y="238551"/>
                </a:lnTo>
                <a:lnTo>
                  <a:pt x="420242" y="241704"/>
                </a:lnTo>
                <a:lnTo>
                  <a:pt x="421408" y="242762"/>
                </a:lnTo>
                <a:lnTo>
                  <a:pt x="423473" y="243377"/>
                </a:lnTo>
                <a:lnTo>
                  <a:pt x="426040" y="243032"/>
                </a:lnTo>
                <a:lnTo>
                  <a:pt x="426832" y="242239"/>
                </a:lnTo>
                <a:lnTo>
                  <a:pt x="427044" y="241467"/>
                </a:lnTo>
                <a:lnTo>
                  <a:pt x="426580" y="238228"/>
                </a:lnTo>
                <a:lnTo>
                  <a:pt x="421968" y="224568"/>
                </a:lnTo>
                <a:lnTo>
                  <a:pt x="420399" y="218976"/>
                </a:lnTo>
                <a:lnTo>
                  <a:pt x="419619" y="217765"/>
                </a:lnTo>
                <a:lnTo>
                  <a:pt x="417913" y="216721"/>
                </a:lnTo>
                <a:lnTo>
                  <a:pt x="414919" y="216343"/>
                </a:lnTo>
                <a:lnTo>
                  <a:pt x="413325" y="217035"/>
                </a:lnTo>
                <a:close/>
                <a:moveTo>
                  <a:pt x="416295" y="229304"/>
                </a:moveTo>
                <a:lnTo>
                  <a:pt x="416680" y="230259"/>
                </a:lnTo>
                <a:lnTo>
                  <a:pt x="416182" y="231016"/>
                </a:lnTo>
                <a:lnTo>
                  <a:pt x="414642" y="231337"/>
                </a:lnTo>
                <a:lnTo>
                  <a:pt x="413858" y="230850"/>
                </a:lnTo>
                <a:lnTo>
                  <a:pt x="413723" y="229634"/>
                </a:lnTo>
                <a:lnTo>
                  <a:pt x="414294" y="228808"/>
                </a:lnTo>
                <a:lnTo>
                  <a:pt x="415262" y="228670"/>
                </a:lnTo>
                <a:lnTo>
                  <a:pt x="416295" y="229304"/>
                </a:lnTo>
                <a:close/>
                <a:moveTo>
                  <a:pt x="444864" y="216611"/>
                </a:moveTo>
                <a:lnTo>
                  <a:pt x="443734" y="217640"/>
                </a:lnTo>
                <a:lnTo>
                  <a:pt x="443194" y="220562"/>
                </a:lnTo>
                <a:lnTo>
                  <a:pt x="443069" y="236593"/>
                </a:lnTo>
                <a:lnTo>
                  <a:pt x="443205" y="241369"/>
                </a:lnTo>
                <a:lnTo>
                  <a:pt x="443468" y="242132"/>
                </a:lnTo>
                <a:lnTo>
                  <a:pt x="444926" y="243168"/>
                </a:lnTo>
                <a:lnTo>
                  <a:pt x="446950" y="243435"/>
                </a:lnTo>
                <a:lnTo>
                  <a:pt x="448242" y="243108"/>
                </a:lnTo>
                <a:lnTo>
                  <a:pt x="449672" y="242068"/>
                </a:lnTo>
                <a:lnTo>
                  <a:pt x="449905" y="235687"/>
                </a:lnTo>
                <a:lnTo>
                  <a:pt x="450282" y="233697"/>
                </a:lnTo>
                <a:lnTo>
                  <a:pt x="451654" y="232640"/>
                </a:lnTo>
                <a:lnTo>
                  <a:pt x="454034" y="232341"/>
                </a:lnTo>
                <a:lnTo>
                  <a:pt x="456290" y="232834"/>
                </a:lnTo>
                <a:lnTo>
                  <a:pt x="457168" y="233583"/>
                </a:lnTo>
                <a:lnTo>
                  <a:pt x="457521" y="241750"/>
                </a:lnTo>
                <a:lnTo>
                  <a:pt x="458840" y="242981"/>
                </a:lnTo>
                <a:lnTo>
                  <a:pt x="459870" y="243378"/>
                </a:lnTo>
                <a:lnTo>
                  <a:pt x="461664" y="243410"/>
                </a:lnTo>
                <a:lnTo>
                  <a:pt x="463232" y="242778"/>
                </a:lnTo>
                <a:lnTo>
                  <a:pt x="464239" y="241644"/>
                </a:lnTo>
                <a:lnTo>
                  <a:pt x="464239" y="218909"/>
                </a:lnTo>
                <a:lnTo>
                  <a:pt x="463391" y="217555"/>
                </a:lnTo>
                <a:lnTo>
                  <a:pt x="462560" y="216744"/>
                </a:lnTo>
                <a:lnTo>
                  <a:pt x="461694" y="216434"/>
                </a:lnTo>
                <a:lnTo>
                  <a:pt x="460137" y="216416"/>
                </a:lnTo>
                <a:lnTo>
                  <a:pt x="458923" y="216972"/>
                </a:lnTo>
                <a:lnTo>
                  <a:pt x="457809" y="218808"/>
                </a:lnTo>
                <a:lnTo>
                  <a:pt x="457639" y="223788"/>
                </a:lnTo>
                <a:lnTo>
                  <a:pt x="457211" y="225224"/>
                </a:lnTo>
                <a:lnTo>
                  <a:pt x="456286" y="226101"/>
                </a:lnTo>
                <a:lnTo>
                  <a:pt x="453839" y="226493"/>
                </a:lnTo>
                <a:lnTo>
                  <a:pt x="451399" y="226177"/>
                </a:lnTo>
                <a:lnTo>
                  <a:pt x="450247" y="225389"/>
                </a:lnTo>
                <a:lnTo>
                  <a:pt x="449801" y="223626"/>
                </a:lnTo>
                <a:lnTo>
                  <a:pt x="449743" y="218308"/>
                </a:lnTo>
                <a:lnTo>
                  <a:pt x="447335" y="216415"/>
                </a:lnTo>
                <a:lnTo>
                  <a:pt x="446175" y="216291"/>
                </a:lnTo>
                <a:lnTo>
                  <a:pt x="444864" y="216611"/>
                </a:lnTo>
                <a:close/>
                <a:moveTo>
                  <a:pt x="483792" y="216965"/>
                </a:moveTo>
                <a:lnTo>
                  <a:pt x="482503" y="218035"/>
                </a:lnTo>
                <a:lnTo>
                  <a:pt x="482224" y="219027"/>
                </a:lnTo>
                <a:lnTo>
                  <a:pt x="481989" y="241397"/>
                </a:lnTo>
                <a:lnTo>
                  <a:pt x="483087" y="242613"/>
                </a:lnTo>
                <a:lnTo>
                  <a:pt x="484457" y="243239"/>
                </a:lnTo>
                <a:lnTo>
                  <a:pt x="486090" y="243410"/>
                </a:lnTo>
                <a:lnTo>
                  <a:pt x="487540" y="243058"/>
                </a:lnTo>
                <a:lnTo>
                  <a:pt x="489449" y="240826"/>
                </a:lnTo>
                <a:lnTo>
                  <a:pt x="492454" y="235863"/>
                </a:lnTo>
                <a:lnTo>
                  <a:pt x="495849" y="232062"/>
                </a:lnTo>
                <a:lnTo>
                  <a:pt x="496833" y="233364"/>
                </a:lnTo>
                <a:lnTo>
                  <a:pt x="497073" y="234228"/>
                </a:lnTo>
                <a:lnTo>
                  <a:pt x="496945" y="239822"/>
                </a:lnTo>
                <a:lnTo>
                  <a:pt x="497192" y="241892"/>
                </a:lnTo>
                <a:lnTo>
                  <a:pt x="497971" y="242775"/>
                </a:lnTo>
                <a:lnTo>
                  <a:pt x="499170" y="243288"/>
                </a:lnTo>
                <a:lnTo>
                  <a:pt x="501232" y="243315"/>
                </a:lnTo>
                <a:lnTo>
                  <a:pt x="502429" y="242807"/>
                </a:lnTo>
                <a:lnTo>
                  <a:pt x="503486" y="241644"/>
                </a:lnTo>
                <a:lnTo>
                  <a:pt x="503486" y="218308"/>
                </a:lnTo>
                <a:lnTo>
                  <a:pt x="501085" y="216368"/>
                </a:lnTo>
                <a:lnTo>
                  <a:pt x="499647" y="216289"/>
                </a:lnTo>
                <a:lnTo>
                  <a:pt x="498168" y="217031"/>
                </a:lnTo>
                <a:lnTo>
                  <a:pt x="495922" y="219654"/>
                </a:lnTo>
                <a:lnTo>
                  <a:pt x="491550" y="226538"/>
                </a:lnTo>
                <a:lnTo>
                  <a:pt x="490241" y="227784"/>
                </a:lnTo>
                <a:lnTo>
                  <a:pt x="489720" y="227556"/>
                </a:lnTo>
                <a:lnTo>
                  <a:pt x="489178" y="226171"/>
                </a:lnTo>
                <a:lnTo>
                  <a:pt x="488866" y="219600"/>
                </a:lnTo>
                <a:lnTo>
                  <a:pt x="488275" y="217424"/>
                </a:lnTo>
                <a:lnTo>
                  <a:pt x="487363" y="216647"/>
                </a:lnTo>
                <a:lnTo>
                  <a:pt x="486271" y="216312"/>
                </a:lnTo>
                <a:lnTo>
                  <a:pt x="485232" y="216339"/>
                </a:lnTo>
                <a:lnTo>
                  <a:pt x="483792" y="216965"/>
                </a:lnTo>
                <a:close/>
                <a:moveTo>
                  <a:pt x="522190" y="217637"/>
                </a:moveTo>
                <a:lnTo>
                  <a:pt x="521164" y="218697"/>
                </a:lnTo>
                <a:lnTo>
                  <a:pt x="521341" y="238108"/>
                </a:lnTo>
                <a:lnTo>
                  <a:pt x="521536" y="241572"/>
                </a:lnTo>
                <a:lnTo>
                  <a:pt x="521945" y="242298"/>
                </a:lnTo>
                <a:lnTo>
                  <a:pt x="523093" y="242986"/>
                </a:lnTo>
                <a:lnTo>
                  <a:pt x="524572" y="243301"/>
                </a:lnTo>
                <a:lnTo>
                  <a:pt x="526080" y="243222"/>
                </a:lnTo>
                <a:lnTo>
                  <a:pt x="527317" y="242727"/>
                </a:lnTo>
                <a:lnTo>
                  <a:pt x="532081" y="234755"/>
                </a:lnTo>
                <a:lnTo>
                  <a:pt x="533420" y="233640"/>
                </a:lnTo>
                <a:lnTo>
                  <a:pt x="534979" y="232949"/>
                </a:lnTo>
                <a:lnTo>
                  <a:pt x="535507" y="233098"/>
                </a:lnTo>
                <a:lnTo>
                  <a:pt x="535771" y="233843"/>
                </a:lnTo>
                <a:lnTo>
                  <a:pt x="536474" y="242316"/>
                </a:lnTo>
                <a:lnTo>
                  <a:pt x="537799" y="243131"/>
                </a:lnTo>
                <a:lnTo>
                  <a:pt x="539822" y="243380"/>
                </a:lnTo>
                <a:lnTo>
                  <a:pt x="541710" y="243010"/>
                </a:lnTo>
                <a:lnTo>
                  <a:pt x="543086" y="242033"/>
                </a:lnTo>
                <a:lnTo>
                  <a:pt x="542984" y="221421"/>
                </a:lnTo>
                <a:lnTo>
                  <a:pt x="542307" y="217523"/>
                </a:lnTo>
                <a:lnTo>
                  <a:pt x="541262" y="216729"/>
                </a:lnTo>
                <a:lnTo>
                  <a:pt x="539550" y="216611"/>
                </a:lnTo>
                <a:lnTo>
                  <a:pt x="538490" y="216789"/>
                </a:lnTo>
                <a:lnTo>
                  <a:pt x="536942" y="217681"/>
                </a:lnTo>
                <a:lnTo>
                  <a:pt x="535529" y="219241"/>
                </a:lnTo>
                <a:lnTo>
                  <a:pt x="530887" y="226759"/>
                </a:lnTo>
                <a:lnTo>
                  <a:pt x="529659" y="227545"/>
                </a:lnTo>
                <a:lnTo>
                  <a:pt x="528950" y="227333"/>
                </a:lnTo>
                <a:lnTo>
                  <a:pt x="528485" y="226476"/>
                </a:lnTo>
                <a:lnTo>
                  <a:pt x="528236" y="218344"/>
                </a:lnTo>
                <a:lnTo>
                  <a:pt x="526928" y="217144"/>
                </a:lnTo>
                <a:lnTo>
                  <a:pt x="525377" y="216583"/>
                </a:lnTo>
                <a:lnTo>
                  <a:pt x="523681" y="216751"/>
                </a:lnTo>
                <a:lnTo>
                  <a:pt x="522190" y="217637"/>
                </a:lnTo>
                <a:close/>
                <a:moveTo>
                  <a:pt x="698162" y="218768"/>
                </a:moveTo>
                <a:lnTo>
                  <a:pt x="697915" y="220182"/>
                </a:lnTo>
                <a:lnTo>
                  <a:pt x="699975" y="224755"/>
                </a:lnTo>
                <a:lnTo>
                  <a:pt x="699533" y="225682"/>
                </a:lnTo>
                <a:lnTo>
                  <a:pt x="697052" y="226306"/>
                </a:lnTo>
                <a:lnTo>
                  <a:pt x="690632" y="225774"/>
                </a:lnTo>
                <a:lnTo>
                  <a:pt x="686894" y="226257"/>
                </a:lnTo>
                <a:lnTo>
                  <a:pt x="684656" y="227481"/>
                </a:lnTo>
                <a:lnTo>
                  <a:pt x="684329" y="229114"/>
                </a:lnTo>
                <a:lnTo>
                  <a:pt x="685092" y="230768"/>
                </a:lnTo>
                <a:lnTo>
                  <a:pt x="686786" y="231822"/>
                </a:lnTo>
                <a:lnTo>
                  <a:pt x="690711" y="232982"/>
                </a:lnTo>
                <a:lnTo>
                  <a:pt x="695342" y="233500"/>
                </a:lnTo>
                <a:lnTo>
                  <a:pt x="696580" y="233967"/>
                </a:lnTo>
                <a:lnTo>
                  <a:pt x="697921" y="235142"/>
                </a:lnTo>
                <a:lnTo>
                  <a:pt x="700507" y="240722"/>
                </a:lnTo>
                <a:lnTo>
                  <a:pt x="704046" y="250682"/>
                </a:lnTo>
                <a:lnTo>
                  <a:pt x="709034" y="257911"/>
                </a:lnTo>
                <a:lnTo>
                  <a:pt x="712324" y="265640"/>
                </a:lnTo>
                <a:lnTo>
                  <a:pt x="713043" y="270036"/>
                </a:lnTo>
                <a:lnTo>
                  <a:pt x="713294" y="284805"/>
                </a:lnTo>
                <a:lnTo>
                  <a:pt x="714320" y="289907"/>
                </a:lnTo>
                <a:lnTo>
                  <a:pt x="713131" y="297420"/>
                </a:lnTo>
                <a:lnTo>
                  <a:pt x="711648" y="313892"/>
                </a:lnTo>
                <a:lnTo>
                  <a:pt x="710919" y="317257"/>
                </a:lnTo>
                <a:lnTo>
                  <a:pt x="709271" y="321250"/>
                </a:lnTo>
                <a:lnTo>
                  <a:pt x="708191" y="322906"/>
                </a:lnTo>
                <a:lnTo>
                  <a:pt x="706710" y="324168"/>
                </a:lnTo>
                <a:lnTo>
                  <a:pt x="704846" y="325022"/>
                </a:lnTo>
                <a:lnTo>
                  <a:pt x="702621" y="325456"/>
                </a:lnTo>
                <a:lnTo>
                  <a:pt x="699435" y="325511"/>
                </a:lnTo>
                <a:lnTo>
                  <a:pt x="695921" y="321081"/>
                </a:lnTo>
                <a:lnTo>
                  <a:pt x="695952" y="320242"/>
                </a:lnTo>
                <a:lnTo>
                  <a:pt x="696562" y="319593"/>
                </a:lnTo>
                <a:lnTo>
                  <a:pt x="700793" y="318805"/>
                </a:lnTo>
                <a:lnTo>
                  <a:pt x="702074" y="318173"/>
                </a:lnTo>
                <a:lnTo>
                  <a:pt x="702759" y="317308"/>
                </a:lnTo>
                <a:lnTo>
                  <a:pt x="702865" y="300938"/>
                </a:lnTo>
                <a:lnTo>
                  <a:pt x="700995" y="296065"/>
                </a:lnTo>
                <a:lnTo>
                  <a:pt x="699962" y="289260"/>
                </a:lnTo>
                <a:lnTo>
                  <a:pt x="699069" y="286505"/>
                </a:lnTo>
                <a:lnTo>
                  <a:pt x="696747" y="282889"/>
                </a:lnTo>
                <a:lnTo>
                  <a:pt x="692116" y="278843"/>
                </a:lnTo>
                <a:lnTo>
                  <a:pt x="689963" y="277890"/>
                </a:lnTo>
                <a:lnTo>
                  <a:pt x="688330" y="278393"/>
                </a:lnTo>
                <a:lnTo>
                  <a:pt x="680711" y="289669"/>
                </a:lnTo>
                <a:lnTo>
                  <a:pt x="679009" y="291203"/>
                </a:lnTo>
                <a:lnTo>
                  <a:pt x="677300" y="291347"/>
                </a:lnTo>
                <a:lnTo>
                  <a:pt x="674502" y="289327"/>
                </a:lnTo>
                <a:lnTo>
                  <a:pt x="673098" y="288691"/>
                </a:lnTo>
                <a:lnTo>
                  <a:pt x="671857" y="288752"/>
                </a:lnTo>
                <a:lnTo>
                  <a:pt x="670619" y="289730"/>
                </a:lnTo>
                <a:lnTo>
                  <a:pt x="673483" y="298909"/>
                </a:lnTo>
                <a:lnTo>
                  <a:pt x="674552" y="299703"/>
                </a:lnTo>
                <a:lnTo>
                  <a:pt x="677269" y="300216"/>
                </a:lnTo>
                <a:lnTo>
                  <a:pt x="679730" y="299866"/>
                </a:lnTo>
                <a:lnTo>
                  <a:pt x="681707" y="298703"/>
                </a:lnTo>
                <a:lnTo>
                  <a:pt x="685195" y="295413"/>
                </a:lnTo>
                <a:lnTo>
                  <a:pt x="690773" y="289372"/>
                </a:lnTo>
                <a:lnTo>
                  <a:pt x="691541" y="289350"/>
                </a:lnTo>
                <a:lnTo>
                  <a:pt x="692266" y="290201"/>
                </a:lnTo>
                <a:lnTo>
                  <a:pt x="692603" y="291863"/>
                </a:lnTo>
                <a:lnTo>
                  <a:pt x="692646" y="296624"/>
                </a:lnTo>
                <a:lnTo>
                  <a:pt x="695298" y="301292"/>
                </a:lnTo>
                <a:lnTo>
                  <a:pt x="695546" y="309565"/>
                </a:lnTo>
                <a:lnTo>
                  <a:pt x="693828" y="311078"/>
                </a:lnTo>
                <a:lnTo>
                  <a:pt x="690375" y="311680"/>
                </a:lnTo>
                <a:lnTo>
                  <a:pt x="688884" y="312751"/>
                </a:lnTo>
                <a:lnTo>
                  <a:pt x="686441" y="317030"/>
                </a:lnTo>
                <a:lnTo>
                  <a:pt x="685643" y="319009"/>
                </a:lnTo>
                <a:lnTo>
                  <a:pt x="685460" y="320433"/>
                </a:lnTo>
                <a:lnTo>
                  <a:pt x="686423" y="322325"/>
                </a:lnTo>
                <a:lnTo>
                  <a:pt x="691464" y="328159"/>
                </a:lnTo>
                <a:lnTo>
                  <a:pt x="692886" y="331479"/>
                </a:lnTo>
                <a:lnTo>
                  <a:pt x="692555" y="333444"/>
                </a:lnTo>
                <a:lnTo>
                  <a:pt x="689056" y="337857"/>
                </a:lnTo>
                <a:lnTo>
                  <a:pt x="689022" y="339398"/>
                </a:lnTo>
                <a:lnTo>
                  <a:pt x="690830" y="341284"/>
                </a:lnTo>
                <a:lnTo>
                  <a:pt x="692460" y="341954"/>
                </a:lnTo>
                <a:lnTo>
                  <a:pt x="695285" y="342424"/>
                </a:lnTo>
                <a:lnTo>
                  <a:pt x="697653" y="342134"/>
                </a:lnTo>
                <a:lnTo>
                  <a:pt x="698570" y="341478"/>
                </a:lnTo>
                <a:lnTo>
                  <a:pt x="700519" y="338827"/>
                </a:lnTo>
                <a:lnTo>
                  <a:pt x="702076" y="335059"/>
                </a:lnTo>
                <a:lnTo>
                  <a:pt x="703828" y="333369"/>
                </a:lnTo>
                <a:lnTo>
                  <a:pt x="706630" y="332195"/>
                </a:lnTo>
                <a:lnTo>
                  <a:pt x="711607" y="330985"/>
                </a:lnTo>
                <a:lnTo>
                  <a:pt x="714518" y="326992"/>
                </a:lnTo>
                <a:lnTo>
                  <a:pt x="717785" y="321657"/>
                </a:lnTo>
                <a:lnTo>
                  <a:pt x="720000" y="306264"/>
                </a:lnTo>
                <a:lnTo>
                  <a:pt x="720889" y="294891"/>
                </a:lnTo>
                <a:lnTo>
                  <a:pt x="720755" y="265227"/>
                </a:lnTo>
                <a:lnTo>
                  <a:pt x="717029" y="256888"/>
                </a:lnTo>
                <a:lnTo>
                  <a:pt x="714951" y="253528"/>
                </a:lnTo>
                <a:lnTo>
                  <a:pt x="712893" y="250974"/>
                </a:lnTo>
                <a:lnTo>
                  <a:pt x="710003" y="245876"/>
                </a:lnTo>
                <a:lnTo>
                  <a:pt x="709662" y="244477"/>
                </a:lnTo>
                <a:lnTo>
                  <a:pt x="710010" y="242491"/>
                </a:lnTo>
                <a:lnTo>
                  <a:pt x="710729" y="242172"/>
                </a:lnTo>
                <a:lnTo>
                  <a:pt x="712594" y="243567"/>
                </a:lnTo>
                <a:lnTo>
                  <a:pt x="719159" y="252216"/>
                </a:lnTo>
                <a:lnTo>
                  <a:pt x="722428" y="257074"/>
                </a:lnTo>
                <a:lnTo>
                  <a:pt x="724709" y="259621"/>
                </a:lnTo>
                <a:lnTo>
                  <a:pt x="726698" y="261309"/>
                </a:lnTo>
                <a:lnTo>
                  <a:pt x="728394" y="264044"/>
                </a:lnTo>
                <a:lnTo>
                  <a:pt x="729996" y="267737"/>
                </a:lnTo>
                <a:lnTo>
                  <a:pt x="731787" y="270873"/>
                </a:lnTo>
                <a:lnTo>
                  <a:pt x="734023" y="273713"/>
                </a:lnTo>
                <a:lnTo>
                  <a:pt x="736455" y="275976"/>
                </a:lnTo>
                <a:lnTo>
                  <a:pt x="738831" y="277381"/>
                </a:lnTo>
                <a:lnTo>
                  <a:pt x="739919" y="277673"/>
                </a:lnTo>
                <a:lnTo>
                  <a:pt x="741813" y="277412"/>
                </a:lnTo>
                <a:lnTo>
                  <a:pt x="742852" y="275909"/>
                </a:lnTo>
                <a:lnTo>
                  <a:pt x="743313" y="272758"/>
                </a:lnTo>
                <a:lnTo>
                  <a:pt x="745364" y="271967"/>
                </a:lnTo>
                <a:lnTo>
                  <a:pt x="747864" y="271533"/>
                </a:lnTo>
                <a:lnTo>
                  <a:pt x="748550" y="270438"/>
                </a:lnTo>
                <a:lnTo>
                  <a:pt x="747910" y="268723"/>
                </a:lnTo>
                <a:lnTo>
                  <a:pt x="745632" y="266430"/>
                </a:lnTo>
                <a:lnTo>
                  <a:pt x="736326" y="261834"/>
                </a:lnTo>
                <a:lnTo>
                  <a:pt x="734468" y="260381"/>
                </a:lnTo>
                <a:lnTo>
                  <a:pt x="733073" y="258461"/>
                </a:lnTo>
                <a:lnTo>
                  <a:pt x="731893" y="254479"/>
                </a:lnTo>
                <a:lnTo>
                  <a:pt x="731441" y="251166"/>
                </a:lnTo>
                <a:lnTo>
                  <a:pt x="732018" y="249833"/>
                </a:lnTo>
                <a:lnTo>
                  <a:pt x="735234" y="247447"/>
                </a:lnTo>
                <a:lnTo>
                  <a:pt x="735287" y="245392"/>
                </a:lnTo>
                <a:lnTo>
                  <a:pt x="734584" y="244035"/>
                </a:lnTo>
                <a:lnTo>
                  <a:pt x="715187" y="230423"/>
                </a:lnTo>
                <a:lnTo>
                  <a:pt x="713457" y="228635"/>
                </a:lnTo>
                <a:lnTo>
                  <a:pt x="710067" y="224173"/>
                </a:lnTo>
                <a:lnTo>
                  <a:pt x="704703" y="219051"/>
                </a:lnTo>
                <a:lnTo>
                  <a:pt x="703303" y="218390"/>
                </a:lnTo>
                <a:lnTo>
                  <a:pt x="700969" y="217955"/>
                </a:lnTo>
                <a:lnTo>
                  <a:pt x="698968" y="218207"/>
                </a:lnTo>
                <a:lnTo>
                  <a:pt x="698162" y="218768"/>
                </a:lnTo>
                <a:close/>
                <a:moveTo>
                  <a:pt x="475377" y="255150"/>
                </a:moveTo>
                <a:lnTo>
                  <a:pt x="471382" y="255759"/>
                </a:lnTo>
                <a:lnTo>
                  <a:pt x="467625" y="256764"/>
                </a:lnTo>
                <a:lnTo>
                  <a:pt x="464130" y="258146"/>
                </a:lnTo>
                <a:lnTo>
                  <a:pt x="460923" y="259882"/>
                </a:lnTo>
                <a:lnTo>
                  <a:pt x="458030" y="261952"/>
                </a:lnTo>
                <a:lnTo>
                  <a:pt x="455474" y="264335"/>
                </a:lnTo>
                <a:lnTo>
                  <a:pt x="453283" y="267010"/>
                </a:lnTo>
                <a:lnTo>
                  <a:pt x="451480" y="269956"/>
                </a:lnTo>
                <a:lnTo>
                  <a:pt x="450091" y="273152"/>
                </a:lnTo>
                <a:lnTo>
                  <a:pt x="449142" y="276577"/>
                </a:lnTo>
                <a:lnTo>
                  <a:pt x="448505" y="279724"/>
                </a:lnTo>
                <a:lnTo>
                  <a:pt x="448505" y="330992"/>
                </a:lnTo>
                <a:lnTo>
                  <a:pt x="449766" y="337082"/>
                </a:lnTo>
                <a:lnTo>
                  <a:pt x="451786" y="341964"/>
                </a:lnTo>
                <a:lnTo>
                  <a:pt x="453149" y="344217"/>
                </a:lnTo>
                <a:lnTo>
                  <a:pt x="456507" y="348251"/>
                </a:lnTo>
                <a:lnTo>
                  <a:pt x="460599" y="351531"/>
                </a:lnTo>
                <a:lnTo>
                  <a:pt x="465300" y="353903"/>
                </a:lnTo>
                <a:lnTo>
                  <a:pt x="471001" y="355679"/>
                </a:lnTo>
                <a:lnTo>
                  <a:pt x="482364" y="356132"/>
                </a:lnTo>
                <a:lnTo>
                  <a:pt x="516528" y="356069"/>
                </a:lnTo>
                <a:lnTo>
                  <a:pt x="521285" y="355465"/>
                </a:lnTo>
                <a:lnTo>
                  <a:pt x="528065" y="352915"/>
                </a:lnTo>
                <a:lnTo>
                  <a:pt x="532669" y="349819"/>
                </a:lnTo>
                <a:lnTo>
                  <a:pt x="536509" y="346180"/>
                </a:lnTo>
                <a:lnTo>
                  <a:pt x="539791" y="341036"/>
                </a:lnTo>
                <a:lnTo>
                  <a:pt x="542240" y="333638"/>
                </a:lnTo>
                <a:lnTo>
                  <a:pt x="542719" y="327001"/>
                </a:lnTo>
                <a:lnTo>
                  <a:pt x="542826" y="319159"/>
                </a:lnTo>
                <a:lnTo>
                  <a:pt x="542555" y="277249"/>
                </a:lnTo>
                <a:lnTo>
                  <a:pt x="539354" y="269523"/>
                </a:lnTo>
                <a:lnTo>
                  <a:pt x="537442" y="266602"/>
                </a:lnTo>
                <a:lnTo>
                  <a:pt x="535024" y="263671"/>
                </a:lnTo>
                <a:lnTo>
                  <a:pt x="530747" y="260114"/>
                </a:lnTo>
                <a:lnTo>
                  <a:pt x="526055" y="257648"/>
                </a:lnTo>
                <a:lnTo>
                  <a:pt x="517452" y="255009"/>
                </a:lnTo>
                <a:lnTo>
                  <a:pt x="475377" y="255150"/>
                </a:lnTo>
                <a:close/>
                <a:moveTo>
                  <a:pt x="514482" y="277249"/>
                </a:moveTo>
                <a:lnTo>
                  <a:pt x="516508" y="278415"/>
                </a:lnTo>
                <a:lnTo>
                  <a:pt x="519022" y="280960"/>
                </a:lnTo>
                <a:lnTo>
                  <a:pt x="520068" y="282906"/>
                </a:lnTo>
                <a:lnTo>
                  <a:pt x="520220" y="284636"/>
                </a:lnTo>
                <a:lnTo>
                  <a:pt x="520463" y="299287"/>
                </a:lnTo>
                <a:lnTo>
                  <a:pt x="520308" y="323177"/>
                </a:lnTo>
                <a:lnTo>
                  <a:pt x="520033" y="328446"/>
                </a:lnTo>
                <a:lnTo>
                  <a:pt x="518756" y="330691"/>
                </a:lnTo>
                <a:lnTo>
                  <a:pt x="516250" y="333502"/>
                </a:lnTo>
                <a:lnTo>
                  <a:pt x="509956" y="335447"/>
                </a:lnTo>
                <a:lnTo>
                  <a:pt x="479620" y="335234"/>
                </a:lnTo>
                <a:lnTo>
                  <a:pt x="474316" y="333047"/>
                </a:lnTo>
                <a:lnTo>
                  <a:pt x="472326" y="330879"/>
                </a:lnTo>
                <a:lnTo>
                  <a:pt x="470144" y="326749"/>
                </a:lnTo>
                <a:lnTo>
                  <a:pt x="470215" y="284921"/>
                </a:lnTo>
                <a:lnTo>
                  <a:pt x="472639" y="280161"/>
                </a:lnTo>
                <a:lnTo>
                  <a:pt x="475241" y="277804"/>
                </a:lnTo>
                <a:lnTo>
                  <a:pt x="476579" y="277213"/>
                </a:lnTo>
                <a:lnTo>
                  <a:pt x="478080" y="277015"/>
                </a:lnTo>
                <a:lnTo>
                  <a:pt x="500799" y="276717"/>
                </a:lnTo>
                <a:lnTo>
                  <a:pt x="514482" y="277249"/>
                </a:lnTo>
                <a:close/>
                <a:moveTo>
                  <a:pt x="21462" y="257272"/>
                </a:moveTo>
                <a:lnTo>
                  <a:pt x="1344" y="257449"/>
                </a:lnTo>
                <a:lnTo>
                  <a:pt x="0" y="259110"/>
                </a:lnTo>
                <a:lnTo>
                  <a:pt x="0" y="276294"/>
                </a:lnTo>
                <a:lnTo>
                  <a:pt x="1344" y="277956"/>
                </a:lnTo>
                <a:lnTo>
                  <a:pt x="51303" y="278133"/>
                </a:lnTo>
                <a:lnTo>
                  <a:pt x="54706" y="279580"/>
                </a:lnTo>
                <a:lnTo>
                  <a:pt x="56136" y="280525"/>
                </a:lnTo>
                <a:lnTo>
                  <a:pt x="58693" y="283896"/>
                </a:lnTo>
                <a:lnTo>
                  <a:pt x="58604" y="291608"/>
                </a:lnTo>
                <a:lnTo>
                  <a:pt x="58162" y="293503"/>
                </a:lnTo>
                <a:lnTo>
                  <a:pt x="56466" y="294107"/>
                </a:lnTo>
                <a:lnTo>
                  <a:pt x="53728" y="294300"/>
                </a:lnTo>
                <a:lnTo>
                  <a:pt x="25917" y="294680"/>
                </a:lnTo>
                <a:lnTo>
                  <a:pt x="25244" y="295678"/>
                </a:lnTo>
                <a:lnTo>
                  <a:pt x="24886" y="298083"/>
                </a:lnTo>
                <a:lnTo>
                  <a:pt x="24842" y="310589"/>
                </a:lnTo>
                <a:lnTo>
                  <a:pt x="25360" y="314545"/>
                </a:lnTo>
                <a:lnTo>
                  <a:pt x="25850" y="315382"/>
                </a:lnTo>
                <a:lnTo>
                  <a:pt x="26453" y="315673"/>
                </a:lnTo>
                <a:lnTo>
                  <a:pt x="57208" y="315965"/>
                </a:lnTo>
                <a:lnTo>
                  <a:pt x="58870" y="317308"/>
                </a:lnTo>
                <a:lnTo>
                  <a:pt x="58337" y="327807"/>
                </a:lnTo>
                <a:lnTo>
                  <a:pt x="57583" y="329210"/>
                </a:lnTo>
                <a:lnTo>
                  <a:pt x="55795" y="330931"/>
                </a:lnTo>
                <a:lnTo>
                  <a:pt x="51798" y="333113"/>
                </a:lnTo>
                <a:lnTo>
                  <a:pt x="1485" y="333467"/>
                </a:lnTo>
                <a:lnTo>
                  <a:pt x="0" y="334810"/>
                </a:lnTo>
                <a:lnTo>
                  <a:pt x="0" y="352665"/>
                </a:lnTo>
                <a:lnTo>
                  <a:pt x="1344" y="354327"/>
                </a:lnTo>
                <a:lnTo>
                  <a:pt x="50083" y="354354"/>
                </a:lnTo>
                <a:lnTo>
                  <a:pt x="56928" y="353914"/>
                </a:lnTo>
                <a:lnTo>
                  <a:pt x="62123" y="353207"/>
                </a:lnTo>
                <a:lnTo>
                  <a:pt x="65588" y="352202"/>
                </a:lnTo>
                <a:lnTo>
                  <a:pt x="70326" y="350195"/>
                </a:lnTo>
                <a:lnTo>
                  <a:pt x="74615" y="346555"/>
                </a:lnTo>
                <a:lnTo>
                  <a:pt x="77397" y="342496"/>
                </a:lnTo>
                <a:lnTo>
                  <a:pt x="78862" y="339054"/>
                </a:lnTo>
                <a:lnTo>
                  <a:pt x="80557" y="333497"/>
                </a:lnTo>
                <a:lnTo>
                  <a:pt x="80988" y="330324"/>
                </a:lnTo>
                <a:lnTo>
                  <a:pt x="81516" y="313570"/>
                </a:lnTo>
                <a:lnTo>
                  <a:pt x="81136" y="284020"/>
                </a:lnTo>
                <a:lnTo>
                  <a:pt x="80507" y="277368"/>
                </a:lnTo>
                <a:lnTo>
                  <a:pt x="77936" y="269335"/>
                </a:lnTo>
                <a:lnTo>
                  <a:pt x="76064" y="266205"/>
                </a:lnTo>
                <a:lnTo>
                  <a:pt x="74882" y="264812"/>
                </a:lnTo>
                <a:lnTo>
                  <a:pt x="72017" y="262361"/>
                </a:lnTo>
                <a:lnTo>
                  <a:pt x="68470" y="260347"/>
                </a:lnTo>
                <a:lnTo>
                  <a:pt x="62767" y="258314"/>
                </a:lnTo>
                <a:lnTo>
                  <a:pt x="58161" y="257585"/>
                </a:lnTo>
                <a:lnTo>
                  <a:pt x="50892" y="257226"/>
                </a:lnTo>
                <a:lnTo>
                  <a:pt x="21462" y="257272"/>
                </a:lnTo>
                <a:close/>
                <a:moveTo>
                  <a:pt x="161335" y="257201"/>
                </a:moveTo>
                <a:lnTo>
                  <a:pt x="159122" y="257570"/>
                </a:lnTo>
                <a:lnTo>
                  <a:pt x="158683" y="257873"/>
                </a:lnTo>
                <a:lnTo>
                  <a:pt x="158494" y="258578"/>
                </a:lnTo>
                <a:lnTo>
                  <a:pt x="157870" y="291851"/>
                </a:lnTo>
                <a:lnTo>
                  <a:pt x="156526" y="293336"/>
                </a:lnTo>
                <a:lnTo>
                  <a:pt x="124966" y="293300"/>
                </a:lnTo>
                <a:lnTo>
                  <a:pt x="113850" y="292983"/>
                </a:lnTo>
                <a:lnTo>
                  <a:pt x="112983" y="291697"/>
                </a:lnTo>
                <a:lnTo>
                  <a:pt x="112567" y="287626"/>
                </a:lnTo>
                <a:lnTo>
                  <a:pt x="112436" y="258368"/>
                </a:lnTo>
                <a:lnTo>
                  <a:pt x="111096" y="257589"/>
                </a:lnTo>
                <a:lnTo>
                  <a:pt x="109240" y="257369"/>
                </a:lnTo>
                <a:lnTo>
                  <a:pt x="91575" y="257272"/>
                </a:lnTo>
                <a:lnTo>
                  <a:pt x="90161" y="258686"/>
                </a:lnTo>
                <a:lnTo>
                  <a:pt x="90161" y="352736"/>
                </a:lnTo>
                <a:lnTo>
                  <a:pt x="91160" y="353681"/>
                </a:lnTo>
                <a:lnTo>
                  <a:pt x="92829" y="354237"/>
                </a:lnTo>
                <a:lnTo>
                  <a:pt x="94906" y="354419"/>
                </a:lnTo>
                <a:lnTo>
                  <a:pt x="110986" y="354327"/>
                </a:lnTo>
                <a:lnTo>
                  <a:pt x="112506" y="352807"/>
                </a:lnTo>
                <a:lnTo>
                  <a:pt x="112490" y="323234"/>
                </a:lnTo>
                <a:lnTo>
                  <a:pt x="112962" y="316259"/>
                </a:lnTo>
                <a:lnTo>
                  <a:pt x="113492" y="315166"/>
                </a:lnTo>
                <a:lnTo>
                  <a:pt x="114193" y="314843"/>
                </a:lnTo>
                <a:lnTo>
                  <a:pt x="122159" y="314614"/>
                </a:lnTo>
                <a:lnTo>
                  <a:pt x="156597" y="314550"/>
                </a:lnTo>
                <a:lnTo>
                  <a:pt x="158046" y="316424"/>
                </a:lnTo>
                <a:lnTo>
                  <a:pt x="158046" y="352772"/>
                </a:lnTo>
                <a:lnTo>
                  <a:pt x="159814" y="354539"/>
                </a:lnTo>
                <a:lnTo>
                  <a:pt x="178518" y="354327"/>
                </a:lnTo>
                <a:lnTo>
                  <a:pt x="180109" y="352736"/>
                </a:lnTo>
                <a:lnTo>
                  <a:pt x="179968" y="259040"/>
                </a:lnTo>
                <a:lnTo>
                  <a:pt x="179019" y="257841"/>
                </a:lnTo>
                <a:lnTo>
                  <a:pt x="177187" y="257525"/>
                </a:lnTo>
                <a:lnTo>
                  <a:pt x="161335" y="257201"/>
                </a:lnTo>
                <a:close/>
                <a:moveTo>
                  <a:pt x="211259" y="257661"/>
                </a:moveTo>
                <a:lnTo>
                  <a:pt x="207490" y="258570"/>
                </a:lnTo>
                <a:lnTo>
                  <a:pt x="202375" y="260486"/>
                </a:lnTo>
                <a:lnTo>
                  <a:pt x="199697" y="261974"/>
                </a:lnTo>
                <a:lnTo>
                  <a:pt x="197276" y="264108"/>
                </a:lnTo>
                <a:lnTo>
                  <a:pt x="195209" y="266612"/>
                </a:lnTo>
                <a:lnTo>
                  <a:pt x="192844" y="270942"/>
                </a:lnTo>
                <a:lnTo>
                  <a:pt x="191805" y="274133"/>
                </a:lnTo>
                <a:lnTo>
                  <a:pt x="190575" y="280219"/>
                </a:lnTo>
                <a:lnTo>
                  <a:pt x="190275" y="293515"/>
                </a:lnTo>
                <a:lnTo>
                  <a:pt x="190398" y="330992"/>
                </a:lnTo>
                <a:lnTo>
                  <a:pt x="191999" y="337858"/>
                </a:lnTo>
                <a:lnTo>
                  <a:pt x="194441" y="343605"/>
                </a:lnTo>
                <a:lnTo>
                  <a:pt x="196734" y="346641"/>
                </a:lnTo>
                <a:lnTo>
                  <a:pt x="201308" y="350192"/>
                </a:lnTo>
                <a:lnTo>
                  <a:pt x="206795" y="352644"/>
                </a:lnTo>
                <a:lnTo>
                  <a:pt x="210953" y="353579"/>
                </a:lnTo>
                <a:lnTo>
                  <a:pt x="217296" y="354083"/>
                </a:lnTo>
                <a:lnTo>
                  <a:pt x="227487" y="354288"/>
                </a:lnTo>
                <a:lnTo>
                  <a:pt x="269492" y="354327"/>
                </a:lnTo>
                <a:lnTo>
                  <a:pt x="270836" y="352665"/>
                </a:lnTo>
                <a:lnTo>
                  <a:pt x="270778" y="337329"/>
                </a:lnTo>
                <a:lnTo>
                  <a:pt x="270588" y="335133"/>
                </a:lnTo>
                <a:lnTo>
                  <a:pt x="269863" y="333769"/>
                </a:lnTo>
                <a:lnTo>
                  <a:pt x="268519" y="333435"/>
                </a:lnTo>
                <a:lnTo>
                  <a:pt x="263818" y="333344"/>
                </a:lnTo>
                <a:lnTo>
                  <a:pt x="219745" y="333113"/>
                </a:lnTo>
                <a:lnTo>
                  <a:pt x="216267" y="331394"/>
                </a:lnTo>
                <a:lnTo>
                  <a:pt x="213823" y="329191"/>
                </a:lnTo>
                <a:lnTo>
                  <a:pt x="212525" y="325960"/>
                </a:lnTo>
                <a:lnTo>
                  <a:pt x="212143" y="321233"/>
                </a:lnTo>
                <a:lnTo>
                  <a:pt x="212334" y="317661"/>
                </a:lnTo>
                <a:lnTo>
                  <a:pt x="213628" y="316142"/>
                </a:lnTo>
                <a:lnTo>
                  <a:pt x="269457" y="315505"/>
                </a:lnTo>
                <a:lnTo>
                  <a:pt x="270285" y="314592"/>
                </a:lnTo>
                <a:lnTo>
                  <a:pt x="270597" y="313233"/>
                </a:lnTo>
                <a:lnTo>
                  <a:pt x="270836" y="304863"/>
                </a:lnTo>
                <a:lnTo>
                  <a:pt x="270836" y="296235"/>
                </a:lnTo>
                <a:lnTo>
                  <a:pt x="269492" y="294574"/>
                </a:lnTo>
                <a:lnTo>
                  <a:pt x="213568" y="293956"/>
                </a:lnTo>
                <a:lnTo>
                  <a:pt x="212853" y="293752"/>
                </a:lnTo>
                <a:lnTo>
                  <a:pt x="212483" y="293280"/>
                </a:lnTo>
                <a:lnTo>
                  <a:pt x="212153" y="290490"/>
                </a:lnTo>
                <a:lnTo>
                  <a:pt x="212514" y="285226"/>
                </a:lnTo>
                <a:lnTo>
                  <a:pt x="214285" y="281481"/>
                </a:lnTo>
                <a:lnTo>
                  <a:pt x="215343" y="280250"/>
                </a:lnTo>
                <a:lnTo>
                  <a:pt x="216268" y="279686"/>
                </a:lnTo>
                <a:lnTo>
                  <a:pt x="220593" y="278133"/>
                </a:lnTo>
                <a:lnTo>
                  <a:pt x="268962" y="278133"/>
                </a:lnTo>
                <a:lnTo>
                  <a:pt x="270836" y="276683"/>
                </a:lnTo>
                <a:lnTo>
                  <a:pt x="270836" y="258368"/>
                </a:lnTo>
                <a:lnTo>
                  <a:pt x="269171" y="257589"/>
                </a:lnTo>
                <a:lnTo>
                  <a:pt x="261881" y="257336"/>
                </a:lnTo>
                <a:lnTo>
                  <a:pt x="211259" y="257661"/>
                </a:lnTo>
                <a:close/>
                <a:moveTo>
                  <a:pt x="282751" y="257908"/>
                </a:moveTo>
                <a:lnTo>
                  <a:pt x="282150" y="258580"/>
                </a:lnTo>
                <a:lnTo>
                  <a:pt x="282150" y="352772"/>
                </a:lnTo>
                <a:lnTo>
                  <a:pt x="283883" y="354504"/>
                </a:lnTo>
                <a:lnTo>
                  <a:pt x="297098" y="354475"/>
                </a:lnTo>
                <a:lnTo>
                  <a:pt x="302084" y="354099"/>
                </a:lnTo>
                <a:lnTo>
                  <a:pt x="303251" y="353658"/>
                </a:lnTo>
                <a:lnTo>
                  <a:pt x="304001" y="352984"/>
                </a:lnTo>
                <a:lnTo>
                  <a:pt x="304271" y="351651"/>
                </a:lnTo>
                <a:lnTo>
                  <a:pt x="304534" y="323383"/>
                </a:lnTo>
                <a:lnTo>
                  <a:pt x="304835" y="320586"/>
                </a:lnTo>
                <a:lnTo>
                  <a:pt x="305417" y="319328"/>
                </a:lnTo>
                <a:lnTo>
                  <a:pt x="306370" y="318793"/>
                </a:lnTo>
                <a:lnTo>
                  <a:pt x="308556" y="318647"/>
                </a:lnTo>
                <a:lnTo>
                  <a:pt x="336207" y="318441"/>
                </a:lnTo>
                <a:lnTo>
                  <a:pt x="344885" y="317990"/>
                </a:lnTo>
                <a:lnTo>
                  <a:pt x="352652" y="316141"/>
                </a:lnTo>
                <a:lnTo>
                  <a:pt x="355656" y="314831"/>
                </a:lnTo>
                <a:lnTo>
                  <a:pt x="358323" y="313214"/>
                </a:lnTo>
                <a:lnTo>
                  <a:pt x="361660" y="310238"/>
                </a:lnTo>
                <a:lnTo>
                  <a:pt x="363778" y="307340"/>
                </a:lnTo>
                <a:lnTo>
                  <a:pt x="364939" y="304680"/>
                </a:lnTo>
                <a:lnTo>
                  <a:pt x="366724" y="298463"/>
                </a:lnTo>
                <a:lnTo>
                  <a:pt x="366927" y="281252"/>
                </a:lnTo>
                <a:lnTo>
                  <a:pt x="366596" y="277060"/>
                </a:lnTo>
                <a:lnTo>
                  <a:pt x="364519" y="269769"/>
                </a:lnTo>
                <a:lnTo>
                  <a:pt x="363050" y="267042"/>
                </a:lnTo>
                <a:lnTo>
                  <a:pt x="361094" y="264533"/>
                </a:lnTo>
                <a:lnTo>
                  <a:pt x="358790" y="262394"/>
                </a:lnTo>
                <a:lnTo>
                  <a:pt x="356277" y="260774"/>
                </a:lnTo>
                <a:lnTo>
                  <a:pt x="349609" y="258141"/>
                </a:lnTo>
                <a:lnTo>
                  <a:pt x="344202" y="257484"/>
                </a:lnTo>
                <a:lnTo>
                  <a:pt x="330890" y="257285"/>
                </a:lnTo>
                <a:lnTo>
                  <a:pt x="283317" y="257272"/>
                </a:lnTo>
                <a:lnTo>
                  <a:pt x="282751" y="257908"/>
                </a:lnTo>
                <a:close/>
                <a:moveTo>
                  <a:pt x="337484" y="278522"/>
                </a:moveTo>
                <a:lnTo>
                  <a:pt x="340999" y="279887"/>
                </a:lnTo>
                <a:lnTo>
                  <a:pt x="342615" y="281072"/>
                </a:lnTo>
                <a:lnTo>
                  <a:pt x="343726" y="282549"/>
                </a:lnTo>
                <a:lnTo>
                  <a:pt x="344591" y="285452"/>
                </a:lnTo>
                <a:lnTo>
                  <a:pt x="344657" y="288643"/>
                </a:lnTo>
                <a:lnTo>
                  <a:pt x="344074" y="292142"/>
                </a:lnTo>
                <a:lnTo>
                  <a:pt x="342812" y="294008"/>
                </a:lnTo>
                <a:lnTo>
                  <a:pt x="340179" y="296058"/>
                </a:lnTo>
                <a:lnTo>
                  <a:pt x="338765" y="296554"/>
                </a:lnTo>
                <a:lnTo>
                  <a:pt x="334019" y="296770"/>
                </a:lnTo>
                <a:lnTo>
                  <a:pt x="305875" y="296872"/>
                </a:lnTo>
                <a:lnTo>
                  <a:pt x="304425" y="294998"/>
                </a:lnTo>
                <a:lnTo>
                  <a:pt x="304643" y="281644"/>
                </a:lnTo>
                <a:lnTo>
                  <a:pt x="305244" y="279366"/>
                </a:lnTo>
                <a:lnTo>
                  <a:pt x="306405" y="278309"/>
                </a:lnTo>
                <a:lnTo>
                  <a:pt x="321626" y="278031"/>
                </a:lnTo>
                <a:lnTo>
                  <a:pt x="337484" y="278522"/>
                </a:lnTo>
                <a:close/>
                <a:moveTo>
                  <a:pt x="395823" y="257802"/>
                </a:moveTo>
                <a:lnTo>
                  <a:pt x="392508" y="258654"/>
                </a:lnTo>
                <a:lnTo>
                  <a:pt x="387752" y="260399"/>
                </a:lnTo>
                <a:lnTo>
                  <a:pt x="385327" y="261855"/>
                </a:lnTo>
                <a:lnTo>
                  <a:pt x="382913" y="263888"/>
                </a:lnTo>
                <a:lnTo>
                  <a:pt x="380750" y="266265"/>
                </a:lnTo>
                <a:lnTo>
                  <a:pt x="379077" y="268752"/>
                </a:lnTo>
                <a:lnTo>
                  <a:pt x="376380" y="275635"/>
                </a:lnTo>
                <a:lnTo>
                  <a:pt x="375749" y="282901"/>
                </a:lnTo>
                <a:lnTo>
                  <a:pt x="375564" y="292448"/>
                </a:lnTo>
                <a:lnTo>
                  <a:pt x="375493" y="352772"/>
                </a:lnTo>
                <a:lnTo>
                  <a:pt x="377225" y="354504"/>
                </a:lnTo>
                <a:lnTo>
                  <a:pt x="393403" y="354334"/>
                </a:lnTo>
                <a:lnTo>
                  <a:pt x="395957" y="353828"/>
                </a:lnTo>
                <a:lnTo>
                  <a:pt x="397025" y="352807"/>
                </a:lnTo>
                <a:lnTo>
                  <a:pt x="397326" y="344489"/>
                </a:lnTo>
                <a:lnTo>
                  <a:pt x="397618" y="289120"/>
                </a:lnTo>
                <a:lnTo>
                  <a:pt x="397972" y="284990"/>
                </a:lnTo>
                <a:lnTo>
                  <a:pt x="399277" y="281588"/>
                </a:lnTo>
                <a:lnTo>
                  <a:pt x="401660" y="279803"/>
                </a:lnTo>
                <a:lnTo>
                  <a:pt x="405917" y="278361"/>
                </a:lnTo>
                <a:lnTo>
                  <a:pt x="413137" y="278044"/>
                </a:lnTo>
                <a:lnTo>
                  <a:pt x="439560" y="277956"/>
                </a:lnTo>
                <a:lnTo>
                  <a:pt x="440904" y="276294"/>
                </a:lnTo>
                <a:lnTo>
                  <a:pt x="440806" y="260313"/>
                </a:lnTo>
                <a:lnTo>
                  <a:pt x="440587" y="258594"/>
                </a:lnTo>
                <a:lnTo>
                  <a:pt x="439808" y="257272"/>
                </a:lnTo>
                <a:lnTo>
                  <a:pt x="404700" y="257395"/>
                </a:lnTo>
                <a:lnTo>
                  <a:pt x="395823" y="257802"/>
                </a:lnTo>
                <a:close/>
                <a:moveTo>
                  <a:pt x="615391" y="266147"/>
                </a:moveTo>
                <a:lnTo>
                  <a:pt x="612417" y="267922"/>
                </a:lnTo>
                <a:lnTo>
                  <a:pt x="609445" y="269066"/>
                </a:lnTo>
                <a:lnTo>
                  <a:pt x="607285" y="270434"/>
                </a:lnTo>
                <a:lnTo>
                  <a:pt x="601032" y="276042"/>
                </a:lnTo>
                <a:lnTo>
                  <a:pt x="597889" y="278185"/>
                </a:lnTo>
                <a:lnTo>
                  <a:pt x="596750" y="279704"/>
                </a:lnTo>
                <a:lnTo>
                  <a:pt x="596475" y="280961"/>
                </a:lnTo>
                <a:lnTo>
                  <a:pt x="596752" y="281584"/>
                </a:lnTo>
                <a:lnTo>
                  <a:pt x="601486" y="286704"/>
                </a:lnTo>
                <a:lnTo>
                  <a:pt x="602364" y="288540"/>
                </a:lnTo>
                <a:lnTo>
                  <a:pt x="601575" y="294034"/>
                </a:lnTo>
                <a:lnTo>
                  <a:pt x="601176" y="302005"/>
                </a:lnTo>
                <a:lnTo>
                  <a:pt x="600796" y="303415"/>
                </a:lnTo>
                <a:lnTo>
                  <a:pt x="599723" y="305086"/>
                </a:lnTo>
                <a:lnTo>
                  <a:pt x="597642" y="307196"/>
                </a:lnTo>
                <a:lnTo>
                  <a:pt x="592374" y="306029"/>
                </a:lnTo>
                <a:lnTo>
                  <a:pt x="588136" y="307520"/>
                </a:lnTo>
                <a:lnTo>
                  <a:pt x="586412" y="307731"/>
                </a:lnTo>
                <a:lnTo>
                  <a:pt x="580784" y="306193"/>
                </a:lnTo>
                <a:lnTo>
                  <a:pt x="578630" y="306065"/>
                </a:lnTo>
                <a:lnTo>
                  <a:pt x="577705" y="306312"/>
                </a:lnTo>
                <a:lnTo>
                  <a:pt x="575910" y="307526"/>
                </a:lnTo>
                <a:lnTo>
                  <a:pt x="571632" y="312632"/>
                </a:lnTo>
                <a:lnTo>
                  <a:pt x="568431" y="315675"/>
                </a:lnTo>
                <a:lnTo>
                  <a:pt x="565134" y="317703"/>
                </a:lnTo>
                <a:lnTo>
                  <a:pt x="563082" y="318354"/>
                </a:lnTo>
                <a:lnTo>
                  <a:pt x="561251" y="318547"/>
                </a:lnTo>
                <a:lnTo>
                  <a:pt x="559182" y="319930"/>
                </a:lnTo>
                <a:lnTo>
                  <a:pt x="558444" y="321464"/>
                </a:lnTo>
                <a:lnTo>
                  <a:pt x="558346" y="323232"/>
                </a:lnTo>
                <a:lnTo>
                  <a:pt x="558996" y="325016"/>
                </a:lnTo>
                <a:lnTo>
                  <a:pt x="560093" y="326225"/>
                </a:lnTo>
                <a:lnTo>
                  <a:pt x="561499" y="327054"/>
                </a:lnTo>
                <a:lnTo>
                  <a:pt x="562996" y="327450"/>
                </a:lnTo>
                <a:lnTo>
                  <a:pt x="564938" y="327106"/>
                </a:lnTo>
                <a:lnTo>
                  <a:pt x="566346" y="325965"/>
                </a:lnTo>
                <a:lnTo>
                  <a:pt x="574548" y="321047"/>
                </a:lnTo>
                <a:lnTo>
                  <a:pt x="579350" y="315454"/>
                </a:lnTo>
                <a:lnTo>
                  <a:pt x="580878" y="314276"/>
                </a:lnTo>
                <a:lnTo>
                  <a:pt x="581969" y="314239"/>
                </a:lnTo>
                <a:lnTo>
                  <a:pt x="585929" y="315744"/>
                </a:lnTo>
                <a:lnTo>
                  <a:pt x="588051" y="316102"/>
                </a:lnTo>
                <a:lnTo>
                  <a:pt x="589811" y="315762"/>
                </a:lnTo>
                <a:lnTo>
                  <a:pt x="591949" y="314197"/>
                </a:lnTo>
                <a:lnTo>
                  <a:pt x="598153" y="314502"/>
                </a:lnTo>
                <a:lnTo>
                  <a:pt x="600085" y="314328"/>
                </a:lnTo>
                <a:lnTo>
                  <a:pt x="602416" y="313338"/>
                </a:lnTo>
                <a:lnTo>
                  <a:pt x="609661" y="307320"/>
                </a:lnTo>
                <a:lnTo>
                  <a:pt x="610198" y="306198"/>
                </a:lnTo>
                <a:lnTo>
                  <a:pt x="610208" y="305316"/>
                </a:lnTo>
                <a:lnTo>
                  <a:pt x="608730" y="301318"/>
                </a:lnTo>
                <a:lnTo>
                  <a:pt x="608472" y="296937"/>
                </a:lnTo>
                <a:lnTo>
                  <a:pt x="609163" y="293643"/>
                </a:lnTo>
                <a:lnTo>
                  <a:pt x="610871" y="289265"/>
                </a:lnTo>
                <a:lnTo>
                  <a:pt x="611078" y="287498"/>
                </a:lnTo>
                <a:lnTo>
                  <a:pt x="610367" y="285168"/>
                </a:lnTo>
                <a:lnTo>
                  <a:pt x="608324" y="282427"/>
                </a:lnTo>
                <a:lnTo>
                  <a:pt x="607789" y="281032"/>
                </a:lnTo>
                <a:lnTo>
                  <a:pt x="608568" y="279428"/>
                </a:lnTo>
                <a:lnTo>
                  <a:pt x="610623" y="277483"/>
                </a:lnTo>
                <a:lnTo>
                  <a:pt x="617317" y="273471"/>
                </a:lnTo>
                <a:lnTo>
                  <a:pt x="618443" y="272294"/>
                </a:lnTo>
                <a:lnTo>
                  <a:pt x="619146" y="269009"/>
                </a:lnTo>
                <a:lnTo>
                  <a:pt x="618997" y="266818"/>
                </a:lnTo>
                <a:lnTo>
                  <a:pt x="617473" y="265859"/>
                </a:lnTo>
                <a:lnTo>
                  <a:pt x="615391" y="266147"/>
                </a:lnTo>
                <a:close/>
                <a:moveTo>
                  <a:pt x="469295" y="372854"/>
                </a:moveTo>
                <a:lnTo>
                  <a:pt x="455082" y="373067"/>
                </a:lnTo>
                <a:lnTo>
                  <a:pt x="453455" y="374693"/>
                </a:lnTo>
                <a:lnTo>
                  <a:pt x="453379" y="462691"/>
                </a:lnTo>
                <a:lnTo>
                  <a:pt x="453455" y="468248"/>
                </a:lnTo>
                <a:lnTo>
                  <a:pt x="453872" y="469132"/>
                </a:lnTo>
                <a:lnTo>
                  <a:pt x="455665" y="469892"/>
                </a:lnTo>
                <a:lnTo>
                  <a:pt x="458165" y="470110"/>
                </a:lnTo>
                <a:lnTo>
                  <a:pt x="473609" y="470087"/>
                </a:lnTo>
                <a:lnTo>
                  <a:pt x="475200" y="468602"/>
                </a:lnTo>
                <a:lnTo>
                  <a:pt x="475288" y="405118"/>
                </a:lnTo>
                <a:lnTo>
                  <a:pt x="475440" y="397716"/>
                </a:lnTo>
                <a:lnTo>
                  <a:pt x="475864" y="395666"/>
                </a:lnTo>
                <a:lnTo>
                  <a:pt x="476862" y="394847"/>
                </a:lnTo>
                <a:lnTo>
                  <a:pt x="481478" y="394625"/>
                </a:lnTo>
                <a:lnTo>
                  <a:pt x="514165" y="394484"/>
                </a:lnTo>
                <a:lnTo>
                  <a:pt x="519306" y="394862"/>
                </a:lnTo>
                <a:lnTo>
                  <a:pt x="519927" y="395971"/>
                </a:lnTo>
                <a:lnTo>
                  <a:pt x="520129" y="397369"/>
                </a:lnTo>
                <a:lnTo>
                  <a:pt x="520421" y="407824"/>
                </a:lnTo>
                <a:lnTo>
                  <a:pt x="520740" y="468920"/>
                </a:lnTo>
                <a:lnTo>
                  <a:pt x="521725" y="469647"/>
                </a:lnTo>
                <a:lnTo>
                  <a:pt x="524228" y="470004"/>
                </a:lnTo>
                <a:lnTo>
                  <a:pt x="541565" y="470122"/>
                </a:lnTo>
                <a:lnTo>
                  <a:pt x="542768" y="468778"/>
                </a:lnTo>
                <a:lnTo>
                  <a:pt x="542820" y="394251"/>
                </a:lnTo>
                <a:lnTo>
                  <a:pt x="542706" y="377051"/>
                </a:lnTo>
                <a:lnTo>
                  <a:pt x="542445" y="374065"/>
                </a:lnTo>
                <a:lnTo>
                  <a:pt x="540611" y="373159"/>
                </a:lnTo>
                <a:lnTo>
                  <a:pt x="537640" y="372902"/>
                </a:lnTo>
                <a:lnTo>
                  <a:pt x="469295" y="372854"/>
                </a:lnTo>
                <a:close/>
                <a:moveTo>
                  <a:pt x="114204" y="373774"/>
                </a:moveTo>
                <a:lnTo>
                  <a:pt x="107532" y="375233"/>
                </a:lnTo>
                <a:lnTo>
                  <a:pt x="104678" y="376244"/>
                </a:lnTo>
                <a:lnTo>
                  <a:pt x="99862" y="378874"/>
                </a:lnTo>
                <a:lnTo>
                  <a:pt x="97873" y="380512"/>
                </a:lnTo>
                <a:lnTo>
                  <a:pt x="96145" y="382378"/>
                </a:lnTo>
                <a:lnTo>
                  <a:pt x="93416" y="386831"/>
                </a:lnTo>
                <a:lnTo>
                  <a:pt x="91057" y="394130"/>
                </a:lnTo>
                <a:lnTo>
                  <a:pt x="90622" y="398648"/>
                </a:lnTo>
                <a:lnTo>
                  <a:pt x="90404" y="413075"/>
                </a:lnTo>
                <a:lnTo>
                  <a:pt x="90334" y="461713"/>
                </a:lnTo>
                <a:lnTo>
                  <a:pt x="90550" y="469485"/>
                </a:lnTo>
                <a:lnTo>
                  <a:pt x="91014" y="470185"/>
                </a:lnTo>
                <a:lnTo>
                  <a:pt x="91968" y="470620"/>
                </a:lnTo>
                <a:lnTo>
                  <a:pt x="97025" y="470893"/>
                </a:lnTo>
                <a:lnTo>
                  <a:pt x="111128" y="470652"/>
                </a:lnTo>
                <a:lnTo>
                  <a:pt x="112436" y="468884"/>
                </a:lnTo>
                <a:lnTo>
                  <a:pt x="112818" y="403869"/>
                </a:lnTo>
                <a:lnTo>
                  <a:pt x="113037" y="400574"/>
                </a:lnTo>
                <a:lnTo>
                  <a:pt x="114672" y="397945"/>
                </a:lnTo>
                <a:lnTo>
                  <a:pt x="116573" y="396084"/>
                </a:lnTo>
                <a:lnTo>
                  <a:pt x="119876" y="395404"/>
                </a:lnTo>
                <a:lnTo>
                  <a:pt x="128646" y="394912"/>
                </a:lnTo>
                <a:lnTo>
                  <a:pt x="154049" y="394631"/>
                </a:lnTo>
                <a:lnTo>
                  <a:pt x="155042" y="394118"/>
                </a:lnTo>
                <a:lnTo>
                  <a:pt x="155505" y="393130"/>
                </a:lnTo>
                <a:lnTo>
                  <a:pt x="155895" y="388281"/>
                </a:lnTo>
                <a:lnTo>
                  <a:pt x="155925" y="375082"/>
                </a:lnTo>
                <a:lnTo>
                  <a:pt x="154581" y="373420"/>
                </a:lnTo>
                <a:lnTo>
                  <a:pt x="122984" y="373415"/>
                </a:lnTo>
                <a:lnTo>
                  <a:pt x="114204" y="373774"/>
                </a:lnTo>
                <a:close/>
                <a:moveTo>
                  <a:pt x="167699" y="373668"/>
                </a:moveTo>
                <a:lnTo>
                  <a:pt x="166709" y="374622"/>
                </a:lnTo>
                <a:lnTo>
                  <a:pt x="166554" y="381043"/>
                </a:lnTo>
                <a:lnTo>
                  <a:pt x="167052" y="467471"/>
                </a:lnTo>
                <a:lnTo>
                  <a:pt x="167910" y="469742"/>
                </a:lnTo>
                <a:lnTo>
                  <a:pt x="168406" y="470263"/>
                </a:lnTo>
                <a:lnTo>
                  <a:pt x="169425" y="470566"/>
                </a:lnTo>
                <a:lnTo>
                  <a:pt x="187575" y="470843"/>
                </a:lnTo>
                <a:lnTo>
                  <a:pt x="188810" y="469663"/>
                </a:lnTo>
                <a:lnTo>
                  <a:pt x="189092" y="467810"/>
                </a:lnTo>
                <a:lnTo>
                  <a:pt x="189252" y="440313"/>
                </a:lnTo>
                <a:lnTo>
                  <a:pt x="189466" y="437462"/>
                </a:lnTo>
                <a:lnTo>
                  <a:pt x="189877" y="436129"/>
                </a:lnTo>
                <a:lnTo>
                  <a:pt x="190540" y="435613"/>
                </a:lnTo>
                <a:lnTo>
                  <a:pt x="191626" y="435529"/>
                </a:lnTo>
                <a:lnTo>
                  <a:pt x="221765" y="435090"/>
                </a:lnTo>
                <a:lnTo>
                  <a:pt x="229007" y="434669"/>
                </a:lnTo>
                <a:lnTo>
                  <a:pt x="232338" y="434124"/>
                </a:lnTo>
                <a:lnTo>
                  <a:pt x="237608" y="432670"/>
                </a:lnTo>
                <a:lnTo>
                  <a:pt x="241089" y="431154"/>
                </a:lnTo>
                <a:lnTo>
                  <a:pt x="244039" y="429214"/>
                </a:lnTo>
                <a:lnTo>
                  <a:pt x="246502" y="426815"/>
                </a:lnTo>
                <a:lnTo>
                  <a:pt x="248519" y="423924"/>
                </a:lnTo>
                <a:lnTo>
                  <a:pt x="250323" y="420013"/>
                </a:lnTo>
                <a:lnTo>
                  <a:pt x="250924" y="417641"/>
                </a:lnTo>
                <a:lnTo>
                  <a:pt x="251354" y="409720"/>
                </a:lnTo>
                <a:lnTo>
                  <a:pt x="251212" y="390392"/>
                </a:lnTo>
                <a:lnTo>
                  <a:pt x="248631" y="384765"/>
                </a:lnTo>
                <a:lnTo>
                  <a:pt x="247357" y="382844"/>
                </a:lnTo>
                <a:lnTo>
                  <a:pt x="244184" y="379517"/>
                </a:lnTo>
                <a:lnTo>
                  <a:pt x="240192" y="376887"/>
                </a:lnTo>
                <a:lnTo>
                  <a:pt x="237894" y="375838"/>
                </a:lnTo>
                <a:lnTo>
                  <a:pt x="232706" y="374279"/>
                </a:lnTo>
                <a:lnTo>
                  <a:pt x="227059" y="373608"/>
                </a:lnTo>
                <a:lnTo>
                  <a:pt x="214719" y="373372"/>
                </a:lnTo>
                <a:lnTo>
                  <a:pt x="180841" y="373312"/>
                </a:lnTo>
                <a:lnTo>
                  <a:pt x="167699" y="373668"/>
                </a:lnTo>
                <a:close/>
                <a:moveTo>
                  <a:pt x="221901" y="394988"/>
                </a:moveTo>
                <a:lnTo>
                  <a:pt x="224681" y="395791"/>
                </a:lnTo>
                <a:lnTo>
                  <a:pt x="226608" y="396752"/>
                </a:lnTo>
                <a:lnTo>
                  <a:pt x="227902" y="397992"/>
                </a:lnTo>
                <a:lnTo>
                  <a:pt x="229114" y="400009"/>
                </a:lnTo>
                <a:lnTo>
                  <a:pt x="229114" y="408494"/>
                </a:lnTo>
                <a:lnTo>
                  <a:pt x="227245" y="410841"/>
                </a:lnTo>
                <a:lnTo>
                  <a:pt x="224058" y="413020"/>
                </a:lnTo>
                <a:lnTo>
                  <a:pt x="190646" y="413232"/>
                </a:lnTo>
                <a:lnTo>
                  <a:pt x="189161" y="411323"/>
                </a:lnTo>
                <a:lnTo>
                  <a:pt x="189309" y="397832"/>
                </a:lnTo>
                <a:lnTo>
                  <a:pt x="189760" y="395759"/>
                </a:lnTo>
                <a:lnTo>
                  <a:pt x="190681" y="394917"/>
                </a:lnTo>
                <a:lnTo>
                  <a:pt x="211484" y="394473"/>
                </a:lnTo>
                <a:lnTo>
                  <a:pt x="218624" y="394595"/>
                </a:lnTo>
                <a:lnTo>
                  <a:pt x="221901" y="394988"/>
                </a:lnTo>
                <a:close/>
                <a:moveTo>
                  <a:pt x="353536" y="373915"/>
                </a:moveTo>
                <a:lnTo>
                  <a:pt x="352688" y="374587"/>
                </a:lnTo>
                <a:lnTo>
                  <a:pt x="352602" y="454035"/>
                </a:lnTo>
                <a:lnTo>
                  <a:pt x="352736" y="464619"/>
                </a:lnTo>
                <a:lnTo>
                  <a:pt x="353370" y="470121"/>
                </a:lnTo>
                <a:lnTo>
                  <a:pt x="354208" y="470617"/>
                </a:lnTo>
                <a:lnTo>
                  <a:pt x="355659" y="470721"/>
                </a:lnTo>
                <a:lnTo>
                  <a:pt x="370321" y="470876"/>
                </a:lnTo>
                <a:lnTo>
                  <a:pt x="372528" y="470478"/>
                </a:lnTo>
                <a:lnTo>
                  <a:pt x="374255" y="469132"/>
                </a:lnTo>
                <a:lnTo>
                  <a:pt x="374438" y="403723"/>
                </a:lnTo>
                <a:lnTo>
                  <a:pt x="374574" y="396296"/>
                </a:lnTo>
                <a:lnTo>
                  <a:pt x="375055" y="395399"/>
                </a:lnTo>
                <a:lnTo>
                  <a:pt x="377884" y="394687"/>
                </a:lnTo>
                <a:lnTo>
                  <a:pt x="382716" y="394507"/>
                </a:lnTo>
                <a:lnTo>
                  <a:pt x="417214" y="394458"/>
                </a:lnTo>
                <a:lnTo>
                  <a:pt x="419406" y="396438"/>
                </a:lnTo>
                <a:lnTo>
                  <a:pt x="419443" y="449898"/>
                </a:lnTo>
                <a:lnTo>
                  <a:pt x="419760" y="468814"/>
                </a:lnTo>
                <a:lnTo>
                  <a:pt x="422341" y="470829"/>
                </a:lnTo>
                <a:lnTo>
                  <a:pt x="435024" y="470795"/>
                </a:lnTo>
                <a:lnTo>
                  <a:pt x="440116" y="470494"/>
                </a:lnTo>
                <a:lnTo>
                  <a:pt x="441611" y="468566"/>
                </a:lnTo>
                <a:lnTo>
                  <a:pt x="441611" y="374976"/>
                </a:lnTo>
                <a:lnTo>
                  <a:pt x="439878" y="373243"/>
                </a:lnTo>
                <a:lnTo>
                  <a:pt x="354349" y="373243"/>
                </a:lnTo>
                <a:lnTo>
                  <a:pt x="353536" y="373915"/>
                </a:lnTo>
                <a:close/>
                <a:moveTo>
                  <a:pt x="260441" y="374764"/>
                </a:moveTo>
                <a:lnTo>
                  <a:pt x="259465" y="376404"/>
                </a:lnTo>
                <a:lnTo>
                  <a:pt x="259286" y="378203"/>
                </a:lnTo>
                <a:lnTo>
                  <a:pt x="259355" y="408271"/>
                </a:lnTo>
                <a:lnTo>
                  <a:pt x="259672" y="417020"/>
                </a:lnTo>
                <a:lnTo>
                  <a:pt x="260618" y="421005"/>
                </a:lnTo>
                <a:lnTo>
                  <a:pt x="262719" y="424564"/>
                </a:lnTo>
                <a:lnTo>
                  <a:pt x="264769" y="427083"/>
                </a:lnTo>
                <a:lnTo>
                  <a:pt x="267167" y="429249"/>
                </a:lnTo>
                <a:lnTo>
                  <a:pt x="271454" y="431866"/>
                </a:lnTo>
                <a:lnTo>
                  <a:pt x="279004" y="434453"/>
                </a:lnTo>
                <a:lnTo>
                  <a:pt x="287022" y="435121"/>
                </a:lnTo>
                <a:lnTo>
                  <a:pt x="318780" y="435649"/>
                </a:lnTo>
                <a:lnTo>
                  <a:pt x="320204" y="436169"/>
                </a:lnTo>
                <a:lnTo>
                  <a:pt x="320751" y="436904"/>
                </a:lnTo>
                <a:lnTo>
                  <a:pt x="321172" y="440006"/>
                </a:lnTo>
                <a:lnTo>
                  <a:pt x="321220" y="445195"/>
                </a:lnTo>
                <a:lnTo>
                  <a:pt x="318258" y="448580"/>
                </a:lnTo>
                <a:lnTo>
                  <a:pt x="315903" y="449596"/>
                </a:lnTo>
                <a:lnTo>
                  <a:pt x="307638" y="450236"/>
                </a:lnTo>
                <a:lnTo>
                  <a:pt x="271857" y="450419"/>
                </a:lnTo>
                <a:lnTo>
                  <a:pt x="265432" y="450614"/>
                </a:lnTo>
                <a:lnTo>
                  <a:pt x="264535" y="450895"/>
                </a:lnTo>
                <a:lnTo>
                  <a:pt x="263833" y="451622"/>
                </a:lnTo>
                <a:lnTo>
                  <a:pt x="263393" y="452987"/>
                </a:lnTo>
                <a:lnTo>
                  <a:pt x="263096" y="456905"/>
                </a:lnTo>
                <a:lnTo>
                  <a:pt x="263226" y="468413"/>
                </a:lnTo>
                <a:lnTo>
                  <a:pt x="263531" y="470130"/>
                </a:lnTo>
                <a:lnTo>
                  <a:pt x="264066" y="471045"/>
                </a:lnTo>
                <a:lnTo>
                  <a:pt x="265372" y="471580"/>
                </a:lnTo>
                <a:lnTo>
                  <a:pt x="272453" y="471801"/>
                </a:lnTo>
                <a:lnTo>
                  <a:pt x="320866" y="471890"/>
                </a:lnTo>
                <a:lnTo>
                  <a:pt x="330722" y="468853"/>
                </a:lnTo>
                <a:lnTo>
                  <a:pt x="334769" y="466532"/>
                </a:lnTo>
                <a:lnTo>
                  <a:pt x="337167" y="464425"/>
                </a:lnTo>
                <a:lnTo>
                  <a:pt x="339963" y="460925"/>
                </a:lnTo>
                <a:lnTo>
                  <a:pt x="341732" y="457119"/>
                </a:lnTo>
                <a:lnTo>
                  <a:pt x="342681" y="453009"/>
                </a:lnTo>
                <a:lnTo>
                  <a:pt x="342740" y="388310"/>
                </a:lnTo>
                <a:lnTo>
                  <a:pt x="342584" y="379630"/>
                </a:lnTo>
                <a:lnTo>
                  <a:pt x="341891" y="374963"/>
                </a:lnTo>
                <a:lnTo>
                  <a:pt x="340218" y="374196"/>
                </a:lnTo>
                <a:lnTo>
                  <a:pt x="331809" y="373942"/>
                </a:lnTo>
                <a:lnTo>
                  <a:pt x="323468" y="374196"/>
                </a:lnTo>
                <a:lnTo>
                  <a:pt x="322740" y="374339"/>
                </a:lnTo>
                <a:lnTo>
                  <a:pt x="321940" y="374994"/>
                </a:lnTo>
                <a:lnTo>
                  <a:pt x="321290" y="377800"/>
                </a:lnTo>
                <a:lnTo>
                  <a:pt x="321126" y="382157"/>
                </a:lnTo>
                <a:lnTo>
                  <a:pt x="321149" y="412136"/>
                </a:lnTo>
                <a:lnTo>
                  <a:pt x="320166" y="413172"/>
                </a:lnTo>
                <a:lnTo>
                  <a:pt x="318246" y="413828"/>
                </a:lnTo>
                <a:lnTo>
                  <a:pt x="315556" y="414053"/>
                </a:lnTo>
                <a:lnTo>
                  <a:pt x="291378" y="414293"/>
                </a:lnTo>
                <a:lnTo>
                  <a:pt x="286122" y="413003"/>
                </a:lnTo>
                <a:lnTo>
                  <a:pt x="284033" y="412123"/>
                </a:lnTo>
                <a:lnTo>
                  <a:pt x="282463" y="410232"/>
                </a:lnTo>
                <a:lnTo>
                  <a:pt x="281177" y="407028"/>
                </a:lnTo>
                <a:lnTo>
                  <a:pt x="280858" y="404062"/>
                </a:lnTo>
                <a:lnTo>
                  <a:pt x="281827" y="398320"/>
                </a:lnTo>
                <a:lnTo>
                  <a:pt x="282035" y="383044"/>
                </a:lnTo>
                <a:lnTo>
                  <a:pt x="281832" y="377928"/>
                </a:lnTo>
                <a:lnTo>
                  <a:pt x="281132" y="375715"/>
                </a:lnTo>
                <a:lnTo>
                  <a:pt x="279145" y="374127"/>
                </a:lnTo>
                <a:lnTo>
                  <a:pt x="261289" y="373915"/>
                </a:lnTo>
                <a:lnTo>
                  <a:pt x="260441" y="374764"/>
                </a:lnTo>
                <a:close/>
              </a:path>
            </a:pathLst>
          </a:cu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ker"/>
          <p:cNvSpPr/>
          <p:nvPr/>
        </p:nvSpPr>
        <p:spPr>
          <a:xfrm>
            <a:off x="576000" y="1440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itle: ВОЗДУШНЫЕ ЛИНИИ"/>
          <p:cNvSpPr txBox="1"/>
          <p:nvPr/>
        </p:nvSpPr>
        <p:spPr>
          <a:xfrm>
            <a:off x="547200" y="1788520"/>
            <a:ext cx="6408000" cy="11480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 spc="-140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ВОЗДУШНЫЕ ЛИНИИ</a:t>
            </a:r>
          </a:p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 spc="-140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ЭЛЕКТРОПЕРЕДАЧ</a:t>
            </a:r>
          </a:p>
        </p:txBody>
      </p:sp>
      <p:sp>
        <p:nvSpPr>
          <p:cNvPr id="5" name="marker"/>
          <p:cNvSpPr/>
          <p:nvPr/>
        </p:nvSpPr>
        <p:spPr>
          <a:xfrm>
            <a:off x="576000" y="4392000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item: Проектирование ключевых энерге"/>
          <p:cNvSpPr txBox="1"/>
          <p:nvPr/>
        </p:nvSpPr>
        <p:spPr>
          <a:xfrm>
            <a:off x="1008000" y="4291996"/>
            <a:ext cx="5904000" cy="4080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Проектирование ключевых энергетических объектов, необходимых для бесперебойного</a:t>
            </a:r>
          </a:p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функционирования инфраструктуры ВСМ.</a:t>
            </a:r>
          </a:p>
        </p:txBody>
      </p:sp>
      <p:sp>
        <p:nvSpPr>
          <p:cNvPr id="7" name="marker"/>
          <p:cNvSpPr/>
          <p:nvPr/>
        </p:nvSpPr>
        <p:spPr>
          <a:xfrm>
            <a:off x="576000" y="4962044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item: Участие в строительстве высоко"/>
          <p:cNvSpPr txBox="1"/>
          <p:nvPr/>
        </p:nvSpPr>
        <p:spPr>
          <a:xfrm>
            <a:off x="1008000" y="4862041"/>
            <a:ext cx="5904000" cy="4080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Участие в строительстве высокоскоростной железнодорожной магистрали в качестве</a:t>
            </a:r>
          </a:p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генподрядчика.</a:t>
            </a:r>
          </a:p>
        </p:txBody>
      </p:sp>
      <p:pic>
        <p:nvPicPr>
          <p:cNvPr id="9" name="image" descr="ee9c49336738f90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5964088"/>
            <a:ext cx="7560000" cy="4727912"/>
          </a:xfrm>
          <a:prstGeom prst="rect">
            <a:avLst/>
          </a:prstGeom>
        </p:spPr>
      </p:pic>
      <p:sp>
        <p:nvSpPr>
          <p:cNvPr id="10" name="band"/>
          <p:cNvSpPr/>
          <p:nvPr/>
        </p:nvSpPr>
        <p:spPr>
          <a:xfrm>
            <a:off x="0" y="5910088"/>
            <a:ext cx="7560000" cy="1080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plate"/>
          <p:cNvSpPr/>
          <p:nvPr/>
        </p:nvSpPr>
        <p:spPr>
          <a:xfrm>
            <a:off x="468000" y="10173600"/>
            <a:ext cx="311536" cy="5184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folio: 12"/>
          <p:cNvSpPr txBox="1"/>
          <p:nvPr/>
        </p:nvSpPr>
        <p:spPr>
          <a:xfrm>
            <a:off x="576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F7F5F1"/>
                </a:solidFill>
                <a:latin typeface="Onest SemiBold"/>
                <a:ea typeface="Onest SemiBold"/>
                <a:cs typeface="Onest SemiBol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image" descr="b43c543ff1e202d3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5964088"/>
          </a:xfrm>
          <a:prstGeom prst="rect">
            <a:avLst/>
          </a:prstGeom>
        </p:spPr>
      </p:pic>
      <p:pic>
        <p:nvPicPr>
          <p:cNvPr id="5" name="image" descr="7507661595d5a852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5964088"/>
            <a:ext cx="7560000" cy="4727912"/>
          </a:xfrm>
          <a:prstGeom prst="rect">
            <a:avLst/>
          </a:prstGeom>
        </p:spPr>
      </p:pic>
      <p:sp>
        <p:nvSpPr>
          <p:cNvPr id="6" name="band"/>
          <p:cNvSpPr/>
          <p:nvPr/>
        </p:nvSpPr>
        <p:spPr>
          <a:xfrm>
            <a:off x="0" y="5910088"/>
            <a:ext cx="7560000" cy="1080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frame"/>
          <p:cNvCxnSpPr/>
          <p:nvPr/>
        </p:nvCxnSpPr>
        <p:spPr>
          <a:xfrm>
            <a:off x="360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792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8" name="folio: 14"/>
          <p:cNvSpPr txBox="1"/>
          <p:nvPr/>
        </p:nvSpPr>
        <p:spPr>
          <a:xfrm>
            <a:off x="360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14</a:t>
            </a:r>
          </a:p>
        </p:txBody>
      </p:sp>
      <p:sp>
        <p:nvSpPr>
          <p:cNvPr id="49" name="marker"/>
          <p:cNvSpPr/>
          <p:nvPr/>
        </p:nvSpPr>
        <p:spPr>
          <a:xfrm>
            <a:off x="720000" y="122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itle: РАСПРЕДЕЛИТЕЛЬНЫЕ ПУНКТЫ,"/>
          <p:cNvSpPr txBox="1"/>
          <p:nvPr/>
        </p:nvSpPr>
        <p:spPr>
          <a:xfrm>
            <a:off x="691200" y="1540770"/>
            <a:ext cx="6216963" cy="1257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РАСПРЕДЕЛИТЕЛЬНЫЕ ПУНКТЫ,</a:t>
            </a:r>
          </a:p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ТРАНСФОРМАТОРНЫЕ</a:t>
            </a:r>
          </a:p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ПОДСТАНЦИИ 110/35КВ</a:t>
            </a:r>
          </a:p>
        </p:txBody>
      </p:sp>
      <p:cxnSp>
        <p:nvCxnSpPr>
          <p:cNvPr id="51" name="motif"/>
          <p:cNvCxnSpPr/>
          <p:nvPr/>
        </p:nvCxnSpPr>
        <p:spPr>
          <a:xfrm>
            <a:off x="720000" y="3227775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2" name="marker"/>
          <p:cNvSpPr/>
          <p:nvPr/>
        </p:nvSpPr>
        <p:spPr>
          <a:xfrm>
            <a:off x="720000" y="3407247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item: Технико-экономическое обоснова"/>
          <p:cNvSpPr txBox="1"/>
          <p:nvPr/>
        </p:nvSpPr>
        <p:spPr>
          <a:xfrm>
            <a:off x="918000" y="3344572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Технико-экономическое обоснование</a:t>
            </a:r>
          </a:p>
        </p:txBody>
      </p:sp>
      <p:cxnSp>
        <p:nvCxnSpPr>
          <p:cNvPr id="54" name="motif"/>
          <p:cNvCxnSpPr/>
          <p:nvPr/>
        </p:nvCxnSpPr>
        <p:spPr>
          <a:xfrm>
            <a:off x="720000" y="3671396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5" name="marker"/>
          <p:cNvSpPr/>
          <p:nvPr/>
        </p:nvSpPr>
        <p:spPr>
          <a:xfrm>
            <a:off x="720000" y="3850868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item: Проектирование"/>
          <p:cNvSpPr txBox="1"/>
          <p:nvPr/>
        </p:nvSpPr>
        <p:spPr>
          <a:xfrm>
            <a:off x="918000" y="3788194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Проектирование</a:t>
            </a:r>
          </a:p>
        </p:txBody>
      </p:sp>
      <p:cxnSp>
        <p:nvCxnSpPr>
          <p:cNvPr id="57" name="motif"/>
          <p:cNvCxnSpPr/>
          <p:nvPr/>
        </p:nvCxnSpPr>
        <p:spPr>
          <a:xfrm>
            <a:off x="720000" y="4115017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8" name="marker"/>
          <p:cNvSpPr/>
          <p:nvPr/>
        </p:nvSpPr>
        <p:spPr>
          <a:xfrm>
            <a:off x="720000" y="4294490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item: Строительство"/>
          <p:cNvSpPr txBox="1"/>
          <p:nvPr/>
        </p:nvSpPr>
        <p:spPr>
          <a:xfrm>
            <a:off x="918000" y="4231815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Строительство</a:t>
            </a:r>
          </a:p>
        </p:txBody>
      </p:sp>
      <p:cxnSp>
        <p:nvCxnSpPr>
          <p:cNvPr id="60" name="motif"/>
          <p:cNvCxnSpPr/>
          <p:nvPr/>
        </p:nvCxnSpPr>
        <p:spPr>
          <a:xfrm>
            <a:off x="720000" y="4558639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pic>
        <p:nvPicPr>
          <p:cNvPr id="61" name="image" descr="bb4e11e22f6c1fc8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5346000"/>
            <a:ext cx="3132000" cy="4770000"/>
          </a:xfrm>
          <a:prstGeom prst="rect">
            <a:avLst/>
          </a:prstGeom>
        </p:spPr>
      </p:pic>
      <p:pic>
        <p:nvPicPr>
          <p:cNvPr id="62" name="image" descr="3c2b831deeafb0ce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3852000" y="5346000"/>
            <a:ext cx="3132000" cy="477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6768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8" name="frame"/>
          <p:cNvCxnSpPr/>
          <p:nvPr/>
        </p:nvCxnSpPr>
        <p:spPr>
          <a:xfrm>
            <a:off x="6768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9" name="folio: 15"/>
          <p:cNvSpPr txBox="1"/>
          <p:nvPr/>
        </p:nvSpPr>
        <p:spPr>
          <a:xfrm>
            <a:off x="6768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15</a:t>
            </a:r>
          </a:p>
        </p:txBody>
      </p:sp>
      <p:pic>
        <p:nvPicPr>
          <p:cNvPr id="50" name="image" descr="5d0be974f1e6d976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576000"/>
            <a:ext cx="6408000" cy="4590000"/>
          </a:xfrm>
          <a:prstGeom prst="rect">
            <a:avLst/>
          </a:prstGeom>
        </p:spPr>
      </p:pic>
      <p:pic>
        <p:nvPicPr>
          <p:cNvPr id="51" name="image" descr="8ef4d86d49d4bf10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76000" y="5310000"/>
            <a:ext cx="6408000" cy="4590000"/>
          </a:xfrm>
          <a:prstGeom prst="rect">
            <a:avLst/>
          </a:prstGeom>
        </p:spPr>
      </p:pic>
      <p:sp>
        <p:nvSpPr>
          <p:cNvPr id="52" name="logo"/>
          <p:cNvSpPr/>
          <p:nvPr/>
        </p:nvSpPr>
        <p:spPr>
          <a:xfrm>
            <a:off x="5771668" y="9988842"/>
            <a:ext cx="774597" cy="471890"/>
          </a:xfrm>
          <a:custGeom>
            <a:avLst/>
            <a:gdLst/>
            <a:ahLst/>
            <a:cxnLst/>
            <a:rect l="0" t="0" r="r" b="b"/>
            <a:pathLst>
              <a:path w="774597" h="471890">
                <a:moveTo>
                  <a:pt x="726094" y="225"/>
                </a:moveTo>
                <a:lnTo>
                  <a:pt x="722161" y="1790"/>
                </a:lnTo>
                <a:lnTo>
                  <a:pt x="718912" y="3508"/>
                </a:lnTo>
                <a:lnTo>
                  <a:pt x="714108" y="11292"/>
                </a:lnTo>
                <a:lnTo>
                  <a:pt x="693079" y="21915"/>
                </a:lnTo>
                <a:lnTo>
                  <a:pt x="686558" y="26238"/>
                </a:lnTo>
                <a:lnTo>
                  <a:pt x="678801" y="32403"/>
                </a:lnTo>
                <a:lnTo>
                  <a:pt x="676631" y="34899"/>
                </a:lnTo>
                <a:lnTo>
                  <a:pt x="674404" y="38714"/>
                </a:lnTo>
                <a:lnTo>
                  <a:pt x="670685" y="43304"/>
                </a:lnTo>
                <a:lnTo>
                  <a:pt x="669664" y="45483"/>
                </a:lnTo>
                <a:lnTo>
                  <a:pt x="669624" y="47117"/>
                </a:lnTo>
                <a:lnTo>
                  <a:pt x="670331" y="48784"/>
                </a:lnTo>
                <a:lnTo>
                  <a:pt x="673384" y="51605"/>
                </a:lnTo>
                <a:lnTo>
                  <a:pt x="673801" y="52528"/>
                </a:lnTo>
                <a:lnTo>
                  <a:pt x="672653" y="53202"/>
                </a:lnTo>
                <a:lnTo>
                  <a:pt x="669196" y="54144"/>
                </a:lnTo>
                <a:lnTo>
                  <a:pt x="668065" y="54949"/>
                </a:lnTo>
                <a:lnTo>
                  <a:pt x="665832" y="59471"/>
                </a:lnTo>
                <a:lnTo>
                  <a:pt x="660865" y="64699"/>
                </a:lnTo>
                <a:lnTo>
                  <a:pt x="659219" y="67109"/>
                </a:lnTo>
                <a:lnTo>
                  <a:pt x="657431" y="70622"/>
                </a:lnTo>
                <a:lnTo>
                  <a:pt x="656263" y="71039"/>
                </a:lnTo>
                <a:lnTo>
                  <a:pt x="654658" y="70907"/>
                </a:lnTo>
                <a:lnTo>
                  <a:pt x="650315" y="68839"/>
                </a:lnTo>
                <a:lnTo>
                  <a:pt x="649170" y="68615"/>
                </a:lnTo>
                <a:lnTo>
                  <a:pt x="644631" y="69702"/>
                </a:lnTo>
                <a:lnTo>
                  <a:pt x="641409" y="70933"/>
                </a:lnTo>
                <a:lnTo>
                  <a:pt x="639316" y="72291"/>
                </a:lnTo>
                <a:lnTo>
                  <a:pt x="638221" y="73520"/>
                </a:lnTo>
                <a:lnTo>
                  <a:pt x="633184" y="81118"/>
                </a:lnTo>
                <a:lnTo>
                  <a:pt x="630135" y="83375"/>
                </a:lnTo>
                <a:lnTo>
                  <a:pt x="627973" y="84054"/>
                </a:lnTo>
                <a:lnTo>
                  <a:pt x="626384" y="84065"/>
                </a:lnTo>
                <a:lnTo>
                  <a:pt x="621997" y="81266"/>
                </a:lnTo>
                <a:lnTo>
                  <a:pt x="619440" y="80609"/>
                </a:lnTo>
                <a:lnTo>
                  <a:pt x="616730" y="80736"/>
                </a:lnTo>
                <a:lnTo>
                  <a:pt x="614004" y="81640"/>
                </a:lnTo>
                <a:lnTo>
                  <a:pt x="608893" y="84847"/>
                </a:lnTo>
                <a:lnTo>
                  <a:pt x="595668" y="91279"/>
                </a:lnTo>
                <a:lnTo>
                  <a:pt x="594287" y="92346"/>
                </a:lnTo>
                <a:lnTo>
                  <a:pt x="592975" y="94488"/>
                </a:lnTo>
                <a:lnTo>
                  <a:pt x="593632" y="99924"/>
                </a:lnTo>
                <a:lnTo>
                  <a:pt x="595279" y="103432"/>
                </a:lnTo>
                <a:lnTo>
                  <a:pt x="595202" y="105086"/>
                </a:lnTo>
                <a:lnTo>
                  <a:pt x="593637" y="106263"/>
                </a:lnTo>
                <a:lnTo>
                  <a:pt x="589151" y="107667"/>
                </a:lnTo>
                <a:lnTo>
                  <a:pt x="586659" y="109427"/>
                </a:lnTo>
                <a:lnTo>
                  <a:pt x="585228" y="109094"/>
                </a:lnTo>
                <a:lnTo>
                  <a:pt x="582676" y="107572"/>
                </a:lnTo>
                <a:lnTo>
                  <a:pt x="577108" y="103884"/>
                </a:lnTo>
                <a:lnTo>
                  <a:pt x="570177" y="98744"/>
                </a:lnTo>
                <a:lnTo>
                  <a:pt x="556373" y="89566"/>
                </a:lnTo>
                <a:lnTo>
                  <a:pt x="548243" y="83827"/>
                </a:lnTo>
                <a:lnTo>
                  <a:pt x="538303" y="76056"/>
                </a:lnTo>
                <a:lnTo>
                  <a:pt x="521692" y="64007"/>
                </a:lnTo>
                <a:lnTo>
                  <a:pt x="519121" y="62552"/>
                </a:lnTo>
                <a:lnTo>
                  <a:pt x="517898" y="62709"/>
                </a:lnTo>
                <a:lnTo>
                  <a:pt x="517328" y="63582"/>
                </a:lnTo>
                <a:lnTo>
                  <a:pt x="517811" y="65438"/>
                </a:lnTo>
                <a:lnTo>
                  <a:pt x="518508" y="66507"/>
                </a:lnTo>
                <a:lnTo>
                  <a:pt x="520316" y="68007"/>
                </a:lnTo>
                <a:lnTo>
                  <a:pt x="534378" y="78306"/>
                </a:lnTo>
                <a:lnTo>
                  <a:pt x="551270" y="90124"/>
                </a:lnTo>
                <a:lnTo>
                  <a:pt x="561565" y="97895"/>
                </a:lnTo>
                <a:lnTo>
                  <a:pt x="565720" y="100695"/>
                </a:lnTo>
                <a:lnTo>
                  <a:pt x="569171" y="102345"/>
                </a:lnTo>
                <a:lnTo>
                  <a:pt x="573081" y="104757"/>
                </a:lnTo>
                <a:lnTo>
                  <a:pt x="576147" y="107199"/>
                </a:lnTo>
                <a:lnTo>
                  <a:pt x="577633" y="108902"/>
                </a:lnTo>
                <a:lnTo>
                  <a:pt x="578141" y="110187"/>
                </a:lnTo>
                <a:lnTo>
                  <a:pt x="578620" y="117788"/>
                </a:lnTo>
                <a:lnTo>
                  <a:pt x="576767" y="117813"/>
                </a:lnTo>
                <a:lnTo>
                  <a:pt x="575566" y="117019"/>
                </a:lnTo>
                <a:lnTo>
                  <a:pt x="574489" y="115481"/>
                </a:lnTo>
                <a:lnTo>
                  <a:pt x="573190" y="112623"/>
                </a:lnTo>
                <a:lnTo>
                  <a:pt x="571934" y="110972"/>
                </a:lnTo>
                <a:lnTo>
                  <a:pt x="565954" y="104848"/>
                </a:lnTo>
                <a:lnTo>
                  <a:pt x="564162" y="103350"/>
                </a:lnTo>
                <a:lnTo>
                  <a:pt x="562833" y="102750"/>
                </a:lnTo>
                <a:lnTo>
                  <a:pt x="561634" y="102898"/>
                </a:lnTo>
                <a:lnTo>
                  <a:pt x="558501" y="104352"/>
                </a:lnTo>
                <a:lnTo>
                  <a:pt x="552349" y="104529"/>
                </a:lnTo>
                <a:lnTo>
                  <a:pt x="549640" y="108228"/>
                </a:lnTo>
                <a:lnTo>
                  <a:pt x="548579" y="112427"/>
                </a:lnTo>
                <a:lnTo>
                  <a:pt x="547630" y="113135"/>
                </a:lnTo>
                <a:lnTo>
                  <a:pt x="545586" y="113891"/>
                </a:lnTo>
                <a:lnTo>
                  <a:pt x="544014" y="113874"/>
                </a:lnTo>
                <a:lnTo>
                  <a:pt x="540414" y="111907"/>
                </a:lnTo>
                <a:lnTo>
                  <a:pt x="538326" y="111292"/>
                </a:lnTo>
                <a:lnTo>
                  <a:pt x="532403" y="112666"/>
                </a:lnTo>
                <a:lnTo>
                  <a:pt x="529913" y="112919"/>
                </a:lnTo>
                <a:lnTo>
                  <a:pt x="528323" y="112714"/>
                </a:lnTo>
                <a:lnTo>
                  <a:pt x="525306" y="110328"/>
                </a:lnTo>
                <a:lnTo>
                  <a:pt x="523993" y="108418"/>
                </a:lnTo>
                <a:lnTo>
                  <a:pt x="525092" y="104358"/>
                </a:lnTo>
                <a:lnTo>
                  <a:pt x="525640" y="98084"/>
                </a:lnTo>
                <a:lnTo>
                  <a:pt x="525442" y="95407"/>
                </a:lnTo>
                <a:lnTo>
                  <a:pt x="524286" y="93612"/>
                </a:lnTo>
                <a:lnTo>
                  <a:pt x="520104" y="89714"/>
                </a:lnTo>
                <a:lnTo>
                  <a:pt x="517569" y="88040"/>
                </a:lnTo>
                <a:lnTo>
                  <a:pt x="515442" y="87556"/>
                </a:lnTo>
                <a:lnTo>
                  <a:pt x="509414" y="87364"/>
                </a:lnTo>
                <a:lnTo>
                  <a:pt x="507211" y="86996"/>
                </a:lnTo>
                <a:lnTo>
                  <a:pt x="506529" y="86398"/>
                </a:lnTo>
                <a:lnTo>
                  <a:pt x="505875" y="83619"/>
                </a:lnTo>
                <a:lnTo>
                  <a:pt x="505183" y="82462"/>
                </a:lnTo>
                <a:lnTo>
                  <a:pt x="503803" y="81600"/>
                </a:lnTo>
                <a:lnTo>
                  <a:pt x="500410" y="80380"/>
                </a:lnTo>
                <a:lnTo>
                  <a:pt x="496542" y="81803"/>
                </a:lnTo>
                <a:lnTo>
                  <a:pt x="494187" y="83739"/>
                </a:lnTo>
                <a:lnTo>
                  <a:pt x="494600" y="92317"/>
                </a:lnTo>
                <a:lnTo>
                  <a:pt x="495155" y="94938"/>
                </a:lnTo>
                <a:lnTo>
                  <a:pt x="495450" y="95275"/>
                </a:lnTo>
                <a:lnTo>
                  <a:pt x="496273" y="95250"/>
                </a:lnTo>
                <a:lnTo>
                  <a:pt x="499137" y="93580"/>
                </a:lnTo>
                <a:lnTo>
                  <a:pt x="500343" y="93626"/>
                </a:lnTo>
                <a:lnTo>
                  <a:pt x="501690" y="94168"/>
                </a:lnTo>
                <a:lnTo>
                  <a:pt x="508720" y="99385"/>
                </a:lnTo>
                <a:lnTo>
                  <a:pt x="514052" y="104419"/>
                </a:lnTo>
                <a:lnTo>
                  <a:pt x="514407" y="106111"/>
                </a:lnTo>
                <a:lnTo>
                  <a:pt x="514152" y="107086"/>
                </a:lnTo>
                <a:lnTo>
                  <a:pt x="512754" y="109505"/>
                </a:lnTo>
                <a:lnTo>
                  <a:pt x="509163" y="114165"/>
                </a:lnTo>
                <a:lnTo>
                  <a:pt x="508231" y="116588"/>
                </a:lnTo>
                <a:lnTo>
                  <a:pt x="508239" y="117823"/>
                </a:lnTo>
                <a:lnTo>
                  <a:pt x="508779" y="119809"/>
                </a:lnTo>
                <a:lnTo>
                  <a:pt x="509759" y="121521"/>
                </a:lnTo>
                <a:lnTo>
                  <a:pt x="511068" y="122837"/>
                </a:lnTo>
                <a:lnTo>
                  <a:pt x="513332" y="123835"/>
                </a:lnTo>
                <a:lnTo>
                  <a:pt x="516165" y="123980"/>
                </a:lnTo>
                <a:lnTo>
                  <a:pt x="520237" y="123386"/>
                </a:lnTo>
                <a:lnTo>
                  <a:pt x="524218" y="121911"/>
                </a:lnTo>
                <a:lnTo>
                  <a:pt x="527281" y="122358"/>
                </a:lnTo>
                <a:lnTo>
                  <a:pt x="531051" y="121458"/>
                </a:lnTo>
                <a:lnTo>
                  <a:pt x="532781" y="122148"/>
                </a:lnTo>
                <a:lnTo>
                  <a:pt x="556333" y="142083"/>
                </a:lnTo>
                <a:lnTo>
                  <a:pt x="557356" y="143295"/>
                </a:lnTo>
                <a:lnTo>
                  <a:pt x="559995" y="145172"/>
                </a:lnTo>
                <a:lnTo>
                  <a:pt x="567137" y="151273"/>
                </a:lnTo>
                <a:lnTo>
                  <a:pt x="574192" y="157676"/>
                </a:lnTo>
                <a:lnTo>
                  <a:pt x="579004" y="161214"/>
                </a:lnTo>
                <a:lnTo>
                  <a:pt x="580887" y="163526"/>
                </a:lnTo>
                <a:lnTo>
                  <a:pt x="586418" y="168188"/>
                </a:lnTo>
                <a:lnTo>
                  <a:pt x="590027" y="170819"/>
                </a:lnTo>
                <a:lnTo>
                  <a:pt x="590866" y="171802"/>
                </a:lnTo>
                <a:lnTo>
                  <a:pt x="592724" y="172150"/>
                </a:lnTo>
                <a:lnTo>
                  <a:pt x="593522" y="171547"/>
                </a:lnTo>
                <a:lnTo>
                  <a:pt x="593480" y="170703"/>
                </a:lnTo>
                <a:lnTo>
                  <a:pt x="590611" y="167940"/>
                </a:lnTo>
                <a:lnTo>
                  <a:pt x="587815" y="165898"/>
                </a:lnTo>
                <a:lnTo>
                  <a:pt x="583517" y="161878"/>
                </a:lnTo>
                <a:lnTo>
                  <a:pt x="579949" y="159825"/>
                </a:lnTo>
                <a:lnTo>
                  <a:pt x="577422" y="157923"/>
                </a:lnTo>
                <a:lnTo>
                  <a:pt x="576008" y="156240"/>
                </a:lnTo>
                <a:lnTo>
                  <a:pt x="570211" y="152050"/>
                </a:lnTo>
                <a:lnTo>
                  <a:pt x="542939" y="126645"/>
                </a:lnTo>
                <a:lnTo>
                  <a:pt x="541765" y="124986"/>
                </a:lnTo>
                <a:lnTo>
                  <a:pt x="541766" y="123191"/>
                </a:lnTo>
                <a:lnTo>
                  <a:pt x="543290" y="122128"/>
                </a:lnTo>
                <a:lnTo>
                  <a:pt x="549507" y="120933"/>
                </a:lnTo>
                <a:lnTo>
                  <a:pt x="552770" y="119679"/>
                </a:lnTo>
                <a:lnTo>
                  <a:pt x="554518" y="118398"/>
                </a:lnTo>
                <a:lnTo>
                  <a:pt x="555839" y="116819"/>
                </a:lnTo>
                <a:lnTo>
                  <a:pt x="557710" y="112785"/>
                </a:lnTo>
                <a:lnTo>
                  <a:pt x="559121" y="112142"/>
                </a:lnTo>
                <a:lnTo>
                  <a:pt x="560756" y="112114"/>
                </a:lnTo>
                <a:lnTo>
                  <a:pt x="563324" y="113045"/>
                </a:lnTo>
                <a:lnTo>
                  <a:pt x="565078" y="114500"/>
                </a:lnTo>
                <a:lnTo>
                  <a:pt x="565891" y="120228"/>
                </a:lnTo>
                <a:lnTo>
                  <a:pt x="574193" y="126340"/>
                </a:lnTo>
                <a:lnTo>
                  <a:pt x="576822" y="126922"/>
                </a:lnTo>
                <a:lnTo>
                  <a:pt x="588378" y="127582"/>
                </a:lnTo>
                <a:lnTo>
                  <a:pt x="589505" y="126459"/>
                </a:lnTo>
                <a:lnTo>
                  <a:pt x="589709" y="125628"/>
                </a:lnTo>
                <a:lnTo>
                  <a:pt x="588181" y="121763"/>
                </a:lnTo>
                <a:lnTo>
                  <a:pt x="588122" y="119914"/>
                </a:lnTo>
                <a:lnTo>
                  <a:pt x="589227" y="118876"/>
                </a:lnTo>
                <a:lnTo>
                  <a:pt x="591788" y="118810"/>
                </a:lnTo>
                <a:lnTo>
                  <a:pt x="597387" y="122015"/>
                </a:lnTo>
                <a:lnTo>
                  <a:pt x="601916" y="125310"/>
                </a:lnTo>
                <a:lnTo>
                  <a:pt x="606225" y="127843"/>
                </a:lnTo>
                <a:lnTo>
                  <a:pt x="624992" y="140408"/>
                </a:lnTo>
                <a:lnTo>
                  <a:pt x="626198" y="140874"/>
                </a:lnTo>
                <a:lnTo>
                  <a:pt x="627309" y="140723"/>
                </a:lnTo>
                <a:lnTo>
                  <a:pt x="627705" y="140427"/>
                </a:lnTo>
                <a:lnTo>
                  <a:pt x="627824" y="139498"/>
                </a:lnTo>
                <a:lnTo>
                  <a:pt x="627128" y="138269"/>
                </a:lnTo>
                <a:lnTo>
                  <a:pt x="625720" y="136924"/>
                </a:lnTo>
                <a:lnTo>
                  <a:pt x="606052" y="123768"/>
                </a:lnTo>
                <a:lnTo>
                  <a:pt x="602296" y="120851"/>
                </a:lnTo>
                <a:lnTo>
                  <a:pt x="597793" y="118054"/>
                </a:lnTo>
                <a:lnTo>
                  <a:pt x="595466" y="115666"/>
                </a:lnTo>
                <a:lnTo>
                  <a:pt x="595023" y="114554"/>
                </a:lnTo>
                <a:lnTo>
                  <a:pt x="595230" y="114064"/>
                </a:lnTo>
                <a:lnTo>
                  <a:pt x="598813" y="112661"/>
                </a:lnTo>
                <a:lnTo>
                  <a:pt x="605668" y="106155"/>
                </a:lnTo>
                <a:lnTo>
                  <a:pt x="605482" y="103312"/>
                </a:lnTo>
                <a:lnTo>
                  <a:pt x="602026" y="98658"/>
                </a:lnTo>
                <a:lnTo>
                  <a:pt x="601771" y="97745"/>
                </a:lnTo>
                <a:lnTo>
                  <a:pt x="602112" y="96636"/>
                </a:lnTo>
                <a:lnTo>
                  <a:pt x="605612" y="94445"/>
                </a:lnTo>
                <a:lnTo>
                  <a:pt x="612385" y="91718"/>
                </a:lnTo>
                <a:lnTo>
                  <a:pt x="619801" y="92441"/>
                </a:lnTo>
                <a:lnTo>
                  <a:pt x="635191" y="89856"/>
                </a:lnTo>
                <a:lnTo>
                  <a:pt x="636690" y="88846"/>
                </a:lnTo>
                <a:lnTo>
                  <a:pt x="637834" y="87602"/>
                </a:lnTo>
                <a:lnTo>
                  <a:pt x="643742" y="78950"/>
                </a:lnTo>
                <a:lnTo>
                  <a:pt x="645657" y="77120"/>
                </a:lnTo>
                <a:lnTo>
                  <a:pt x="646598" y="76615"/>
                </a:lnTo>
                <a:lnTo>
                  <a:pt x="647544" y="76376"/>
                </a:lnTo>
                <a:lnTo>
                  <a:pt x="649503" y="76685"/>
                </a:lnTo>
                <a:lnTo>
                  <a:pt x="652450" y="78471"/>
                </a:lnTo>
                <a:lnTo>
                  <a:pt x="655059" y="79162"/>
                </a:lnTo>
                <a:lnTo>
                  <a:pt x="659199" y="79388"/>
                </a:lnTo>
                <a:lnTo>
                  <a:pt x="661136" y="78767"/>
                </a:lnTo>
                <a:lnTo>
                  <a:pt x="662660" y="77222"/>
                </a:lnTo>
                <a:lnTo>
                  <a:pt x="665251" y="71903"/>
                </a:lnTo>
                <a:lnTo>
                  <a:pt x="666782" y="69557"/>
                </a:lnTo>
                <a:lnTo>
                  <a:pt x="673452" y="62131"/>
                </a:lnTo>
                <a:lnTo>
                  <a:pt x="680075" y="57871"/>
                </a:lnTo>
                <a:lnTo>
                  <a:pt x="683193" y="54903"/>
                </a:lnTo>
                <a:lnTo>
                  <a:pt x="683454" y="53862"/>
                </a:lnTo>
                <a:lnTo>
                  <a:pt x="683096" y="52409"/>
                </a:lnTo>
                <a:lnTo>
                  <a:pt x="680047" y="46669"/>
                </a:lnTo>
                <a:lnTo>
                  <a:pt x="679750" y="45438"/>
                </a:lnTo>
                <a:lnTo>
                  <a:pt x="680336" y="43469"/>
                </a:lnTo>
                <a:lnTo>
                  <a:pt x="682795" y="39398"/>
                </a:lnTo>
                <a:lnTo>
                  <a:pt x="685444" y="36482"/>
                </a:lnTo>
                <a:lnTo>
                  <a:pt x="690596" y="32577"/>
                </a:lnTo>
                <a:lnTo>
                  <a:pt x="698758" y="27347"/>
                </a:lnTo>
                <a:lnTo>
                  <a:pt x="700574" y="26472"/>
                </a:lnTo>
                <a:lnTo>
                  <a:pt x="702149" y="26279"/>
                </a:lnTo>
                <a:lnTo>
                  <a:pt x="703819" y="27223"/>
                </a:lnTo>
                <a:lnTo>
                  <a:pt x="716142" y="37802"/>
                </a:lnTo>
                <a:lnTo>
                  <a:pt x="721101" y="40926"/>
                </a:lnTo>
                <a:lnTo>
                  <a:pt x="721961" y="42285"/>
                </a:lnTo>
                <a:lnTo>
                  <a:pt x="723392" y="46711"/>
                </a:lnTo>
                <a:lnTo>
                  <a:pt x="724768" y="48881"/>
                </a:lnTo>
                <a:lnTo>
                  <a:pt x="726946" y="50183"/>
                </a:lnTo>
                <a:lnTo>
                  <a:pt x="733753" y="52204"/>
                </a:lnTo>
                <a:lnTo>
                  <a:pt x="734981" y="53042"/>
                </a:lnTo>
                <a:lnTo>
                  <a:pt x="736242" y="54499"/>
                </a:lnTo>
                <a:lnTo>
                  <a:pt x="736132" y="63892"/>
                </a:lnTo>
                <a:lnTo>
                  <a:pt x="738615" y="79271"/>
                </a:lnTo>
                <a:lnTo>
                  <a:pt x="740054" y="84880"/>
                </a:lnTo>
                <a:lnTo>
                  <a:pt x="740153" y="87005"/>
                </a:lnTo>
                <a:lnTo>
                  <a:pt x="739384" y="88625"/>
                </a:lnTo>
                <a:lnTo>
                  <a:pt x="736739" y="90960"/>
                </a:lnTo>
                <a:lnTo>
                  <a:pt x="735066" y="93299"/>
                </a:lnTo>
                <a:lnTo>
                  <a:pt x="733870" y="96850"/>
                </a:lnTo>
                <a:lnTo>
                  <a:pt x="732181" y="104332"/>
                </a:lnTo>
                <a:lnTo>
                  <a:pt x="731382" y="105807"/>
                </a:lnTo>
                <a:lnTo>
                  <a:pt x="730504" y="105786"/>
                </a:lnTo>
                <a:lnTo>
                  <a:pt x="727314" y="102911"/>
                </a:lnTo>
                <a:lnTo>
                  <a:pt x="724696" y="99920"/>
                </a:lnTo>
                <a:lnTo>
                  <a:pt x="722002" y="95827"/>
                </a:lnTo>
                <a:lnTo>
                  <a:pt x="720039" y="94224"/>
                </a:lnTo>
                <a:lnTo>
                  <a:pt x="718886" y="94438"/>
                </a:lnTo>
                <a:lnTo>
                  <a:pt x="717620" y="95240"/>
                </a:lnTo>
                <a:lnTo>
                  <a:pt x="708195" y="103055"/>
                </a:lnTo>
                <a:lnTo>
                  <a:pt x="707855" y="103972"/>
                </a:lnTo>
                <a:lnTo>
                  <a:pt x="708138" y="105060"/>
                </a:lnTo>
                <a:lnTo>
                  <a:pt x="712096" y="110046"/>
                </a:lnTo>
                <a:lnTo>
                  <a:pt x="712716" y="111384"/>
                </a:lnTo>
                <a:lnTo>
                  <a:pt x="712567" y="112393"/>
                </a:lnTo>
                <a:lnTo>
                  <a:pt x="711643" y="113103"/>
                </a:lnTo>
                <a:lnTo>
                  <a:pt x="708134" y="114122"/>
                </a:lnTo>
                <a:lnTo>
                  <a:pt x="705207" y="116117"/>
                </a:lnTo>
                <a:lnTo>
                  <a:pt x="702185" y="119315"/>
                </a:lnTo>
                <a:lnTo>
                  <a:pt x="698834" y="124152"/>
                </a:lnTo>
                <a:lnTo>
                  <a:pt x="699078" y="132148"/>
                </a:lnTo>
                <a:lnTo>
                  <a:pt x="701680" y="144288"/>
                </a:lnTo>
                <a:lnTo>
                  <a:pt x="703878" y="149537"/>
                </a:lnTo>
                <a:lnTo>
                  <a:pt x="704126" y="151434"/>
                </a:lnTo>
                <a:lnTo>
                  <a:pt x="703943" y="152182"/>
                </a:lnTo>
                <a:lnTo>
                  <a:pt x="703552" y="152804"/>
                </a:lnTo>
                <a:lnTo>
                  <a:pt x="702137" y="153700"/>
                </a:lnTo>
                <a:lnTo>
                  <a:pt x="696134" y="154837"/>
                </a:lnTo>
                <a:lnTo>
                  <a:pt x="693119" y="156040"/>
                </a:lnTo>
                <a:lnTo>
                  <a:pt x="691846" y="156866"/>
                </a:lnTo>
                <a:lnTo>
                  <a:pt x="690713" y="157857"/>
                </a:lnTo>
                <a:lnTo>
                  <a:pt x="688810" y="160366"/>
                </a:lnTo>
                <a:lnTo>
                  <a:pt x="686525" y="165295"/>
                </a:lnTo>
                <a:lnTo>
                  <a:pt x="685062" y="167200"/>
                </a:lnTo>
                <a:lnTo>
                  <a:pt x="684916" y="168260"/>
                </a:lnTo>
                <a:lnTo>
                  <a:pt x="685831" y="169397"/>
                </a:lnTo>
                <a:lnTo>
                  <a:pt x="687895" y="170817"/>
                </a:lnTo>
                <a:lnTo>
                  <a:pt x="689877" y="171670"/>
                </a:lnTo>
                <a:lnTo>
                  <a:pt x="690955" y="171632"/>
                </a:lnTo>
                <a:lnTo>
                  <a:pt x="692587" y="170655"/>
                </a:lnTo>
                <a:lnTo>
                  <a:pt x="694495" y="168660"/>
                </a:lnTo>
                <a:lnTo>
                  <a:pt x="695807" y="163719"/>
                </a:lnTo>
                <a:lnTo>
                  <a:pt x="697238" y="162015"/>
                </a:lnTo>
                <a:lnTo>
                  <a:pt x="699188" y="161560"/>
                </a:lnTo>
                <a:lnTo>
                  <a:pt x="702319" y="163901"/>
                </a:lnTo>
                <a:lnTo>
                  <a:pt x="704279" y="164283"/>
                </a:lnTo>
                <a:lnTo>
                  <a:pt x="705740" y="164107"/>
                </a:lnTo>
                <a:lnTo>
                  <a:pt x="706936" y="163542"/>
                </a:lnTo>
                <a:lnTo>
                  <a:pt x="708359" y="161831"/>
                </a:lnTo>
                <a:lnTo>
                  <a:pt x="710358" y="156905"/>
                </a:lnTo>
                <a:lnTo>
                  <a:pt x="712327" y="153719"/>
                </a:lnTo>
                <a:lnTo>
                  <a:pt x="714652" y="150747"/>
                </a:lnTo>
                <a:lnTo>
                  <a:pt x="715315" y="148722"/>
                </a:lnTo>
                <a:lnTo>
                  <a:pt x="714580" y="147026"/>
                </a:lnTo>
                <a:lnTo>
                  <a:pt x="710912" y="145191"/>
                </a:lnTo>
                <a:lnTo>
                  <a:pt x="709464" y="142886"/>
                </a:lnTo>
                <a:lnTo>
                  <a:pt x="707975" y="137706"/>
                </a:lnTo>
                <a:lnTo>
                  <a:pt x="706983" y="132822"/>
                </a:lnTo>
                <a:lnTo>
                  <a:pt x="706542" y="128796"/>
                </a:lnTo>
                <a:lnTo>
                  <a:pt x="706719" y="126203"/>
                </a:lnTo>
                <a:lnTo>
                  <a:pt x="708663" y="123339"/>
                </a:lnTo>
                <a:lnTo>
                  <a:pt x="710264" y="122048"/>
                </a:lnTo>
                <a:lnTo>
                  <a:pt x="711138" y="121748"/>
                </a:lnTo>
                <a:lnTo>
                  <a:pt x="716025" y="124186"/>
                </a:lnTo>
                <a:lnTo>
                  <a:pt x="718961" y="124289"/>
                </a:lnTo>
                <a:lnTo>
                  <a:pt x="719815" y="123906"/>
                </a:lnTo>
                <a:lnTo>
                  <a:pt x="720383" y="121827"/>
                </a:lnTo>
                <a:lnTo>
                  <a:pt x="720905" y="110728"/>
                </a:lnTo>
                <a:lnTo>
                  <a:pt x="721225" y="109383"/>
                </a:lnTo>
                <a:lnTo>
                  <a:pt x="722035" y="108843"/>
                </a:lnTo>
                <a:lnTo>
                  <a:pt x="723069" y="109426"/>
                </a:lnTo>
                <a:lnTo>
                  <a:pt x="723730" y="110911"/>
                </a:lnTo>
                <a:lnTo>
                  <a:pt x="724657" y="123095"/>
                </a:lnTo>
                <a:lnTo>
                  <a:pt x="727115" y="134012"/>
                </a:lnTo>
                <a:lnTo>
                  <a:pt x="729113" y="141207"/>
                </a:lnTo>
                <a:lnTo>
                  <a:pt x="729302" y="143305"/>
                </a:lnTo>
                <a:lnTo>
                  <a:pt x="728584" y="148137"/>
                </a:lnTo>
                <a:lnTo>
                  <a:pt x="728675" y="150196"/>
                </a:lnTo>
                <a:lnTo>
                  <a:pt x="730770" y="154904"/>
                </a:lnTo>
                <a:lnTo>
                  <a:pt x="733095" y="162267"/>
                </a:lnTo>
                <a:lnTo>
                  <a:pt x="735445" y="165639"/>
                </a:lnTo>
                <a:lnTo>
                  <a:pt x="738677" y="169206"/>
                </a:lnTo>
                <a:lnTo>
                  <a:pt x="741252" y="171530"/>
                </a:lnTo>
                <a:lnTo>
                  <a:pt x="745319" y="174485"/>
                </a:lnTo>
                <a:lnTo>
                  <a:pt x="759511" y="183314"/>
                </a:lnTo>
                <a:lnTo>
                  <a:pt x="769124" y="188785"/>
                </a:lnTo>
                <a:lnTo>
                  <a:pt x="771730" y="189603"/>
                </a:lnTo>
                <a:lnTo>
                  <a:pt x="773675" y="189490"/>
                </a:lnTo>
                <a:lnTo>
                  <a:pt x="774299" y="188816"/>
                </a:lnTo>
                <a:lnTo>
                  <a:pt x="774597" y="187527"/>
                </a:lnTo>
                <a:lnTo>
                  <a:pt x="774321" y="180370"/>
                </a:lnTo>
                <a:lnTo>
                  <a:pt x="769507" y="171137"/>
                </a:lnTo>
                <a:lnTo>
                  <a:pt x="769047" y="162771"/>
                </a:lnTo>
                <a:lnTo>
                  <a:pt x="767710" y="160818"/>
                </a:lnTo>
                <a:lnTo>
                  <a:pt x="764068" y="156716"/>
                </a:lnTo>
                <a:lnTo>
                  <a:pt x="766272" y="151466"/>
                </a:lnTo>
                <a:lnTo>
                  <a:pt x="766401" y="148390"/>
                </a:lnTo>
                <a:lnTo>
                  <a:pt x="764927" y="146039"/>
                </a:lnTo>
                <a:lnTo>
                  <a:pt x="761062" y="143664"/>
                </a:lnTo>
                <a:lnTo>
                  <a:pt x="760386" y="142847"/>
                </a:lnTo>
                <a:lnTo>
                  <a:pt x="759953" y="140781"/>
                </a:lnTo>
                <a:lnTo>
                  <a:pt x="759648" y="134123"/>
                </a:lnTo>
                <a:lnTo>
                  <a:pt x="757496" y="132885"/>
                </a:lnTo>
                <a:lnTo>
                  <a:pt x="753567" y="132037"/>
                </a:lnTo>
                <a:lnTo>
                  <a:pt x="749642" y="128207"/>
                </a:lnTo>
                <a:lnTo>
                  <a:pt x="748002" y="127131"/>
                </a:lnTo>
                <a:lnTo>
                  <a:pt x="746963" y="127013"/>
                </a:lnTo>
                <a:lnTo>
                  <a:pt x="743354" y="127984"/>
                </a:lnTo>
                <a:lnTo>
                  <a:pt x="742005" y="127935"/>
                </a:lnTo>
                <a:lnTo>
                  <a:pt x="739895" y="124803"/>
                </a:lnTo>
                <a:lnTo>
                  <a:pt x="735641" y="116586"/>
                </a:lnTo>
                <a:lnTo>
                  <a:pt x="738329" y="111557"/>
                </a:lnTo>
                <a:lnTo>
                  <a:pt x="740544" y="108995"/>
                </a:lnTo>
                <a:lnTo>
                  <a:pt x="741209" y="107685"/>
                </a:lnTo>
                <a:lnTo>
                  <a:pt x="740816" y="100190"/>
                </a:lnTo>
                <a:lnTo>
                  <a:pt x="741467" y="97015"/>
                </a:lnTo>
                <a:lnTo>
                  <a:pt x="743030" y="95924"/>
                </a:lnTo>
                <a:lnTo>
                  <a:pt x="748546" y="93605"/>
                </a:lnTo>
                <a:lnTo>
                  <a:pt x="749505" y="92623"/>
                </a:lnTo>
                <a:lnTo>
                  <a:pt x="749667" y="92017"/>
                </a:lnTo>
                <a:lnTo>
                  <a:pt x="749430" y="90417"/>
                </a:lnTo>
                <a:lnTo>
                  <a:pt x="747689" y="85893"/>
                </a:lnTo>
                <a:lnTo>
                  <a:pt x="746740" y="82116"/>
                </a:lnTo>
                <a:lnTo>
                  <a:pt x="744103" y="66548"/>
                </a:lnTo>
                <a:lnTo>
                  <a:pt x="743561" y="59838"/>
                </a:lnTo>
                <a:lnTo>
                  <a:pt x="743561" y="57469"/>
                </a:lnTo>
                <a:lnTo>
                  <a:pt x="749218" y="51529"/>
                </a:lnTo>
                <a:lnTo>
                  <a:pt x="749218" y="48382"/>
                </a:lnTo>
                <a:lnTo>
                  <a:pt x="746278" y="45916"/>
                </a:lnTo>
                <a:lnTo>
                  <a:pt x="744378" y="45049"/>
                </a:lnTo>
                <a:lnTo>
                  <a:pt x="742068" y="44852"/>
                </a:lnTo>
                <a:lnTo>
                  <a:pt x="738009" y="45191"/>
                </a:lnTo>
                <a:lnTo>
                  <a:pt x="733931" y="45054"/>
                </a:lnTo>
                <a:lnTo>
                  <a:pt x="731115" y="44387"/>
                </a:lnTo>
                <a:lnTo>
                  <a:pt x="730166" y="43381"/>
                </a:lnTo>
                <a:lnTo>
                  <a:pt x="729007" y="36878"/>
                </a:lnTo>
                <a:lnTo>
                  <a:pt x="727044" y="33124"/>
                </a:lnTo>
                <a:lnTo>
                  <a:pt x="727482" y="31182"/>
                </a:lnTo>
                <a:lnTo>
                  <a:pt x="729217" y="28258"/>
                </a:lnTo>
                <a:lnTo>
                  <a:pt x="730664" y="26492"/>
                </a:lnTo>
                <a:lnTo>
                  <a:pt x="734639" y="25227"/>
                </a:lnTo>
                <a:lnTo>
                  <a:pt x="738602" y="22045"/>
                </a:lnTo>
                <a:lnTo>
                  <a:pt x="742348" y="19671"/>
                </a:lnTo>
                <a:lnTo>
                  <a:pt x="743861" y="17634"/>
                </a:lnTo>
                <a:lnTo>
                  <a:pt x="744115" y="15244"/>
                </a:lnTo>
                <a:lnTo>
                  <a:pt x="743561" y="13520"/>
                </a:lnTo>
                <a:lnTo>
                  <a:pt x="742593" y="12061"/>
                </a:lnTo>
                <a:lnTo>
                  <a:pt x="736759" y="9687"/>
                </a:lnTo>
                <a:lnTo>
                  <a:pt x="735132" y="8450"/>
                </a:lnTo>
                <a:lnTo>
                  <a:pt x="734422" y="7098"/>
                </a:lnTo>
                <a:lnTo>
                  <a:pt x="733547" y="3894"/>
                </a:lnTo>
                <a:lnTo>
                  <a:pt x="731513" y="968"/>
                </a:lnTo>
                <a:lnTo>
                  <a:pt x="729347" y="0"/>
                </a:lnTo>
                <a:lnTo>
                  <a:pt x="726094" y="225"/>
                </a:lnTo>
                <a:close/>
                <a:moveTo>
                  <a:pt x="726377" y="11929"/>
                </a:moveTo>
                <a:lnTo>
                  <a:pt x="730012" y="15562"/>
                </a:lnTo>
                <a:lnTo>
                  <a:pt x="730695" y="17581"/>
                </a:lnTo>
                <a:lnTo>
                  <a:pt x="729634" y="18403"/>
                </a:lnTo>
                <a:lnTo>
                  <a:pt x="726138" y="19150"/>
                </a:lnTo>
                <a:lnTo>
                  <a:pt x="724715" y="19751"/>
                </a:lnTo>
                <a:lnTo>
                  <a:pt x="721777" y="24585"/>
                </a:lnTo>
                <a:lnTo>
                  <a:pt x="720031" y="25305"/>
                </a:lnTo>
                <a:lnTo>
                  <a:pt x="715162" y="25358"/>
                </a:lnTo>
                <a:lnTo>
                  <a:pt x="710771" y="24860"/>
                </a:lnTo>
                <a:lnTo>
                  <a:pt x="708737" y="24014"/>
                </a:lnTo>
                <a:lnTo>
                  <a:pt x="708791" y="23291"/>
                </a:lnTo>
                <a:lnTo>
                  <a:pt x="713295" y="19566"/>
                </a:lnTo>
                <a:lnTo>
                  <a:pt x="718376" y="19891"/>
                </a:lnTo>
                <a:lnTo>
                  <a:pt x="720327" y="19482"/>
                </a:lnTo>
                <a:lnTo>
                  <a:pt x="721161" y="18242"/>
                </a:lnTo>
                <a:lnTo>
                  <a:pt x="721600" y="15098"/>
                </a:lnTo>
                <a:lnTo>
                  <a:pt x="723925" y="11537"/>
                </a:lnTo>
                <a:lnTo>
                  <a:pt x="725267" y="10654"/>
                </a:lnTo>
                <a:lnTo>
                  <a:pt x="726377" y="11929"/>
                </a:lnTo>
                <a:close/>
                <a:moveTo>
                  <a:pt x="515366" y="95690"/>
                </a:moveTo>
                <a:lnTo>
                  <a:pt x="516887" y="96878"/>
                </a:lnTo>
                <a:lnTo>
                  <a:pt x="517641" y="98575"/>
                </a:lnTo>
                <a:lnTo>
                  <a:pt x="517515" y="100736"/>
                </a:lnTo>
                <a:lnTo>
                  <a:pt x="516572" y="101630"/>
                </a:lnTo>
                <a:lnTo>
                  <a:pt x="515730" y="101640"/>
                </a:lnTo>
                <a:lnTo>
                  <a:pt x="514874" y="101134"/>
                </a:lnTo>
                <a:lnTo>
                  <a:pt x="511639" y="98205"/>
                </a:lnTo>
                <a:lnTo>
                  <a:pt x="511298" y="97456"/>
                </a:lnTo>
                <a:lnTo>
                  <a:pt x="511436" y="95907"/>
                </a:lnTo>
                <a:lnTo>
                  <a:pt x="512321" y="95067"/>
                </a:lnTo>
                <a:lnTo>
                  <a:pt x="513921" y="95133"/>
                </a:lnTo>
                <a:lnTo>
                  <a:pt x="515366" y="95690"/>
                </a:lnTo>
                <a:close/>
                <a:moveTo>
                  <a:pt x="738823" y="135997"/>
                </a:moveTo>
                <a:lnTo>
                  <a:pt x="740738" y="137284"/>
                </a:lnTo>
                <a:lnTo>
                  <a:pt x="742074" y="137703"/>
                </a:lnTo>
                <a:lnTo>
                  <a:pt x="744864" y="136485"/>
                </a:lnTo>
                <a:lnTo>
                  <a:pt x="745988" y="136523"/>
                </a:lnTo>
                <a:lnTo>
                  <a:pt x="750114" y="138547"/>
                </a:lnTo>
                <a:lnTo>
                  <a:pt x="751762" y="139968"/>
                </a:lnTo>
                <a:lnTo>
                  <a:pt x="752222" y="144383"/>
                </a:lnTo>
                <a:lnTo>
                  <a:pt x="752612" y="145632"/>
                </a:lnTo>
                <a:lnTo>
                  <a:pt x="753793" y="147400"/>
                </a:lnTo>
                <a:lnTo>
                  <a:pt x="757385" y="151024"/>
                </a:lnTo>
                <a:lnTo>
                  <a:pt x="756836" y="155764"/>
                </a:lnTo>
                <a:lnTo>
                  <a:pt x="757001" y="159134"/>
                </a:lnTo>
                <a:lnTo>
                  <a:pt x="758168" y="161731"/>
                </a:lnTo>
                <a:lnTo>
                  <a:pt x="761381" y="165414"/>
                </a:lnTo>
                <a:lnTo>
                  <a:pt x="761761" y="170247"/>
                </a:lnTo>
                <a:lnTo>
                  <a:pt x="762514" y="173462"/>
                </a:lnTo>
                <a:lnTo>
                  <a:pt x="762534" y="173972"/>
                </a:lnTo>
                <a:lnTo>
                  <a:pt x="762065" y="174636"/>
                </a:lnTo>
                <a:lnTo>
                  <a:pt x="760382" y="174694"/>
                </a:lnTo>
                <a:lnTo>
                  <a:pt x="758832" y="174069"/>
                </a:lnTo>
                <a:lnTo>
                  <a:pt x="747298" y="166761"/>
                </a:lnTo>
                <a:lnTo>
                  <a:pt x="743942" y="163824"/>
                </a:lnTo>
                <a:lnTo>
                  <a:pt x="740151" y="158903"/>
                </a:lnTo>
                <a:lnTo>
                  <a:pt x="738650" y="155516"/>
                </a:lnTo>
                <a:lnTo>
                  <a:pt x="736676" y="148342"/>
                </a:lnTo>
                <a:lnTo>
                  <a:pt x="736724" y="142657"/>
                </a:lnTo>
                <a:lnTo>
                  <a:pt x="735460" y="137119"/>
                </a:lnTo>
                <a:lnTo>
                  <a:pt x="735527" y="135644"/>
                </a:lnTo>
                <a:lnTo>
                  <a:pt x="736143" y="134360"/>
                </a:lnTo>
                <a:lnTo>
                  <a:pt x="736719" y="134471"/>
                </a:lnTo>
                <a:lnTo>
                  <a:pt x="738823" y="135997"/>
                </a:lnTo>
                <a:close/>
                <a:moveTo>
                  <a:pt x="479832" y="6554"/>
                </a:moveTo>
                <a:lnTo>
                  <a:pt x="478924" y="8194"/>
                </a:lnTo>
                <a:lnTo>
                  <a:pt x="478365" y="10502"/>
                </a:lnTo>
                <a:lnTo>
                  <a:pt x="476997" y="19215"/>
                </a:lnTo>
                <a:lnTo>
                  <a:pt x="475409" y="25907"/>
                </a:lnTo>
                <a:lnTo>
                  <a:pt x="474906" y="32545"/>
                </a:lnTo>
                <a:lnTo>
                  <a:pt x="474198" y="34748"/>
                </a:lnTo>
                <a:lnTo>
                  <a:pt x="472948" y="36432"/>
                </a:lnTo>
                <a:lnTo>
                  <a:pt x="470331" y="38747"/>
                </a:lnTo>
                <a:lnTo>
                  <a:pt x="459811" y="42837"/>
                </a:lnTo>
                <a:lnTo>
                  <a:pt x="458602" y="43699"/>
                </a:lnTo>
                <a:lnTo>
                  <a:pt x="457880" y="45105"/>
                </a:lnTo>
                <a:lnTo>
                  <a:pt x="458234" y="45964"/>
                </a:lnTo>
                <a:lnTo>
                  <a:pt x="459138" y="46513"/>
                </a:lnTo>
                <a:lnTo>
                  <a:pt x="470721" y="47718"/>
                </a:lnTo>
                <a:lnTo>
                  <a:pt x="473008" y="48417"/>
                </a:lnTo>
                <a:lnTo>
                  <a:pt x="473832" y="48992"/>
                </a:lnTo>
                <a:lnTo>
                  <a:pt x="473887" y="49345"/>
                </a:lnTo>
                <a:lnTo>
                  <a:pt x="469012" y="52491"/>
                </a:lnTo>
                <a:lnTo>
                  <a:pt x="462865" y="54366"/>
                </a:lnTo>
                <a:lnTo>
                  <a:pt x="452346" y="58419"/>
                </a:lnTo>
                <a:lnTo>
                  <a:pt x="449524" y="59774"/>
                </a:lnTo>
                <a:lnTo>
                  <a:pt x="448505" y="60722"/>
                </a:lnTo>
                <a:lnTo>
                  <a:pt x="450132" y="62065"/>
                </a:lnTo>
                <a:lnTo>
                  <a:pt x="468454" y="62185"/>
                </a:lnTo>
                <a:lnTo>
                  <a:pt x="470512" y="62394"/>
                </a:lnTo>
                <a:lnTo>
                  <a:pt x="472047" y="63002"/>
                </a:lnTo>
                <a:lnTo>
                  <a:pt x="472499" y="63863"/>
                </a:lnTo>
                <a:lnTo>
                  <a:pt x="472779" y="68674"/>
                </a:lnTo>
                <a:lnTo>
                  <a:pt x="472638" y="78119"/>
                </a:lnTo>
                <a:lnTo>
                  <a:pt x="471906" y="86497"/>
                </a:lnTo>
                <a:lnTo>
                  <a:pt x="472305" y="89634"/>
                </a:lnTo>
                <a:lnTo>
                  <a:pt x="473246" y="89714"/>
                </a:lnTo>
                <a:lnTo>
                  <a:pt x="477040" y="87498"/>
                </a:lnTo>
                <a:lnTo>
                  <a:pt x="478498" y="84172"/>
                </a:lnTo>
                <a:lnTo>
                  <a:pt x="479956" y="83249"/>
                </a:lnTo>
                <a:lnTo>
                  <a:pt x="482660" y="82855"/>
                </a:lnTo>
                <a:lnTo>
                  <a:pt x="484546" y="84789"/>
                </a:lnTo>
                <a:lnTo>
                  <a:pt x="485109" y="86098"/>
                </a:lnTo>
                <a:lnTo>
                  <a:pt x="484742" y="87147"/>
                </a:lnTo>
                <a:lnTo>
                  <a:pt x="483506" y="87869"/>
                </a:lnTo>
                <a:lnTo>
                  <a:pt x="481459" y="88198"/>
                </a:lnTo>
                <a:lnTo>
                  <a:pt x="477852" y="88088"/>
                </a:lnTo>
                <a:lnTo>
                  <a:pt x="477331" y="91597"/>
                </a:lnTo>
                <a:lnTo>
                  <a:pt x="477003" y="92295"/>
                </a:lnTo>
                <a:lnTo>
                  <a:pt x="476385" y="92717"/>
                </a:lnTo>
                <a:lnTo>
                  <a:pt x="474079" y="92675"/>
                </a:lnTo>
                <a:lnTo>
                  <a:pt x="471602" y="91227"/>
                </a:lnTo>
                <a:lnTo>
                  <a:pt x="471134" y="91482"/>
                </a:lnTo>
                <a:lnTo>
                  <a:pt x="470593" y="92528"/>
                </a:lnTo>
                <a:lnTo>
                  <a:pt x="469696" y="98054"/>
                </a:lnTo>
                <a:lnTo>
                  <a:pt x="469790" y="106297"/>
                </a:lnTo>
                <a:lnTo>
                  <a:pt x="468184" y="110158"/>
                </a:lnTo>
                <a:lnTo>
                  <a:pt x="467121" y="114403"/>
                </a:lnTo>
                <a:lnTo>
                  <a:pt x="465463" y="126107"/>
                </a:lnTo>
                <a:lnTo>
                  <a:pt x="464067" y="131763"/>
                </a:lnTo>
                <a:lnTo>
                  <a:pt x="462935" y="142137"/>
                </a:lnTo>
                <a:lnTo>
                  <a:pt x="461941" y="145614"/>
                </a:lnTo>
                <a:lnTo>
                  <a:pt x="463788" y="146832"/>
                </a:lnTo>
                <a:lnTo>
                  <a:pt x="465524" y="146624"/>
                </a:lnTo>
                <a:lnTo>
                  <a:pt x="479054" y="136881"/>
                </a:lnTo>
                <a:lnTo>
                  <a:pt x="480541" y="136135"/>
                </a:lnTo>
                <a:lnTo>
                  <a:pt x="481525" y="136015"/>
                </a:lnTo>
                <a:lnTo>
                  <a:pt x="483481" y="136694"/>
                </a:lnTo>
                <a:lnTo>
                  <a:pt x="487659" y="139904"/>
                </a:lnTo>
                <a:lnTo>
                  <a:pt x="491332" y="142198"/>
                </a:lnTo>
                <a:lnTo>
                  <a:pt x="492330" y="143257"/>
                </a:lnTo>
                <a:lnTo>
                  <a:pt x="496292" y="146170"/>
                </a:lnTo>
                <a:lnTo>
                  <a:pt x="497357" y="146749"/>
                </a:lnTo>
                <a:lnTo>
                  <a:pt x="498769" y="146980"/>
                </a:lnTo>
                <a:lnTo>
                  <a:pt x="499796" y="146432"/>
                </a:lnTo>
                <a:lnTo>
                  <a:pt x="500136" y="145608"/>
                </a:lnTo>
                <a:lnTo>
                  <a:pt x="500016" y="141738"/>
                </a:lnTo>
                <a:lnTo>
                  <a:pt x="497988" y="131175"/>
                </a:lnTo>
                <a:lnTo>
                  <a:pt x="496534" y="119571"/>
                </a:lnTo>
                <a:lnTo>
                  <a:pt x="495930" y="117518"/>
                </a:lnTo>
                <a:lnTo>
                  <a:pt x="495186" y="116619"/>
                </a:lnTo>
                <a:lnTo>
                  <a:pt x="494527" y="116427"/>
                </a:lnTo>
                <a:lnTo>
                  <a:pt x="494107" y="117227"/>
                </a:lnTo>
                <a:lnTo>
                  <a:pt x="493762" y="120263"/>
                </a:lnTo>
                <a:lnTo>
                  <a:pt x="491084" y="120665"/>
                </a:lnTo>
                <a:lnTo>
                  <a:pt x="487045" y="118460"/>
                </a:lnTo>
                <a:lnTo>
                  <a:pt x="486300" y="117699"/>
                </a:lnTo>
                <a:lnTo>
                  <a:pt x="486437" y="116377"/>
                </a:lnTo>
                <a:lnTo>
                  <a:pt x="488494" y="114209"/>
                </a:lnTo>
                <a:lnTo>
                  <a:pt x="488636" y="113863"/>
                </a:lnTo>
                <a:lnTo>
                  <a:pt x="488341" y="113519"/>
                </a:lnTo>
                <a:lnTo>
                  <a:pt x="485886" y="113515"/>
                </a:lnTo>
                <a:lnTo>
                  <a:pt x="482524" y="114646"/>
                </a:lnTo>
                <a:lnTo>
                  <a:pt x="481358" y="114724"/>
                </a:lnTo>
                <a:lnTo>
                  <a:pt x="475830" y="112642"/>
                </a:lnTo>
                <a:lnTo>
                  <a:pt x="475094" y="112166"/>
                </a:lnTo>
                <a:lnTo>
                  <a:pt x="474889" y="111270"/>
                </a:lnTo>
                <a:lnTo>
                  <a:pt x="475593" y="109612"/>
                </a:lnTo>
                <a:lnTo>
                  <a:pt x="477262" y="107935"/>
                </a:lnTo>
                <a:lnTo>
                  <a:pt x="480101" y="106376"/>
                </a:lnTo>
                <a:lnTo>
                  <a:pt x="482088" y="106062"/>
                </a:lnTo>
                <a:lnTo>
                  <a:pt x="484605" y="107004"/>
                </a:lnTo>
                <a:lnTo>
                  <a:pt x="487051" y="108584"/>
                </a:lnTo>
                <a:lnTo>
                  <a:pt x="488237" y="109990"/>
                </a:lnTo>
                <a:lnTo>
                  <a:pt x="489565" y="112862"/>
                </a:lnTo>
                <a:lnTo>
                  <a:pt x="493830" y="114491"/>
                </a:lnTo>
                <a:lnTo>
                  <a:pt x="494390" y="114278"/>
                </a:lnTo>
                <a:lnTo>
                  <a:pt x="494682" y="113626"/>
                </a:lnTo>
                <a:lnTo>
                  <a:pt x="494798" y="111290"/>
                </a:lnTo>
                <a:lnTo>
                  <a:pt x="494147" y="106125"/>
                </a:lnTo>
                <a:lnTo>
                  <a:pt x="494096" y="102840"/>
                </a:lnTo>
                <a:lnTo>
                  <a:pt x="492886" y="96953"/>
                </a:lnTo>
                <a:lnTo>
                  <a:pt x="491864" y="93774"/>
                </a:lnTo>
                <a:lnTo>
                  <a:pt x="490876" y="82886"/>
                </a:lnTo>
                <a:lnTo>
                  <a:pt x="489528" y="77188"/>
                </a:lnTo>
                <a:lnTo>
                  <a:pt x="489310" y="72756"/>
                </a:lnTo>
                <a:lnTo>
                  <a:pt x="489524" y="69331"/>
                </a:lnTo>
                <a:lnTo>
                  <a:pt x="489169" y="66257"/>
                </a:lnTo>
                <a:lnTo>
                  <a:pt x="489651" y="64409"/>
                </a:lnTo>
                <a:lnTo>
                  <a:pt x="490850" y="63399"/>
                </a:lnTo>
                <a:lnTo>
                  <a:pt x="493055" y="62277"/>
                </a:lnTo>
                <a:lnTo>
                  <a:pt x="512210" y="62125"/>
                </a:lnTo>
                <a:lnTo>
                  <a:pt x="513845" y="61782"/>
                </a:lnTo>
                <a:lnTo>
                  <a:pt x="514461" y="60826"/>
                </a:lnTo>
                <a:lnTo>
                  <a:pt x="514133" y="60213"/>
                </a:lnTo>
                <a:lnTo>
                  <a:pt x="512425" y="59225"/>
                </a:lnTo>
                <a:lnTo>
                  <a:pt x="507183" y="57404"/>
                </a:lnTo>
                <a:lnTo>
                  <a:pt x="503033" y="56430"/>
                </a:lnTo>
                <a:lnTo>
                  <a:pt x="500215" y="54627"/>
                </a:lnTo>
                <a:lnTo>
                  <a:pt x="494820" y="52624"/>
                </a:lnTo>
                <a:lnTo>
                  <a:pt x="492122" y="51078"/>
                </a:lnTo>
                <a:lnTo>
                  <a:pt x="490528" y="49696"/>
                </a:lnTo>
                <a:lnTo>
                  <a:pt x="490419" y="49312"/>
                </a:lnTo>
                <a:lnTo>
                  <a:pt x="490744" y="48965"/>
                </a:lnTo>
                <a:lnTo>
                  <a:pt x="492514" y="48101"/>
                </a:lnTo>
                <a:lnTo>
                  <a:pt x="503976" y="48042"/>
                </a:lnTo>
                <a:lnTo>
                  <a:pt x="505363" y="47576"/>
                </a:lnTo>
                <a:lnTo>
                  <a:pt x="505788" y="46779"/>
                </a:lnTo>
                <a:lnTo>
                  <a:pt x="504320" y="45032"/>
                </a:lnTo>
                <a:lnTo>
                  <a:pt x="496622" y="40431"/>
                </a:lnTo>
                <a:lnTo>
                  <a:pt x="493705" y="39003"/>
                </a:lnTo>
                <a:lnTo>
                  <a:pt x="491818" y="37598"/>
                </a:lnTo>
                <a:lnTo>
                  <a:pt x="490039" y="35735"/>
                </a:lnTo>
                <a:lnTo>
                  <a:pt x="488855" y="32906"/>
                </a:lnTo>
                <a:lnTo>
                  <a:pt x="488406" y="27689"/>
                </a:lnTo>
                <a:lnTo>
                  <a:pt x="486909" y="21936"/>
                </a:lnTo>
                <a:lnTo>
                  <a:pt x="485653" y="13769"/>
                </a:lnTo>
                <a:lnTo>
                  <a:pt x="484424" y="8492"/>
                </a:lnTo>
                <a:lnTo>
                  <a:pt x="483792" y="7004"/>
                </a:lnTo>
                <a:lnTo>
                  <a:pt x="482867" y="6130"/>
                </a:lnTo>
                <a:lnTo>
                  <a:pt x="481261" y="5918"/>
                </a:lnTo>
                <a:lnTo>
                  <a:pt x="479832" y="6554"/>
                </a:lnTo>
                <a:close/>
                <a:moveTo>
                  <a:pt x="482802" y="27627"/>
                </a:moveTo>
                <a:lnTo>
                  <a:pt x="482521" y="28989"/>
                </a:lnTo>
                <a:lnTo>
                  <a:pt x="481895" y="29174"/>
                </a:lnTo>
                <a:lnTo>
                  <a:pt x="481183" y="28952"/>
                </a:lnTo>
                <a:lnTo>
                  <a:pt x="480525" y="27778"/>
                </a:lnTo>
                <a:lnTo>
                  <a:pt x="480676" y="26417"/>
                </a:lnTo>
                <a:lnTo>
                  <a:pt x="481336" y="26077"/>
                </a:lnTo>
                <a:lnTo>
                  <a:pt x="482452" y="26248"/>
                </a:lnTo>
                <a:lnTo>
                  <a:pt x="482802" y="27627"/>
                </a:lnTo>
                <a:close/>
                <a:moveTo>
                  <a:pt x="476756" y="40038"/>
                </a:moveTo>
                <a:lnTo>
                  <a:pt x="477313" y="40741"/>
                </a:lnTo>
                <a:lnTo>
                  <a:pt x="476737" y="41705"/>
                </a:lnTo>
                <a:lnTo>
                  <a:pt x="474814" y="41885"/>
                </a:lnTo>
                <a:lnTo>
                  <a:pt x="474009" y="41370"/>
                </a:lnTo>
                <a:lnTo>
                  <a:pt x="474113" y="40847"/>
                </a:lnTo>
                <a:lnTo>
                  <a:pt x="475129" y="40142"/>
                </a:lnTo>
                <a:lnTo>
                  <a:pt x="475907" y="39856"/>
                </a:lnTo>
                <a:lnTo>
                  <a:pt x="476756" y="40038"/>
                </a:lnTo>
                <a:close/>
                <a:moveTo>
                  <a:pt x="493904" y="42124"/>
                </a:moveTo>
                <a:lnTo>
                  <a:pt x="494829" y="42910"/>
                </a:lnTo>
                <a:lnTo>
                  <a:pt x="494788" y="44143"/>
                </a:lnTo>
                <a:lnTo>
                  <a:pt x="493411" y="44928"/>
                </a:lnTo>
                <a:lnTo>
                  <a:pt x="491959" y="44917"/>
                </a:lnTo>
                <a:lnTo>
                  <a:pt x="490770" y="44429"/>
                </a:lnTo>
                <a:lnTo>
                  <a:pt x="489857" y="43532"/>
                </a:lnTo>
                <a:lnTo>
                  <a:pt x="489378" y="42410"/>
                </a:lnTo>
                <a:lnTo>
                  <a:pt x="489343" y="41134"/>
                </a:lnTo>
                <a:lnTo>
                  <a:pt x="492016" y="41500"/>
                </a:lnTo>
                <a:lnTo>
                  <a:pt x="493904" y="42124"/>
                </a:lnTo>
                <a:close/>
                <a:moveTo>
                  <a:pt x="472371" y="41947"/>
                </a:moveTo>
                <a:lnTo>
                  <a:pt x="472671" y="42401"/>
                </a:lnTo>
                <a:lnTo>
                  <a:pt x="472568" y="42997"/>
                </a:lnTo>
                <a:lnTo>
                  <a:pt x="471515" y="44101"/>
                </a:lnTo>
                <a:lnTo>
                  <a:pt x="470256" y="44373"/>
                </a:lnTo>
                <a:lnTo>
                  <a:pt x="469167" y="43922"/>
                </a:lnTo>
                <a:lnTo>
                  <a:pt x="469555" y="42844"/>
                </a:lnTo>
                <a:lnTo>
                  <a:pt x="470807" y="41854"/>
                </a:lnTo>
                <a:lnTo>
                  <a:pt x="471495" y="41632"/>
                </a:lnTo>
                <a:lnTo>
                  <a:pt x="472371" y="41947"/>
                </a:lnTo>
                <a:close/>
                <a:moveTo>
                  <a:pt x="472301" y="54534"/>
                </a:moveTo>
                <a:lnTo>
                  <a:pt x="473064" y="55632"/>
                </a:lnTo>
                <a:lnTo>
                  <a:pt x="472483" y="56525"/>
                </a:lnTo>
                <a:lnTo>
                  <a:pt x="470607" y="56662"/>
                </a:lnTo>
                <a:lnTo>
                  <a:pt x="469736" y="55972"/>
                </a:lnTo>
                <a:lnTo>
                  <a:pt x="469548" y="54750"/>
                </a:lnTo>
                <a:lnTo>
                  <a:pt x="469818" y="54075"/>
                </a:lnTo>
                <a:lnTo>
                  <a:pt x="471068" y="54030"/>
                </a:lnTo>
                <a:lnTo>
                  <a:pt x="472301" y="54534"/>
                </a:lnTo>
                <a:close/>
                <a:moveTo>
                  <a:pt x="492419" y="55241"/>
                </a:moveTo>
                <a:lnTo>
                  <a:pt x="492456" y="55990"/>
                </a:lnTo>
                <a:lnTo>
                  <a:pt x="491862" y="56760"/>
                </a:lnTo>
                <a:lnTo>
                  <a:pt x="490807" y="56945"/>
                </a:lnTo>
                <a:lnTo>
                  <a:pt x="490243" y="56575"/>
                </a:lnTo>
                <a:lnTo>
                  <a:pt x="490137" y="55688"/>
                </a:lnTo>
                <a:lnTo>
                  <a:pt x="490817" y="54870"/>
                </a:lnTo>
                <a:lnTo>
                  <a:pt x="491760" y="54720"/>
                </a:lnTo>
                <a:lnTo>
                  <a:pt x="492419" y="55241"/>
                </a:lnTo>
                <a:close/>
                <a:moveTo>
                  <a:pt x="476614" y="64929"/>
                </a:moveTo>
                <a:lnTo>
                  <a:pt x="476296" y="65636"/>
                </a:lnTo>
                <a:lnTo>
                  <a:pt x="475812" y="65385"/>
                </a:lnTo>
                <a:lnTo>
                  <a:pt x="475647" y="64849"/>
                </a:lnTo>
                <a:lnTo>
                  <a:pt x="476194" y="64226"/>
                </a:lnTo>
                <a:lnTo>
                  <a:pt x="476614" y="64929"/>
                </a:lnTo>
                <a:close/>
                <a:moveTo>
                  <a:pt x="483969" y="67616"/>
                </a:moveTo>
                <a:lnTo>
                  <a:pt x="484616" y="68466"/>
                </a:lnTo>
                <a:lnTo>
                  <a:pt x="484714" y="69569"/>
                </a:lnTo>
                <a:lnTo>
                  <a:pt x="484271" y="70660"/>
                </a:lnTo>
                <a:lnTo>
                  <a:pt x="483453" y="71348"/>
                </a:lnTo>
                <a:lnTo>
                  <a:pt x="481863" y="71528"/>
                </a:lnTo>
                <a:lnTo>
                  <a:pt x="480263" y="71159"/>
                </a:lnTo>
                <a:lnTo>
                  <a:pt x="479100" y="70598"/>
                </a:lnTo>
                <a:lnTo>
                  <a:pt x="478546" y="69742"/>
                </a:lnTo>
                <a:lnTo>
                  <a:pt x="478630" y="68147"/>
                </a:lnTo>
                <a:lnTo>
                  <a:pt x="479847" y="67375"/>
                </a:lnTo>
                <a:lnTo>
                  <a:pt x="482372" y="67118"/>
                </a:lnTo>
                <a:lnTo>
                  <a:pt x="483969" y="67616"/>
                </a:lnTo>
                <a:close/>
                <a:moveTo>
                  <a:pt x="476968" y="80345"/>
                </a:moveTo>
                <a:lnTo>
                  <a:pt x="477233" y="80971"/>
                </a:lnTo>
                <a:lnTo>
                  <a:pt x="476695" y="81567"/>
                </a:lnTo>
                <a:lnTo>
                  <a:pt x="476025" y="81728"/>
                </a:lnTo>
                <a:lnTo>
                  <a:pt x="475315" y="81304"/>
                </a:lnTo>
                <a:lnTo>
                  <a:pt x="475228" y="80551"/>
                </a:lnTo>
                <a:lnTo>
                  <a:pt x="475598" y="79909"/>
                </a:lnTo>
                <a:lnTo>
                  <a:pt x="476243" y="79818"/>
                </a:lnTo>
                <a:lnTo>
                  <a:pt x="476968" y="80345"/>
                </a:lnTo>
                <a:close/>
                <a:moveTo>
                  <a:pt x="488919" y="80380"/>
                </a:moveTo>
                <a:lnTo>
                  <a:pt x="487840" y="81127"/>
                </a:lnTo>
                <a:lnTo>
                  <a:pt x="487068" y="81057"/>
                </a:lnTo>
                <a:lnTo>
                  <a:pt x="486868" y="80734"/>
                </a:lnTo>
                <a:lnTo>
                  <a:pt x="487053" y="80092"/>
                </a:lnTo>
                <a:lnTo>
                  <a:pt x="487673" y="79810"/>
                </a:lnTo>
                <a:lnTo>
                  <a:pt x="488743" y="79868"/>
                </a:lnTo>
                <a:lnTo>
                  <a:pt x="488919" y="80380"/>
                </a:lnTo>
                <a:close/>
                <a:moveTo>
                  <a:pt x="488742" y="88901"/>
                </a:moveTo>
                <a:lnTo>
                  <a:pt x="489460" y="90306"/>
                </a:lnTo>
                <a:lnTo>
                  <a:pt x="489570" y="91503"/>
                </a:lnTo>
                <a:lnTo>
                  <a:pt x="488789" y="92909"/>
                </a:lnTo>
                <a:lnTo>
                  <a:pt x="486227" y="94298"/>
                </a:lnTo>
                <a:lnTo>
                  <a:pt x="487211" y="97192"/>
                </a:lnTo>
                <a:lnTo>
                  <a:pt x="486611" y="98673"/>
                </a:lnTo>
                <a:lnTo>
                  <a:pt x="484326" y="100060"/>
                </a:lnTo>
                <a:lnTo>
                  <a:pt x="482214" y="100799"/>
                </a:lnTo>
                <a:lnTo>
                  <a:pt x="480424" y="100112"/>
                </a:lnTo>
                <a:lnTo>
                  <a:pt x="477818" y="98205"/>
                </a:lnTo>
                <a:lnTo>
                  <a:pt x="477530" y="96799"/>
                </a:lnTo>
                <a:lnTo>
                  <a:pt x="479078" y="94507"/>
                </a:lnTo>
                <a:lnTo>
                  <a:pt x="481144" y="93442"/>
                </a:lnTo>
                <a:lnTo>
                  <a:pt x="485424" y="93094"/>
                </a:lnTo>
                <a:lnTo>
                  <a:pt x="486550" y="88724"/>
                </a:lnTo>
                <a:lnTo>
                  <a:pt x="487606" y="88296"/>
                </a:lnTo>
                <a:lnTo>
                  <a:pt x="488742" y="88901"/>
                </a:lnTo>
                <a:close/>
                <a:moveTo>
                  <a:pt x="475907" y="101135"/>
                </a:moveTo>
                <a:lnTo>
                  <a:pt x="477483" y="102757"/>
                </a:lnTo>
                <a:lnTo>
                  <a:pt x="477478" y="103525"/>
                </a:lnTo>
                <a:lnTo>
                  <a:pt x="476941" y="104419"/>
                </a:lnTo>
                <a:lnTo>
                  <a:pt x="473803" y="107216"/>
                </a:lnTo>
                <a:lnTo>
                  <a:pt x="472929" y="107249"/>
                </a:lnTo>
                <a:lnTo>
                  <a:pt x="471666" y="106599"/>
                </a:lnTo>
                <a:lnTo>
                  <a:pt x="471174" y="105961"/>
                </a:lnTo>
                <a:lnTo>
                  <a:pt x="471107" y="104529"/>
                </a:lnTo>
                <a:lnTo>
                  <a:pt x="471581" y="101851"/>
                </a:lnTo>
                <a:lnTo>
                  <a:pt x="472211" y="100521"/>
                </a:lnTo>
                <a:lnTo>
                  <a:pt x="472623" y="100154"/>
                </a:lnTo>
                <a:lnTo>
                  <a:pt x="473674" y="99994"/>
                </a:lnTo>
                <a:lnTo>
                  <a:pt x="475907" y="101135"/>
                </a:lnTo>
                <a:close/>
                <a:moveTo>
                  <a:pt x="491747" y="100710"/>
                </a:moveTo>
                <a:lnTo>
                  <a:pt x="492176" y="102808"/>
                </a:lnTo>
                <a:lnTo>
                  <a:pt x="491953" y="105646"/>
                </a:lnTo>
                <a:lnTo>
                  <a:pt x="491375" y="106638"/>
                </a:lnTo>
                <a:lnTo>
                  <a:pt x="490071" y="106935"/>
                </a:lnTo>
                <a:lnTo>
                  <a:pt x="486717" y="104466"/>
                </a:lnTo>
                <a:lnTo>
                  <a:pt x="486108" y="103504"/>
                </a:lnTo>
                <a:lnTo>
                  <a:pt x="486033" y="102503"/>
                </a:lnTo>
                <a:lnTo>
                  <a:pt x="486636" y="101510"/>
                </a:lnTo>
                <a:lnTo>
                  <a:pt x="488321" y="100652"/>
                </a:lnTo>
                <a:lnTo>
                  <a:pt x="490326" y="100317"/>
                </a:lnTo>
                <a:lnTo>
                  <a:pt x="491747" y="100710"/>
                </a:lnTo>
                <a:close/>
                <a:moveTo>
                  <a:pt x="473432" y="114500"/>
                </a:moveTo>
                <a:lnTo>
                  <a:pt x="476049" y="117258"/>
                </a:lnTo>
                <a:lnTo>
                  <a:pt x="474374" y="118561"/>
                </a:lnTo>
                <a:lnTo>
                  <a:pt x="470497" y="119874"/>
                </a:lnTo>
                <a:lnTo>
                  <a:pt x="469647" y="118709"/>
                </a:lnTo>
                <a:lnTo>
                  <a:pt x="469338" y="117705"/>
                </a:lnTo>
                <a:lnTo>
                  <a:pt x="469186" y="115891"/>
                </a:lnTo>
                <a:lnTo>
                  <a:pt x="469436" y="114421"/>
                </a:lnTo>
                <a:lnTo>
                  <a:pt x="469849" y="113970"/>
                </a:lnTo>
                <a:lnTo>
                  <a:pt x="470881" y="113736"/>
                </a:lnTo>
                <a:lnTo>
                  <a:pt x="473432" y="114500"/>
                </a:lnTo>
                <a:close/>
                <a:moveTo>
                  <a:pt x="484004" y="120263"/>
                </a:moveTo>
                <a:lnTo>
                  <a:pt x="488093" y="122270"/>
                </a:lnTo>
                <a:lnTo>
                  <a:pt x="488817" y="123272"/>
                </a:lnTo>
                <a:lnTo>
                  <a:pt x="488890" y="125081"/>
                </a:lnTo>
                <a:lnTo>
                  <a:pt x="487646" y="126627"/>
                </a:lnTo>
                <a:lnTo>
                  <a:pt x="484111" y="129237"/>
                </a:lnTo>
                <a:lnTo>
                  <a:pt x="481890" y="130250"/>
                </a:lnTo>
                <a:lnTo>
                  <a:pt x="479878" y="130103"/>
                </a:lnTo>
                <a:lnTo>
                  <a:pt x="478683" y="129355"/>
                </a:lnTo>
                <a:lnTo>
                  <a:pt x="474802" y="126072"/>
                </a:lnTo>
                <a:lnTo>
                  <a:pt x="473125" y="123415"/>
                </a:lnTo>
                <a:lnTo>
                  <a:pt x="473128" y="122740"/>
                </a:lnTo>
                <a:lnTo>
                  <a:pt x="473575" y="122198"/>
                </a:lnTo>
                <a:lnTo>
                  <a:pt x="479520" y="119157"/>
                </a:lnTo>
                <a:lnTo>
                  <a:pt x="481341" y="119083"/>
                </a:lnTo>
                <a:lnTo>
                  <a:pt x="484004" y="120263"/>
                </a:lnTo>
                <a:close/>
                <a:moveTo>
                  <a:pt x="472477" y="128360"/>
                </a:moveTo>
                <a:lnTo>
                  <a:pt x="476160" y="131356"/>
                </a:lnTo>
                <a:lnTo>
                  <a:pt x="477109" y="133057"/>
                </a:lnTo>
                <a:lnTo>
                  <a:pt x="477145" y="134229"/>
                </a:lnTo>
                <a:lnTo>
                  <a:pt x="476518" y="134934"/>
                </a:lnTo>
                <a:lnTo>
                  <a:pt x="474383" y="136152"/>
                </a:lnTo>
                <a:lnTo>
                  <a:pt x="469738" y="139615"/>
                </a:lnTo>
                <a:lnTo>
                  <a:pt x="468235" y="140520"/>
                </a:lnTo>
                <a:lnTo>
                  <a:pt x="467631" y="140482"/>
                </a:lnTo>
                <a:lnTo>
                  <a:pt x="467054" y="139664"/>
                </a:lnTo>
                <a:lnTo>
                  <a:pt x="466729" y="137317"/>
                </a:lnTo>
                <a:lnTo>
                  <a:pt x="467819" y="131290"/>
                </a:lnTo>
                <a:lnTo>
                  <a:pt x="467930" y="128987"/>
                </a:lnTo>
                <a:lnTo>
                  <a:pt x="468969" y="127736"/>
                </a:lnTo>
                <a:lnTo>
                  <a:pt x="470110" y="127209"/>
                </a:lnTo>
                <a:lnTo>
                  <a:pt x="471270" y="127419"/>
                </a:lnTo>
                <a:lnTo>
                  <a:pt x="472477" y="128360"/>
                </a:lnTo>
                <a:close/>
                <a:moveTo>
                  <a:pt x="494045" y="128006"/>
                </a:moveTo>
                <a:lnTo>
                  <a:pt x="494622" y="130649"/>
                </a:lnTo>
                <a:lnTo>
                  <a:pt x="495126" y="138704"/>
                </a:lnTo>
                <a:lnTo>
                  <a:pt x="494922" y="140019"/>
                </a:lnTo>
                <a:lnTo>
                  <a:pt x="493691" y="140513"/>
                </a:lnTo>
                <a:lnTo>
                  <a:pt x="492310" y="139834"/>
                </a:lnTo>
                <a:lnTo>
                  <a:pt x="488510" y="136503"/>
                </a:lnTo>
                <a:lnTo>
                  <a:pt x="486409" y="135179"/>
                </a:lnTo>
                <a:lnTo>
                  <a:pt x="485931" y="133738"/>
                </a:lnTo>
                <a:lnTo>
                  <a:pt x="486533" y="132254"/>
                </a:lnTo>
                <a:lnTo>
                  <a:pt x="490366" y="129002"/>
                </a:lnTo>
                <a:lnTo>
                  <a:pt x="492949" y="127511"/>
                </a:lnTo>
                <a:lnTo>
                  <a:pt x="494045" y="128006"/>
                </a:lnTo>
                <a:close/>
                <a:moveTo>
                  <a:pt x="236221" y="8287"/>
                </a:moveTo>
                <a:lnTo>
                  <a:pt x="235238" y="8965"/>
                </a:lnTo>
                <a:lnTo>
                  <a:pt x="234661" y="10239"/>
                </a:lnTo>
                <a:lnTo>
                  <a:pt x="233655" y="16883"/>
                </a:lnTo>
                <a:lnTo>
                  <a:pt x="232053" y="24189"/>
                </a:lnTo>
                <a:lnTo>
                  <a:pt x="231050" y="31978"/>
                </a:lnTo>
                <a:lnTo>
                  <a:pt x="229788" y="37298"/>
                </a:lnTo>
                <a:lnTo>
                  <a:pt x="228421" y="45674"/>
                </a:lnTo>
                <a:lnTo>
                  <a:pt x="227772" y="47127"/>
                </a:lnTo>
                <a:lnTo>
                  <a:pt x="226099" y="49041"/>
                </a:lnTo>
                <a:lnTo>
                  <a:pt x="224599" y="50054"/>
                </a:lnTo>
                <a:lnTo>
                  <a:pt x="220925" y="51542"/>
                </a:lnTo>
                <a:lnTo>
                  <a:pt x="217781" y="53353"/>
                </a:lnTo>
                <a:lnTo>
                  <a:pt x="208646" y="57075"/>
                </a:lnTo>
                <a:lnTo>
                  <a:pt x="207185" y="58143"/>
                </a:lnTo>
                <a:lnTo>
                  <a:pt x="206150" y="59816"/>
                </a:lnTo>
                <a:lnTo>
                  <a:pt x="206446" y="60702"/>
                </a:lnTo>
                <a:lnTo>
                  <a:pt x="208522" y="61268"/>
                </a:lnTo>
                <a:lnTo>
                  <a:pt x="225882" y="62312"/>
                </a:lnTo>
                <a:lnTo>
                  <a:pt x="227734" y="63046"/>
                </a:lnTo>
                <a:lnTo>
                  <a:pt x="228372" y="63656"/>
                </a:lnTo>
                <a:lnTo>
                  <a:pt x="228366" y="64341"/>
                </a:lnTo>
                <a:lnTo>
                  <a:pt x="226557" y="66304"/>
                </a:lnTo>
                <a:lnTo>
                  <a:pt x="224489" y="67527"/>
                </a:lnTo>
                <a:lnTo>
                  <a:pt x="218489" y="70025"/>
                </a:lnTo>
                <a:lnTo>
                  <a:pt x="214101" y="71386"/>
                </a:lnTo>
                <a:lnTo>
                  <a:pt x="210409" y="73003"/>
                </a:lnTo>
                <a:lnTo>
                  <a:pt x="198527" y="77201"/>
                </a:lnTo>
                <a:lnTo>
                  <a:pt x="195863" y="78645"/>
                </a:lnTo>
                <a:lnTo>
                  <a:pt x="195109" y="79289"/>
                </a:lnTo>
                <a:lnTo>
                  <a:pt x="194732" y="80437"/>
                </a:lnTo>
                <a:lnTo>
                  <a:pt x="195679" y="81178"/>
                </a:lnTo>
                <a:lnTo>
                  <a:pt x="198172" y="81388"/>
                </a:lnTo>
                <a:lnTo>
                  <a:pt x="223355" y="81724"/>
                </a:lnTo>
                <a:lnTo>
                  <a:pt x="225849" y="82248"/>
                </a:lnTo>
                <a:lnTo>
                  <a:pt x="226745" y="82890"/>
                </a:lnTo>
                <a:lnTo>
                  <a:pt x="227113" y="83791"/>
                </a:lnTo>
                <a:lnTo>
                  <a:pt x="227321" y="88915"/>
                </a:lnTo>
                <a:lnTo>
                  <a:pt x="226679" y="94540"/>
                </a:lnTo>
                <a:lnTo>
                  <a:pt x="225518" y="114030"/>
                </a:lnTo>
                <a:lnTo>
                  <a:pt x="224094" y="117821"/>
                </a:lnTo>
                <a:lnTo>
                  <a:pt x="222699" y="130634"/>
                </a:lnTo>
                <a:lnTo>
                  <a:pt x="220940" y="137199"/>
                </a:lnTo>
                <a:lnTo>
                  <a:pt x="219829" y="147775"/>
                </a:lnTo>
                <a:lnTo>
                  <a:pt x="218202" y="154471"/>
                </a:lnTo>
                <a:lnTo>
                  <a:pt x="216960" y="164990"/>
                </a:lnTo>
                <a:lnTo>
                  <a:pt x="215338" y="172440"/>
                </a:lnTo>
                <a:lnTo>
                  <a:pt x="213576" y="186295"/>
                </a:lnTo>
                <a:lnTo>
                  <a:pt x="212602" y="190012"/>
                </a:lnTo>
                <a:lnTo>
                  <a:pt x="212579" y="191765"/>
                </a:lnTo>
                <a:lnTo>
                  <a:pt x="212956" y="192745"/>
                </a:lnTo>
                <a:lnTo>
                  <a:pt x="214221" y="193194"/>
                </a:lnTo>
                <a:lnTo>
                  <a:pt x="216625" y="192372"/>
                </a:lnTo>
                <a:lnTo>
                  <a:pt x="230954" y="182419"/>
                </a:lnTo>
                <a:lnTo>
                  <a:pt x="235641" y="178795"/>
                </a:lnTo>
                <a:lnTo>
                  <a:pt x="236972" y="178231"/>
                </a:lnTo>
                <a:lnTo>
                  <a:pt x="238260" y="178114"/>
                </a:lnTo>
                <a:lnTo>
                  <a:pt x="240095" y="178787"/>
                </a:lnTo>
                <a:lnTo>
                  <a:pt x="250545" y="186787"/>
                </a:lnTo>
                <a:lnTo>
                  <a:pt x="258030" y="192090"/>
                </a:lnTo>
                <a:lnTo>
                  <a:pt x="259888" y="193046"/>
                </a:lnTo>
                <a:lnTo>
                  <a:pt x="261279" y="193200"/>
                </a:lnTo>
                <a:lnTo>
                  <a:pt x="261926" y="192851"/>
                </a:lnTo>
                <a:lnTo>
                  <a:pt x="262228" y="192127"/>
                </a:lnTo>
                <a:lnTo>
                  <a:pt x="262234" y="189007"/>
                </a:lnTo>
                <a:lnTo>
                  <a:pt x="260529" y="178613"/>
                </a:lnTo>
                <a:lnTo>
                  <a:pt x="259404" y="169044"/>
                </a:lnTo>
                <a:lnTo>
                  <a:pt x="257870" y="161678"/>
                </a:lnTo>
                <a:lnTo>
                  <a:pt x="256469" y="150074"/>
                </a:lnTo>
                <a:lnTo>
                  <a:pt x="254654" y="141633"/>
                </a:lnTo>
                <a:lnTo>
                  <a:pt x="253626" y="132819"/>
                </a:lnTo>
                <a:lnTo>
                  <a:pt x="251765" y="122156"/>
                </a:lnTo>
                <a:lnTo>
                  <a:pt x="250620" y="112042"/>
                </a:lnTo>
                <a:lnTo>
                  <a:pt x="250103" y="109951"/>
                </a:lnTo>
                <a:lnTo>
                  <a:pt x="248932" y="107680"/>
                </a:lnTo>
                <a:lnTo>
                  <a:pt x="248658" y="105992"/>
                </a:lnTo>
                <a:lnTo>
                  <a:pt x="248313" y="83527"/>
                </a:lnTo>
                <a:lnTo>
                  <a:pt x="249972" y="82198"/>
                </a:lnTo>
                <a:lnTo>
                  <a:pt x="252759" y="81737"/>
                </a:lnTo>
                <a:lnTo>
                  <a:pt x="279508" y="81937"/>
                </a:lnTo>
                <a:lnTo>
                  <a:pt x="280536" y="81554"/>
                </a:lnTo>
                <a:lnTo>
                  <a:pt x="281288" y="80190"/>
                </a:lnTo>
                <a:lnTo>
                  <a:pt x="279874" y="79098"/>
                </a:lnTo>
                <a:lnTo>
                  <a:pt x="276008" y="77221"/>
                </a:lnTo>
                <a:lnTo>
                  <a:pt x="267816" y="73841"/>
                </a:lnTo>
                <a:lnTo>
                  <a:pt x="256675" y="69857"/>
                </a:lnTo>
                <a:lnTo>
                  <a:pt x="250515" y="67249"/>
                </a:lnTo>
                <a:lnTo>
                  <a:pt x="249193" y="66108"/>
                </a:lnTo>
                <a:lnTo>
                  <a:pt x="249013" y="63951"/>
                </a:lnTo>
                <a:lnTo>
                  <a:pt x="249413" y="63258"/>
                </a:lnTo>
                <a:lnTo>
                  <a:pt x="250274" y="62841"/>
                </a:lnTo>
                <a:lnTo>
                  <a:pt x="256869" y="62533"/>
                </a:lnTo>
                <a:lnTo>
                  <a:pt x="267971" y="63464"/>
                </a:lnTo>
                <a:lnTo>
                  <a:pt x="269386" y="62843"/>
                </a:lnTo>
                <a:lnTo>
                  <a:pt x="270009" y="62020"/>
                </a:lnTo>
                <a:lnTo>
                  <a:pt x="270122" y="61258"/>
                </a:lnTo>
                <a:lnTo>
                  <a:pt x="268706" y="59721"/>
                </a:lnTo>
                <a:lnTo>
                  <a:pt x="262774" y="56527"/>
                </a:lnTo>
                <a:lnTo>
                  <a:pt x="254344" y="51209"/>
                </a:lnTo>
                <a:lnTo>
                  <a:pt x="251350" y="49721"/>
                </a:lnTo>
                <a:lnTo>
                  <a:pt x="248635" y="47267"/>
                </a:lnTo>
                <a:lnTo>
                  <a:pt x="248284" y="46481"/>
                </a:lnTo>
                <a:lnTo>
                  <a:pt x="248004" y="43251"/>
                </a:lnTo>
                <a:lnTo>
                  <a:pt x="246679" y="37773"/>
                </a:lnTo>
                <a:lnTo>
                  <a:pt x="245121" y="28026"/>
                </a:lnTo>
                <a:lnTo>
                  <a:pt x="243447" y="20706"/>
                </a:lnTo>
                <a:lnTo>
                  <a:pt x="241816" y="11230"/>
                </a:lnTo>
                <a:lnTo>
                  <a:pt x="240887" y="9219"/>
                </a:lnTo>
                <a:lnTo>
                  <a:pt x="239302" y="7984"/>
                </a:lnTo>
                <a:lnTo>
                  <a:pt x="237860" y="7697"/>
                </a:lnTo>
                <a:lnTo>
                  <a:pt x="236221" y="8287"/>
                </a:lnTo>
                <a:close/>
                <a:moveTo>
                  <a:pt x="239332" y="25117"/>
                </a:moveTo>
                <a:lnTo>
                  <a:pt x="239660" y="26113"/>
                </a:lnTo>
                <a:lnTo>
                  <a:pt x="239448" y="27368"/>
                </a:lnTo>
                <a:lnTo>
                  <a:pt x="238307" y="27627"/>
                </a:lnTo>
                <a:lnTo>
                  <a:pt x="237177" y="27383"/>
                </a:lnTo>
                <a:lnTo>
                  <a:pt x="236963" y="26247"/>
                </a:lnTo>
                <a:lnTo>
                  <a:pt x="237466" y="25145"/>
                </a:lnTo>
                <a:lnTo>
                  <a:pt x="238398" y="24676"/>
                </a:lnTo>
                <a:lnTo>
                  <a:pt x="239332" y="25117"/>
                </a:lnTo>
                <a:close/>
                <a:moveTo>
                  <a:pt x="239792" y="34416"/>
                </a:moveTo>
                <a:lnTo>
                  <a:pt x="240415" y="36082"/>
                </a:lnTo>
                <a:lnTo>
                  <a:pt x="240216" y="38199"/>
                </a:lnTo>
                <a:lnTo>
                  <a:pt x="238639" y="38765"/>
                </a:lnTo>
                <a:lnTo>
                  <a:pt x="236610" y="38482"/>
                </a:lnTo>
                <a:lnTo>
                  <a:pt x="235823" y="36837"/>
                </a:lnTo>
                <a:lnTo>
                  <a:pt x="235932" y="35223"/>
                </a:lnTo>
                <a:lnTo>
                  <a:pt x="236340" y="34373"/>
                </a:lnTo>
                <a:lnTo>
                  <a:pt x="237880" y="33828"/>
                </a:lnTo>
                <a:lnTo>
                  <a:pt x="239792" y="34416"/>
                </a:lnTo>
                <a:close/>
                <a:moveTo>
                  <a:pt x="234064" y="40356"/>
                </a:moveTo>
                <a:lnTo>
                  <a:pt x="234325" y="41238"/>
                </a:lnTo>
                <a:lnTo>
                  <a:pt x="233970" y="42105"/>
                </a:lnTo>
                <a:lnTo>
                  <a:pt x="233207" y="42578"/>
                </a:lnTo>
                <a:lnTo>
                  <a:pt x="232362" y="42368"/>
                </a:lnTo>
                <a:lnTo>
                  <a:pt x="232004" y="41031"/>
                </a:lnTo>
                <a:lnTo>
                  <a:pt x="232404" y="40109"/>
                </a:lnTo>
                <a:lnTo>
                  <a:pt x="233198" y="39829"/>
                </a:lnTo>
                <a:lnTo>
                  <a:pt x="234064" y="40356"/>
                </a:lnTo>
                <a:close/>
                <a:moveTo>
                  <a:pt x="244106" y="40992"/>
                </a:moveTo>
                <a:lnTo>
                  <a:pt x="244777" y="41487"/>
                </a:lnTo>
                <a:lnTo>
                  <a:pt x="243713" y="41774"/>
                </a:lnTo>
                <a:lnTo>
                  <a:pt x="242700" y="41483"/>
                </a:lnTo>
                <a:lnTo>
                  <a:pt x="242196" y="40886"/>
                </a:lnTo>
                <a:lnTo>
                  <a:pt x="242873" y="40555"/>
                </a:lnTo>
                <a:lnTo>
                  <a:pt x="244106" y="40992"/>
                </a:lnTo>
                <a:close/>
                <a:moveTo>
                  <a:pt x="240075" y="45306"/>
                </a:moveTo>
                <a:lnTo>
                  <a:pt x="240619" y="46702"/>
                </a:lnTo>
                <a:lnTo>
                  <a:pt x="240021" y="47422"/>
                </a:lnTo>
                <a:lnTo>
                  <a:pt x="238828" y="48021"/>
                </a:lnTo>
                <a:lnTo>
                  <a:pt x="237920" y="48036"/>
                </a:lnTo>
                <a:lnTo>
                  <a:pt x="236564" y="47548"/>
                </a:lnTo>
                <a:lnTo>
                  <a:pt x="235549" y="46296"/>
                </a:lnTo>
                <a:lnTo>
                  <a:pt x="235793" y="45388"/>
                </a:lnTo>
                <a:lnTo>
                  <a:pt x="237202" y="44608"/>
                </a:lnTo>
                <a:lnTo>
                  <a:pt x="239051" y="44686"/>
                </a:lnTo>
                <a:lnTo>
                  <a:pt x="240075" y="45306"/>
                </a:lnTo>
                <a:close/>
                <a:moveTo>
                  <a:pt x="244954" y="52271"/>
                </a:moveTo>
                <a:lnTo>
                  <a:pt x="245384" y="53657"/>
                </a:lnTo>
                <a:lnTo>
                  <a:pt x="245114" y="55259"/>
                </a:lnTo>
                <a:lnTo>
                  <a:pt x="244466" y="55800"/>
                </a:lnTo>
                <a:lnTo>
                  <a:pt x="243589" y="55682"/>
                </a:lnTo>
                <a:lnTo>
                  <a:pt x="242693" y="54822"/>
                </a:lnTo>
                <a:lnTo>
                  <a:pt x="242712" y="53274"/>
                </a:lnTo>
                <a:lnTo>
                  <a:pt x="243711" y="52070"/>
                </a:lnTo>
                <a:lnTo>
                  <a:pt x="244351" y="51957"/>
                </a:lnTo>
                <a:lnTo>
                  <a:pt x="244954" y="52271"/>
                </a:lnTo>
                <a:close/>
                <a:moveTo>
                  <a:pt x="233499" y="53367"/>
                </a:moveTo>
                <a:lnTo>
                  <a:pt x="233614" y="54527"/>
                </a:lnTo>
                <a:lnTo>
                  <a:pt x="232670" y="55241"/>
                </a:lnTo>
                <a:lnTo>
                  <a:pt x="230786" y="54910"/>
                </a:lnTo>
                <a:lnTo>
                  <a:pt x="229616" y="54094"/>
                </a:lnTo>
                <a:lnTo>
                  <a:pt x="230289" y="52702"/>
                </a:lnTo>
                <a:lnTo>
                  <a:pt x="231454" y="52189"/>
                </a:lnTo>
                <a:lnTo>
                  <a:pt x="232685" y="52428"/>
                </a:lnTo>
                <a:lnTo>
                  <a:pt x="233499" y="53367"/>
                </a:lnTo>
                <a:close/>
                <a:moveTo>
                  <a:pt x="252167" y="54074"/>
                </a:moveTo>
                <a:lnTo>
                  <a:pt x="256821" y="57099"/>
                </a:lnTo>
                <a:lnTo>
                  <a:pt x="257372" y="57780"/>
                </a:lnTo>
                <a:lnTo>
                  <a:pt x="257206" y="58473"/>
                </a:lnTo>
                <a:lnTo>
                  <a:pt x="256202" y="58993"/>
                </a:lnTo>
                <a:lnTo>
                  <a:pt x="253577" y="59227"/>
                </a:lnTo>
                <a:lnTo>
                  <a:pt x="251005" y="59047"/>
                </a:lnTo>
                <a:lnTo>
                  <a:pt x="249396" y="58459"/>
                </a:lnTo>
                <a:lnTo>
                  <a:pt x="248833" y="57740"/>
                </a:lnTo>
                <a:lnTo>
                  <a:pt x="248588" y="56689"/>
                </a:lnTo>
                <a:lnTo>
                  <a:pt x="248879" y="54087"/>
                </a:lnTo>
                <a:lnTo>
                  <a:pt x="249844" y="53313"/>
                </a:lnTo>
                <a:lnTo>
                  <a:pt x="252167" y="54074"/>
                </a:lnTo>
                <a:close/>
                <a:moveTo>
                  <a:pt x="227028" y="54039"/>
                </a:moveTo>
                <a:lnTo>
                  <a:pt x="228120" y="54526"/>
                </a:lnTo>
                <a:lnTo>
                  <a:pt x="228276" y="55144"/>
                </a:lnTo>
                <a:lnTo>
                  <a:pt x="227028" y="56302"/>
                </a:lnTo>
                <a:lnTo>
                  <a:pt x="225404" y="57119"/>
                </a:lnTo>
                <a:lnTo>
                  <a:pt x="223864" y="57457"/>
                </a:lnTo>
                <a:lnTo>
                  <a:pt x="222566" y="57330"/>
                </a:lnTo>
                <a:lnTo>
                  <a:pt x="221423" y="56298"/>
                </a:lnTo>
                <a:lnTo>
                  <a:pt x="221413" y="55217"/>
                </a:lnTo>
                <a:lnTo>
                  <a:pt x="222464" y="54080"/>
                </a:lnTo>
                <a:lnTo>
                  <a:pt x="224458" y="53653"/>
                </a:lnTo>
                <a:lnTo>
                  <a:pt x="227028" y="54039"/>
                </a:lnTo>
                <a:close/>
                <a:moveTo>
                  <a:pt x="244954" y="64823"/>
                </a:moveTo>
                <a:lnTo>
                  <a:pt x="244356" y="66171"/>
                </a:lnTo>
                <a:lnTo>
                  <a:pt x="243646" y="66359"/>
                </a:lnTo>
                <a:lnTo>
                  <a:pt x="243232" y="66008"/>
                </a:lnTo>
                <a:lnTo>
                  <a:pt x="243063" y="64785"/>
                </a:lnTo>
                <a:lnTo>
                  <a:pt x="243854" y="63647"/>
                </a:lnTo>
                <a:lnTo>
                  <a:pt x="244855" y="63649"/>
                </a:lnTo>
                <a:lnTo>
                  <a:pt x="244954" y="64823"/>
                </a:lnTo>
                <a:close/>
                <a:moveTo>
                  <a:pt x="232933" y="65070"/>
                </a:moveTo>
                <a:lnTo>
                  <a:pt x="232890" y="65839"/>
                </a:lnTo>
                <a:lnTo>
                  <a:pt x="232475" y="66178"/>
                </a:lnTo>
                <a:lnTo>
                  <a:pt x="231589" y="65813"/>
                </a:lnTo>
                <a:lnTo>
                  <a:pt x="231116" y="65105"/>
                </a:lnTo>
                <a:lnTo>
                  <a:pt x="231477" y="64516"/>
                </a:lnTo>
                <a:lnTo>
                  <a:pt x="232067" y="64309"/>
                </a:lnTo>
                <a:lnTo>
                  <a:pt x="232619" y="64508"/>
                </a:lnTo>
                <a:lnTo>
                  <a:pt x="232933" y="65070"/>
                </a:lnTo>
                <a:close/>
                <a:moveTo>
                  <a:pt x="239368" y="71117"/>
                </a:moveTo>
                <a:lnTo>
                  <a:pt x="239633" y="72028"/>
                </a:lnTo>
                <a:lnTo>
                  <a:pt x="238962" y="72620"/>
                </a:lnTo>
                <a:lnTo>
                  <a:pt x="236988" y="72557"/>
                </a:lnTo>
                <a:lnTo>
                  <a:pt x="236209" y="71960"/>
                </a:lnTo>
                <a:lnTo>
                  <a:pt x="236442" y="71209"/>
                </a:lnTo>
                <a:lnTo>
                  <a:pt x="237485" y="70697"/>
                </a:lnTo>
                <a:lnTo>
                  <a:pt x="238738" y="70728"/>
                </a:lnTo>
                <a:lnTo>
                  <a:pt x="239368" y="71117"/>
                </a:lnTo>
                <a:close/>
                <a:moveTo>
                  <a:pt x="227382" y="72000"/>
                </a:moveTo>
                <a:lnTo>
                  <a:pt x="228047" y="73198"/>
                </a:lnTo>
                <a:lnTo>
                  <a:pt x="228173" y="74167"/>
                </a:lnTo>
                <a:lnTo>
                  <a:pt x="227338" y="75209"/>
                </a:lnTo>
                <a:lnTo>
                  <a:pt x="224125" y="75822"/>
                </a:lnTo>
                <a:lnTo>
                  <a:pt x="222869" y="75395"/>
                </a:lnTo>
                <a:lnTo>
                  <a:pt x="222344" y="74791"/>
                </a:lnTo>
                <a:lnTo>
                  <a:pt x="222134" y="72404"/>
                </a:lnTo>
                <a:lnTo>
                  <a:pt x="222982" y="71236"/>
                </a:lnTo>
                <a:lnTo>
                  <a:pt x="226020" y="71122"/>
                </a:lnTo>
                <a:lnTo>
                  <a:pt x="227382" y="72000"/>
                </a:lnTo>
                <a:close/>
                <a:moveTo>
                  <a:pt x="253192" y="72319"/>
                </a:moveTo>
                <a:lnTo>
                  <a:pt x="254222" y="74052"/>
                </a:lnTo>
                <a:lnTo>
                  <a:pt x="253839" y="75426"/>
                </a:lnTo>
                <a:lnTo>
                  <a:pt x="252659" y="75997"/>
                </a:lnTo>
                <a:lnTo>
                  <a:pt x="251177" y="76224"/>
                </a:lnTo>
                <a:lnTo>
                  <a:pt x="248985" y="75819"/>
                </a:lnTo>
                <a:lnTo>
                  <a:pt x="248565" y="73839"/>
                </a:lnTo>
                <a:lnTo>
                  <a:pt x="249126" y="71859"/>
                </a:lnTo>
                <a:lnTo>
                  <a:pt x="249787" y="71428"/>
                </a:lnTo>
                <a:lnTo>
                  <a:pt x="251053" y="71293"/>
                </a:lnTo>
                <a:lnTo>
                  <a:pt x="253192" y="72319"/>
                </a:lnTo>
                <a:close/>
                <a:moveTo>
                  <a:pt x="245343" y="73910"/>
                </a:moveTo>
                <a:lnTo>
                  <a:pt x="245679" y="75082"/>
                </a:lnTo>
                <a:lnTo>
                  <a:pt x="245371" y="76149"/>
                </a:lnTo>
                <a:lnTo>
                  <a:pt x="244428" y="76632"/>
                </a:lnTo>
                <a:lnTo>
                  <a:pt x="243380" y="76352"/>
                </a:lnTo>
                <a:lnTo>
                  <a:pt x="242777" y="75195"/>
                </a:lnTo>
                <a:lnTo>
                  <a:pt x="243136" y="73907"/>
                </a:lnTo>
                <a:lnTo>
                  <a:pt x="244175" y="73341"/>
                </a:lnTo>
                <a:lnTo>
                  <a:pt x="245343" y="73910"/>
                </a:lnTo>
                <a:close/>
                <a:moveTo>
                  <a:pt x="232650" y="75006"/>
                </a:moveTo>
                <a:lnTo>
                  <a:pt x="232203" y="75529"/>
                </a:lnTo>
                <a:lnTo>
                  <a:pt x="231607" y="75275"/>
                </a:lnTo>
                <a:lnTo>
                  <a:pt x="232184" y="74490"/>
                </a:lnTo>
                <a:lnTo>
                  <a:pt x="232650" y="75006"/>
                </a:lnTo>
                <a:close/>
                <a:moveTo>
                  <a:pt x="265461" y="76632"/>
                </a:moveTo>
                <a:lnTo>
                  <a:pt x="266579" y="77287"/>
                </a:lnTo>
                <a:lnTo>
                  <a:pt x="266765" y="77773"/>
                </a:lnTo>
                <a:lnTo>
                  <a:pt x="266506" y="78249"/>
                </a:lnTo>
                <a:lnTo>
                  <a:pt x="264788" y="78949"/>
                </a:lnTo>
                <a:lnTo>
                  <a:pt x="263912" y="78773"/>
                </a:lnTo>
                <a:lnTo>
                  <a:pt x="263296" y="78263"/>
                </a:lnTo>
                <a:lnTo>
                  <a:pt x="263126" y="77241"/>
                </a:lnTo>
                <a:lnTo>
                  <a:pt x="263694" y="76632"/>
                </a:lnTo>
                <a:lnTo>
                  <a:pt x="264330" y="76243"/>
                </a:lnTo>
                <a:lnTo>
                  <a:pt x="265461" y="76632"/>
                </a:lnTo>
                <a:close/>
                <a:moveTo>
                  <a:pt x="245449" y="83562"/>
                </a:moveTo>
                <a:lnTo>
                  <a:pt x="246047" y="84920"/>
                </a:lnTo>
                <a:lnTo>
                  <a:pt x="245703" y="86975"/>
                </a:lnTo>
                <a:lnTo>
                  <a:pt x="244385" y="87838"/>
                </a:lnTo>
                <a:lnTo>
                  <a:pt x="242838" y="87655"/>
                </a:lnTo>
                <a:lnTo>
                  <a:pt x="242208" y="86223"/>
                </a:lnTo>
                <a:lnTo>
                  <a:pt x="242714" y="84212"/>
                </a:lnTo>
                <a:lnTo>
                  <a:pt x="244168" y="83005"/>
                </a:lnTo>
                <a:lnTo>
                  <a:pt x="245449" y="83562"/>
                </a:lnTo>
                <a:close/>
                <a:moveTo>
                  <a:pt x="233711" y="84764"/>
                </a:moveTo>
                <a:lnTo>
                  <a:pt x="234014" y="86193"/>
                </a:lnTo>
                <a:lnTo>
                  <a:pt x="233308" y="87028"/>
                </a:lnTo>
                <a:lnTo>
                  <a:pt x="232403" y="87149"/>
                </a:lnTo>
                <a:lnTo>
                  <a:pt x="231236" y="86850"/>
                </a:lnTo>
                <a:lnTo>
                  <a:pt x="230020" y="85821"/>
                </a:lnTo>
                <a:lnTo>
                  <a:pt x="230288" y="84885"/>
                </a:lnTo>
                <a:lnTo>
                  <a:pt x="231606" y="84118"/>
                </a:lnTo>
                <a:lnTo>
                  <a:pt x="233012" y="84169"/>
                </a:lnTo>
                <a:lnTo>
                  <a:pt x="233711" y="84764"/>
                </a:lnTo>
                <a:close/>
                <a:moveTo>
                  <a:pt x="241100" y="89149"/>
                </a:moveTo>
                <a:lnTo>
                  <a:pt x="242400" y="91041"/>
                </a:lnTo>
                <a:lnTo>
                  <a:pt x="242550" y="92004"/>
                </a:lnTo>
                <a:lnTo>
                  <a:pt x="242123" y="92772"/>
                </a:lnTo>
                <a:lnTo>
                  <a:pt x="241116" y="93382"/>
                </a:lnTo>
                <a:lnTo>
                  <a:pt x="239131" y="93962"/>
                </a:lnTo>
                <a:lnTo>
                  <a:pt x="237596" y="94027"/>
                </a:lnTo>
                <a:lnTo>
                  <a:pt x="234485" y="93473"/>
                </a:lnTo>
                <a:lnTo>
                  <a:pt x="233273" y="92790"/>
                </a:lnTo>
                <a:lnTo>
                  <a:pt x="233121" y="92080"/>
                </a:lnTo>
                <a:lnTo>
                  <a:pt x="233711" y="90386"/>
                </a:lnTo>
                <a:lnTo>
                  <a:pt x="234557" y="88876"/>
                </a:lnTo>
                <a:lnTo>
                  <a:pt x="235513" y="88156"/>
                </a:lnTo>
                <a:lnTo>
                  <a:pt x="240004" y="87911"/>
                </a:lnTo>
                <a:lnTo>
                  <a:pt x="241100" y="89149"/>
                </a:lnTo>
                <a:close/>
                <a:moveTo>
                  <a:pt x="245414" y="94558"/>
                </a:moveTo>
                <a:lnTo>
                  <a:pt x="246183" y="96202"/>
                </a:lnTo>
                <a:lnTo>
                  <a:pt x="245732" y="97953"/>
                </a:lnTo>
                <a:lnTo>
                  <a:pt x="244299" y="98511"/>
                </a:lnTo>
                <a:lnTo>
                  <a:pt x="242872" y="98213"/>
                </a:lnTo>
                <a:lnTo>
                  <a:pt x="242365" y="96924"/>
                </a:lnTo>
                <a:lnTo>
                  <a:pt x="243343" y="94584"/>
                </a:lnTo>
                <a:lnTo>
                  <a:pt x="244243" y="93974"/>
                </a:lnTo>
                <a:lnTo>
                  <a:pt x="245414" y="94558"/>
                </a:lnTo>
                <a:close/>
                <a:moveTo>
                  <a:pt x="232120" y="94983"/>
                </a:moveTo>
                <a:lnTo>
                  <a:pt x="233388" y="96251"/>
                </a:lnTo>
                <a:lnTo>
                  <a:pt x="233517" y="97205"/>
                </a:lnTo>
                <a:lnTo>
                  <a:pt x="233251" y="97705"/>
                </a:lnTo>
                <a:lnTo>
                  <a:pt x="231169" y="98222"/>
                </a:lnTo>
                <a:lnTo>
                  <a:pt x="229220" y="97599"/>
                </a:lnTo>
                <a:lnTo>
                  <a:pt x="228800" y="96441"/>
                </a:lnTo>
                <a:lnTo>
                  <a:pt x="229695" y="95124"/>
                </a:lnTo>
                <a:lnTo>
                  <a:pt x="230582" y="94682"/>
                </a:lnTo>
                <a:lnTo>
                  <a:pt x="232120" y="94983"/>
                </a:lnTo>
                <a:close/>
                <a:moveTo>
                  <a:pt x="232296" y="104706"/>
                </a:moveTo>
                <a:lnTo>
                  <a:pt x="233300" y="105705"/>
                </a:lnTo>
                <a:lnTo>
                  <a:pt x="232926" y="106814"/>
                </a:lnTo>
                <a:lnTo>
                  <a:pt x="231117" y="107869"/>
                </a:lnTo>
                <a:lnTo>
                  <a:pt x="230223" y="107967"/>
                </a:lnTo>
                <a:lnTo>
                  <a:pt x="229560" y="107666"/>
                </a:lnTo>
                <a:lnTo>
                  <a:pt x="229044" y="106488"/>
                </a:lnTo>
                <a:lnTo>
                  <a:pt x="229351" y="104697"/>
                </a:lnTo>
                <a:lnTo>
                  <a:pt x="230729" y="104201"/>
                </a:lnTo>
                <a:lnTo>
                  <a:pt x="232296" y="104706"/>
                </a:lnTo>
                <a:close/>
                <a:moveTo>
                  <a:pt x="246015" y="104741"/>
                </a:moveTo>
                <a:lnTo>
                  <a:pt x="246504" y="105231"/>
                </a:lnTo>
                <a:lnTo>
                  <a:pt x="246700" y="106063"/>
                </a:lnTo>
                <a:lnTo>
                  <a:pt x="245661" y="107358"/>
                </a:lnTo>
                <a:lnTo>
                  <a:pt x="244344" y="107647"/>
                </a:lnTo>
                <a:lnTo>
                  <a:pt x="243410" y="107158"/>
                </a:lnTo>
                <a:lnTo>
                  <a:pt x="242774" y="106386"/>
                </a:lnTo>
                <a:lnTo>
                  <a:pt x="242639" y="105205"/>
                </a:lnTo>
                <a:lnTo>
                  <a:pt x="243349" y="104352"/>
                </a:lnTo>
                <a:lnTo>
                  <a:pt x="244655" y="104217"/>
                </a:lnTo>
                <a:lnTo>
                  <a:pt x="246015" y="104741"/>
                </a:lnTo>
                <a:close/>
                <a:moveTo>
                  <a:pt x="241242" y="109691"/>
                </a:moveTo>
                <a:lnTo>
                  <a:pt x="243211" y="111153"/>
                </a:lnTo>
                <a:lnTo>
                  <a:pt x="243439" y="112682"/>
                </a:lnTo>
                <a:lnTo>
                  <a:pt x="242612" y="113838"/>
                </a:lnTo>
                <a:lnTo>
                  <a:pt x="240994" y="115172"/>
                </a:lnTo>
                <a:lnTo>
                  <a:pt x="238637" y="116194"/>
                </a:lnTo>
                <a:lnTo>
                  <a:pt x="236224" y="115984"/>
                </a:lnTo>
                <a:lnTo>
                  <a:pt x="234689" y="115181"/>
                </a:lnTo>
                <a:lnTo>
                  <a:pt x="232775" y="113236"/>
                </a:lnTo>
                <a:lnTo>
                  <a:pt x="232010" y="111835"/>
                </a:lnTo>
                <a:lnTo>
                  <a:pt x="232187" y="111134"/>
                </a:lnTo>
                <a:lnTo>
                  <a:pt x="232954" y="110465"/>
                </a:lnTo>
                <a:lnTo>
                  <a:pt x="236607" y="108711"/>
                </a:lnTo>
                <a:lnTo>
                  <a:pt x="238413" y="108571"/>
                </a:lnTo>
                <a:lnTo>
                  <a:pt x="241242" y="109691"/>
                </a:lnTo>
                <a:close/>
                <a:moveTo>
                  <a:pt x="232120" y="116055"/>
                </a:moveTo>
                <a:lnTo>
                  <a:pt x="233348" y="117947"/>
                </a:lnTo>
                <a:lnTo>
                  <a:pt x="233548" y="119323"/>
                </a:lnTo>
                <a:lnTo>
                  <a:pt x="233280" y="120178"/>
                </a:lnTo>
                <a:lnTo>
                  <a:pt x="228478" y="123268"/>
                </a:lnTo>
                <a:lnTo>
                  <a:pt x="227192" y="123514"/>
                </a:lnTo>
                <a:lnTo>
                  <a:pt x="226492" y="122519"/>
                </a:lnTo>
                <a:lnTo>
                  <a:pt x="226403" y="120740"/>
                </a:lnTo>
                <a:lnTo>
                  <a:pt x="227471" y="117601"/>
                </a:lnTo>
                <a:lnTo>
                  <a:pt x="228516" y="116297"/>
                </a:lnTo>
                <a:lnTo>
                  <a:pt x="229650" y="115615"/>
                </a:lnTo>
                <a:lnTo>
                  <a:pt x="230861" y="115533"/>
                </a:lnTo>
                <a:lnTo>
                  <a:pt x="232120" y="116055"/>
                </a:lnTo>
                <a:close/>
                <a:moveTo>
                  <a:pt x="247854" y="116020"/>
                </a:moveTo>
                <a:lnTo>
                  <a:pt x="248599" y="118734"/>
                </a:lnTo>
                <a:lnTo>
                  <a:pt x="248850" y="121758"/>
                </a:lnTo>
                <a:lnTo>
                  <a:pt x="247974" y="123241"/>
                </a:lnTo>
                <a:lnTo>
                  <a:pt x="246935" y="123583"/>
                </a:lnTo>
                <a:lnTo>
                  <a:pt x="243197" y="120741"/>
                </a:lnTo>
                <a:lnTo>
                  <a:pt x="242811" y="120175"/>
                </a:lnTo>
                <a:lnTo>
                  <a:pt x="242727" y="119084"/>
                </a:lnTo>
                <a:lnTo>
                  <a:pt x="243245" y="117506"/>
                </a:lnTo>
                <a:lnTo>
                  <a:pt x="244666" y="116094"/>
                </a:lnTo>
                <a:lnTo>
                  <a:pt x="246443" y="115500"/>
                </a:lnTo>
                <a:lnTo>
                  <a:pt x="247854" y="116020"/>
                </a:lnTo>
                <a:close/>
                <a:moveTo>
                  <a:pt x="241100" y="122703"/>
                </a:moveTo>
                <a:lnTo>
                  <a:pt x="244460" y="124757"/>
                </a:lnTo>
                <a:lnTo>
                  <a:pt x="245619" y="125834"/>
                </a:lnTo>
                <a:lnTo>
                  <a:pt x="246143" y="127697"/>
                </a:lnTo>
                <a:lnTo>
                  <a:pt x="245144" y="129381"/>
                </a:lnTo>
                <a:lnTo>
                  <a:pt x="240635" y="132274"/>
                </a:lnTo>
                <a:lnTo>
                  <a:pt x="238683" y="132673"/>
                </a:lnTo>
                <a:lnTo>
                  <a:pt x="236855" y="132118"/>
                </a:lnTo>
                <a:lnTo>
                  <a:pt x="232270" y="128793"/>
                </a:lnTo>
                <a:lnTo>
                  <a:pt x="231951" y="127546"/>
                </a:lnTo>
                <a:lnTo>
                  <a:pt x="232210" y="125781"/>
                </a:lnTo>
                <a:lnTo>
                  <a:pt x="235443" y="123233"/>
                </a:lnTo>
                <a:lnTo>
                  <a:pt x="236805" y="122394"/>
                </a:lnTo>
                <a:lnTo>
                  <a:pt x="238670" y="121814"/>
                </a:lnTo>
                <a:lnTo>
                  <a:pt x="240247" y="122065"/>
                </a:lnTo>
                <a:lnTo>
                  <a:pt x="241100" y="122703"/>
                </a:lnTo>
                <a:close/>
                <a:moveTo>
                  <a:pt x="228831" y="131365"/>
                </a:moveTo>
                <a:lnTo>
                  <a:pt x="231879" y="133407"/>
                </a:lnTo>
                <a:lnTo>
                  <a:pt x="232912" y="134434"/>
                </a:lnTo>
                <a:lnTo>
                  <a:pt x="233317" y="135551"/>
                </a:lnTo>
                <a:lnTo>
                  <a:pt x="233091" y="136662"/>
                </a:lnTo>
                <a:lnTo>
                  <a:pt x="232227" y="137677"/>
                </a:lnTo>
                <a:lnTo>
                  <a:pt x="227823" y="140655"/>
                </a:lnTo>
                <a:lnTo>
                  <a:pt x="225532" y="141650"/>
                </a:lnTo>
                <a:lnTo>
                  <a:pt x="224237" y="141770"/>
                </a:lnTo>
                <a:lnTo>
                  <a:pt x="223685" y="141135"/>
                </a:lnTo>
                <a:lnTo>
                  <a:pt x="223510" y="139141"/>
                </a:lnTo>
                <a:lnTo>
                  <a:pt x="224102" y="135033"/>
                </a:lnTo>
                <a:lnTo>
                  <a:pt x="224893" y="132532"/>
                </a:lnTo>
                <a:lnTo>
                  <a:pt x="225861" y="131012"/>
                </a:lnTo>
                <a:lnTo>
                  <a:pt x="226757" y="130455"/>
                </a:lnTo>
                <a:lnTo>
                  <a:pt x="227526" y="130457"/>
                </a:lnTo>
                <a:lnTo>
                  <a:pt x="228831" y="131365"/>
                </a:lnTo>
                <a:close/>
                <a:moveTo>
                  <a:pt x="250930" y="131118"/>
                </a:moveTo>
                <a:lnTo>
                  <a:pt x="251379" y="133954"/>
                </a:lnTo>
                <a:lnTo>
                  <a:pt x="251743" y="140558"/>
                </a:lnTo>
                <a:lnTo>
                  <a:pt x="249942" y="141255"/>
                </a:lnTo>
                <a:lnTo>
                  <a:pt x="244194" y="137355"/>
                </a:lnTo>
                <a:lnTo>
                  <a:pt x="243541" y="136500"/>
                </a:lnTo>
                <a:lnTo>
                  <a:pt x="243257" y="134972"/>
                </a:lnTo>
                <a:lnTo>
                  <a:pt x="243936" y="133580"/>
                </a:lnTo>
                <a:lnTo>
                  <a:pt x="246629" y="131639"/>
                </a:lnTo>
                <a:lnTo>
                  <a:pt x="249657" y="130711"/>
                </a:lnTo>
                <a:lnTo>
                  <a:pt x="250930" y="131118"/>
                </a:lnTo>
                <a:close/>
                <a:moveTo>
                  <a:pt x="241171" y="139780"/>
                </a:moveTo>
                <a:lnTo>
                  <a:pt x="247254" y="144148"/>
                </a:lnTo>
                <a:lnTo>
                  <a:pt x="248463" y="145539"/>
                </a:lnTo>
                <a:lnTo>
                  <a:pt x="248012" y="146577"/>
                </a:lnTo>
                <a:lnTo>
                  <a:pt x="242804" y="149385"/>
                </a:lnTo>
                <a:lnTo>
                  <a:pt x="238785" y="150991"/>
                </a:lnTo>
                <a:lnTo>
                  <a:pt x="237455" y="151146"/>
                </a:lnTo>
                <a:lnTo>
                  <a:pt x="231945" y="148784"/>
                </a:lnTo>
                <a:lnTo>
                  <a:pt x="229428" y="147115"/>
                </a:lnTo>
                <a:lnTo>
                  <a:pt x="228281" y="145950"/>
                </a:lnTo>
                <a:lnTo>
                  <a:pt x="228301" y="145048"/>
                </a:lnTo>
                <a:lnTo>
                  <a:pt x="229155" y="144186"/>
                </a:lnTo>
                <a:lnTo>
                  <a:pt x="236833" y="138639"/>
                </a:lnTo>
                <a:lnTo>
                  <a:pt x="238613" y="138446"/>
                </a:lnTo>
                <a:lnTo>
                  <a:pt x="241171" y="139780"/>
                </a:lnTo>
                <a:close/>
                <a:moveTo>
                  <a:pt x="226922" y="149751"/>
                </a:moveTo>
                <a:lnTo>
                  <a:pt x="230486" y="152439"/>
                </a:lnTo>
                <a:lnTo>
                  <a:pt x="231509" y="153712"/>
                </a:lnTo>
                <a:lnTo>
                  <a:pt x="231484" y="154315"/>
                </a:lnTo>
                <a:lnTo>
                  <a:pt x="230665" y="154956"/>
                </a:lnTo>
                <a:lnTo>
                  <a:pt x="227572" y="156177"/>
                </a:lnTo>
                <a:lnTo>
                  <a:pt x="224617" y="157792"/>
                </a:lnTo>
                <a:lnTo>
                  <a:pt x="223650" y="157861"/>
                </a:lnTo>
                <a:lnTo>
                  <a:pt x="222225" y="157307"/>
                </a:lnTo>
                <a:lnTo>
                  <a:pt x="221582" y="156477"/>
                </a:lnTo>
                <a:lnTo>
                  <a:pt x="221527" y="155078"/>
                </a:lnTo>
                <a:lnTo>
                  <a:pt x="222429" y="151657"/>
                </a:lnTo>
                <a:lnTo>
                  <a:pt x="223440" y="149351"/>
                </a:lnTo>
                <a:lnTo>
                  <a:pt x="224726" y="148851"/>
                </a:lnTo>
                <a:lnTo>
                  <a:pt x="226922" y="149751"/>
                </a:lnTo>
                <a:close/>
                <a:moveTo>
                  <a:pt x="252591" y="149892"/>
                </a:moveTo>
                <a:lnTo>
                  <a:pt x="253427" y="151395"/>
                </a:lnTo>
                <a:lnTo>
                  <a:pt x="254037" y="154754"/>
                </a:lnTo>
                <a:lnTo>
                  <a:pt x="253796" y="157922"/>
                </a:lnTo>
                <a:lnTo>
                  <a:pt x="253122" y="159085"/>
                </a:lnTo>
                <a:lnTo>
                  <a:pt x="252000" y="159088"/>
                </a:lnTo>
                <a:lnTo>
                  <a:pt x="249426" y="158072"/>
                </a:lnTo>
                <a:lnTo>
                  <a:pt x="243463" y="154298"/>
                </a:lnTo>
                <a:lnTo>
                  <a:pt x="243337" y="153777"/>
                </a:lnTo>
                <a:lnTo>
                  <a:pt x="243866" y="152814"/>
                </a:lnTo>
                <a:lnTo>
                  <a:pt x="247497" y="149980"/>
                </a:lnTo>
                <a:lnTo>
                  <a:pt x="249233" y="149278"/>
                </a:lnTo>
                <a:lnTo>
                  <a:pt x="250781" y="149107"/>
                </a:lnTo>
                <a:lnTo>
                  <a:pt x="252591" y="149892"/>
                </a:lnTo>
                <a:close/>
                <a:moveTo>
                  <a:pt x="241843" y="158095"/>
                </a:moveTo>
                <a:lnTo>
                  <a:pt x="247938" y="161569"/>
                </a:lnTo>
                <a:lnTo>
                  <a:pt x="248754" y="162303"/>
                </a:lnTo>
                <a:lnTo>
                  <a:pt x="248841" y="163138"/>
                </a:lnTo>
                <a:lnTo>
                  <a:pt x="248123" y="164499"/>
                </a:lnTo>
                <a:lnTo>
                  <a:pt x="246613" y="166022"/>
                </a:lnTo>
                <a:lnTo>
                  <a:pt x="238693" y="171698"/>
                </a:lnTo>
                <a:lnTo>
                  <a:pt x="236874" y="171446"/>
                </a:lnTo>
                <a:lnTo>
                  <a:pt x="234957" y="170407"/>
                </a:lnTo>
                <a:lnTo>
                  <a:pt x="227891" y="165043"/>
                </a:lnTo>
                <a:lnTo>
                  <a:pt x="225635" y="162635"/>
                </a:lnTo>
                <a:lnTo>
                  <a:pt x="225907" y="161721"/>
                </a:lnTo>
                <a:lnTo>
                  <a:pt x="227562" y="160471"/>
                </a:lnTo>
                <a:lnTo>
                  <a:pt x="235290" y="156353"/>
                </a:lnTo>
                <a:lnTo>
                  <a:pt x="236532" y="156122"/>
                </a:lnTo>
                <a:lnTo>
                  <a:pt x="237969" y="156324"/>
                </a:lnTo>
                <a:lnTo>
                  <a:pt x="241843" y="158095"/>
                </a:lnTo>
                <a:close/>
                <a:moveTo>
                  <a:pt x="223422" y="166475"/>
                </a:moveTo>
                <a:lnTo>
                  <a:pt x="231594" y="172617"/>
                </a:lnTo>
                <a:lnTo>
                  <a:pt x="232795" y="173780"/>
                </a:lnTo>
                <a:lnTo>
                  <a:pt x="232873" y="174554"/>
                </a:lnTo>
                <a:lnTo>
                  <a:pt x="232065" y="176137"/>
                </a:lnTo>
                <a:lnTo>
                  <a:pt x="230894" y="177285"/>
                </a:lnTo>
                <a:lnTo>
                  <a:pt x="222551" y="183532"/>
                </a:lnTo>
                <a:lnTo>
                  <a:pt x="220003" y="185023"/>
                </a:lnTo>
                <a:lnTo>
                  <a:pt x="218986" y="185257"/>
                </a:lnTo>
                <a:lnTo>
                  <a:pt x="218120" y="184269"/>
                </a:lnTo>
                <a:lnTo>
                  <a:pt x="217981" y="182440"/>
                </a:lnTo>
                <a:lnTo>
                  <a:pt x="219241" y="176534"/>
                </a:lnTo>
                <a:lnTo>
                  <a:pt x="220376" y="167338"/>
                </a:lnTo>
                <a:lnTo>
                  <a:pt x="221245" y="165901"/>
                </a:lnTo>
                <a:lnTo>
                  <a:pt x="222158" y="165871"/>
                </a:lnTo>
                <a:lnTo>
                  <a:pt x="223422" y="166475"/>
                </a:lnTo>
                <a:close/>
                <a:moveTo>
                  <a:pt x="254677" y="167889"/>
                </a:moveTo>
                <a:lnTo>
                  <a:pt x="255357" y="169903"/>
                </a:lnTo>
                <a:lnTo>
                  <a:pt x="256618" y="180330"/>
                </a:lnTo>
                <a:lnTo>
                  <a:pt x="256396" y="184086"/>
                </a:lnTo>
                <a:lnTo>
                  <a:pt x="256092" y="184825"/>
                </a:lnTo>
                <a:lnTo>
                  <a:pt x="255469" y="185092"/>
                </a:lnTo>
                <a:lnTo>
                  <a:pt x="253882" y="184586"/>
                </a:lnTo>
                <a:lnTo>
                  <a:pt x="252250" y="183570"/>
                </a:lnTo>
                <a:lnTo>
                  <a:pt x="243080" y="176799"/>
                </a:lnTo>
                <a:lnTo>
                  <a:pt x="243080" y="173723"/>
                </a:lnTo>
                <a:lnTo>
                  <a:pt x="252145" y="167010"/>
                </a:lnTo>
                <a:lnTo>
                  <a:pt x="253319" y="166873"/>
                </a:lnTo>
                <a:lnTo>
                  <a:pt x="254677" y="167889"/>
                </a:lnTo>
                <a:close/>
                <a:moveTo>
                  <a:pt x="340666" y="60403"/>
                </a:moveTo>
                <a:lnTo>
                  <a:pt x="329788" y="60933"/>
                </a:lnTo>
                <a:lnTo>
                  <a:pt x="298034" y="61307"/>
                </a:lnTo>
                <a:lnTo>
                  <a:pt x="288334" y="62449"/>
                </a:lnTo>
                <a:lnTo>
                  <a:pt x="285254" y="63136"/>
                </a:lnTo>
                <a:lnTo>
                  <a:pt x="285257" y="63460"/>
                </a:lnTo>
                <a:lnTo>
                  <a:pt x="289964" y="64917"/>
                </a:lnTo>
                <a:lnTo>
                  <a:pt x="290755" y="65619"/>
                </a:lnTo>
                <a:lnTo>
                  <a:pt x="290897" y="66507"/>
                </a:lnTo>
                <a:lnTo>
                  <a:pt x="287509" y="73326"/>
                </a:lnTo>
                <a:lnTo>
                  <a:pt x="286616" y="74124"/>
                </a:lnTo>
                <a:lnTo>
                  <a:pt x="284235" y="75200"/>
                </a:lnTo>
                <a:lnTo>
                  <a:pt x="283299" y="76491"/>
                </a:lnTo>
                <a:lnTo>
                  <a:pt x="283318" y="78049"/>
                </a:lnTo>
                <a:lnTo>
                  <a:pt x="284608" y="80126"/>
                </a:lnTo>
                <a:lnTo>
                  <a:pt x="284898" y="81241"/>
                </a:lnTo>
                <a:lnTo>
                  <a:pt x="284787" y="82497"/>
                </a:lnTo>
                <a:lnTo>
                  <a:pt x="284092" y="84369"/>
                </a:lnTo>
                <a:lnTo>
                  <a:pt x="283626" y="84946"/>
                </a:lnTo>
                <a:lnTo>
                  <a:pt x="282746" y="85316"/>
                </a:lnTo>
                <a:lnTo>
                  <a:pt x="272325" y="84782"/>
                </a:lnTo>
                <a:lnTo>
                  <a:pt x="269280" y="85078"/>
                </a:lnTo>
                <a:lnTo>
                  <a:pt x="268168" y="85618"/>
                </a:lnTo>
                <a:lnTo>
                  <a:pt x="267521" y="86505"/>
                </a:lnTo>
                <a:lnTo>
                  <a:pt x="266043" y="90043"/>
                </a:lnTo>
                <a:lnTo>
                  <a:pt x="265011" y="91465"/>
                </a:lnTo>
                <a:lnTo>
                  <a:pt x="263783" y="92495"/>
                </a:lnTo>
                <a:lnTo>
                  <a:pt x="260663" y="93728"/>
                </a:lnTo>
                <a:lnTo>
                  <a:pt x="259455" y="94744"/>
                </a:lnTo>
                <a:lnTo>
                  <a:pt x="258251" y="96681"/>
                </a:lnTo>
                <a:lnTo>
                  <a:pt x="256746" y="101188"/>
                </a:lnTo>
                <a:lnTo>
                  <a:pt x="251610" y="105864"/>
                </a:lnTo>
                <a:lnTo>
                  <a:pt x="251310" y="106596"/>
                </a:lnTo>
                <a:lnTo>
                  <a:pt x="251460" y="107782"/>
                </a:lnTo>
                <a:lnTo>
                  <a:pt x="253580" y="109576"/>
                </a:lnTo>
                <a:lnTo>
                  <a:pt x="256653" y="111240"/>
                </a:lnTo>
                <a:lnTo>
                  <a:pt x="261487" y="113276"/>
                </a:lnTo>
                <a:lnTo>
                  <a:pt x="264551" y="115233"/>
                </a:lnTo>
                <a:lnTo>
                  <a:pt x="267552" y="116122"/>
                </a:lnTo>
                <a:lnTo>
                  <a:pt x="269722" y="117761"/>
                </a:lnTo>
                <a:lnTo>
                  <a:pt x="273353" y="119160"/>
                </a:lnTo>
                <a:lnTo>
                  <a:pt x="284151" y="125311"/>
                </a:lnTo>
                <a:lnTo>
                  <a:pt x="289261" y="127657"/>
                </a:lnTo>
                <a:lnTo>
                  <a:pt x="292311" y="129651"/>
                </a:lnTo>
                <a:lnTo>
                  <a:pt x="315007" y="141088"/>
                </a:lnTo>
                <a:lnTo>
                  <a:pt x="332435" y="149047"/>
                </a:lnTo>
                <a:lnTo>
                  <a:pt x="340024" y="152033"/>
                </a:lnTo>
                <a:lnTo>
                  <a:pt x="369781" y="161766"/>
                </a:lnTo>
                <a:lnTo>
                  <a:pt x="380465" y="166245"/>
                </a:lnTo>
                <a:lnTo>
                  <a:pt x="396853" y="171743"/>
                </a:lnTo>
                <a:lnTo>
                  <a:pt x="402130" y="173206"/>
                </a:lnTo>
                <a:lnTo>
                  <a:pt x="414187" y="177303"/>
                </a:lnTo>
                <a:lnTo>
                  <a:pt x="419667" y="178823"/>
                </a:lnTo>
                <a:lnTo>
                  <a:pt x="432188" y="183054"/>
                </a:lnTo>
                <a:lnTo>
                  <a:pt x="437450" y="184488"/>
                </a:lnTo>
                <a:lnTo>
                  <a:pt x="458273" y="191387"/>
                </a:lnTo>
                <a:lnTo>
                  <a:pt x="482435" y="198729"/>
                </a:lnTo>
                <a:lnTo>
                  <a:pt x="503824" y="205717"/>
                </a:lnTo>
                <a:lnTo>
                  <a:pt x="509465" y="207140"/>
                </a:lnTo>
                <a:lnTo>
                  <a:pt x="513828" y="208795"/>
                </a:lnTo>
                <a:lnTo>
                  <a:pt x="518014" y="209729"/>
                </a:lnTo>
                <a:lnTo>
                  <a:pt x="519390" y="209614"/>
                </a:lnTo>
                <a:lnTo>
                  <a:pt x="519960" y="208807"/>
                </a:lnTo>
                <a:lnTo>
                  <a:pt x="519977" y="207744"/>
                </a:lnTo>
                <a:lnTo>
                  <a:pt x="518603" y="206596"/>
                </a:lnTo>
                <a:lnTo>
                  <a:pt x="515123" y="205704"/>
                </a:lnTo>
                <a:lnTo>
                  <a:pt x="494009" y="198368"/>
                </a:lnTo>
                <a:lnTo>
                  <a:pt x="392212" y="164761"/>
                </a:lnTo>
                <a:lnTo>
                  <a:pt x="336734" y="146021"/>
                </a:lnTo>
                <a:lnTo>
                  <a:pt x="311964" y="135069"/>
                </a:lnTo>
                <a:lnTo>
                  <a:pt x="293389" y="126186"/>
                </a:lnTo>
                <a:lnTo>
                  <a:pt x="292845" y="125507"/>
                </a:lnTo>
                <a:lnTo>
                  <a:pt x="293140" y="124879"/>
                </a:lnTo>
                <a:lnTo>
                  <a:pt x="295085" y="124200"/>
                </a:lnTo>
                <a:lnTo>
                  <a:pt x="298485" y="123869"/>
                </a:lnTo>
                <a:lnTo>
                  <a:pt x="299903" y="121802"/>
                </a:lnTo>
                <a:lnTo>
                  <a:pt x="301269" y="121103"/>
                </a:lnTo>
                <a:lnTo>
                  <a:pt x="302927" y="121394"/>
                </a:lnTo>
                <a:lnTo>
                  <a:pt x="304860" y="122670"/>
                </a:lnTo>
                <a:lnTo>
                  <a:pt x="309092" y="127511"/>
                </a:lnTo>
                <a:lnTo>
                  <a:pt x="314007" y="127052"/>
                </a:lnTo>
                <a:lnTo>
                  <a:pt x="330944" y="135241"/>
                </a:lnTo>
                <a:lnTo>
                  <a:pt x="343769" y="140449"/>
                </a:lnTo>
                <a:lnTo>
                  <a:pt x="363387" y="146146"/>
                </a:lnTo>
                <a:lnTo>
                  <a:pt x="370127" y="147634"/>
                </a:lnTo>
                <a:lnTo>
                  <a:pt x="374353" y="149035"/>
                </a:lnTo>
                <a:lnTo>
                  <a:pt x="380740" y="150373"/>
                </a:lnTo>
                <a:lnTo>
                  <a:pt x="383616" y="151669"/>
                </a:lnTo>
                <a:lnTo>
                  <a:pt x="389114" y="153446"/>
                </a:lnTo>
                <a:lnTo>
                  <a:pt x="392019" y="154920"/>
                </a:lnTo>
                <a:lnTo>
                  <a:pt x="400022" y="157973"/>
                </a:lnTo>
                <a:lnTo>
                  <a:pt x="422371" y="165945"/>
                </a:lnTo>
                <a:lnTo>
                  <a:pt x="442985" y="172814"/>
                </a:lnTo>
                <a:lnTo>
                  <a:pt x="453442" y="175889"/>
                </a:lnTo>
                <a:lnTo>
                  <a:pt x="457296" y="177365"/>
                </a:lnTo>
                <a:lnTo>
                  <a:pt x="476863" y="183272"/>
                </a:lnTo>
                <a:lnTo>
                  <a:pt x="497007" y="188927"/>
                </a:lnTo>
                <a:lnTo>
                  <a:pt x="541472" y="200045"/>
                </a:lnTo>
                <a:lnTo>
                  <a:pt x="569422" y="206015"/>
                </a:lnTo>
                <a:lnTo>
                  <a:pt x="572644" y="206015"/>
                </a:lnTo>
                <a:lnTo>
                  <a:pt x="573676" y="205544"/>
                </a:lnTo>
                <a:lnTo>
                  <a:pt x="574312" y="204856"/>
                </a:lnTo>
                <a:lnTo>
                  <a:pt x="574861" y="202877"/>
                </a:lnTo>
                <a:lnTo>
                  <a:pt x="574483" y="202185"/>
                </a:lnTo>
                <a:lnTo>
                  <a:pt x="573761" y="201884"/>
                </a:lnTo>
                <a:lnTo>
                  <a:pt x="550724" y="197224"/>
                </a:lnTo>
                <a:lnTo>
                  <a:pt x="532649" y="192569"/>
                </a:lnTo>
                <a:lnTo>
                  <a:pt x="503350" y="185846"/>
                </a:lnTo>
                <a:lnTo>
                  <a:pt x="491535" y="182765"/>
                </a:lnTo>
                <a:lnTo>
                  <a:pt x="467506" y="175555"/>
                </a:lnTo>
                <a:lnTo>
                  <a:pt x="424807" y="161534"/>
                </a:lnTo>
                <a:lnTo>
                  <a:pt x="410741" y="157288"/>
                </a:lnTo>
                <a:lnTo>
                  <a:pt x="398980" y="153279"/>
                </a:lnTo>
                <a:lnTo>
                  <a:pt x="394092" y="152144"/>
                </a:lnTo>
                <a:lnTo>
                  <a:pt x="392969" y="151550"/>
                </a:lnTo>
                <a:lnTo>
                  <a:pt x="392765" y="151192"/>
                </a:lnTo>
                <a:lnTo>
                  <a:pt x="393069" y="150322"/>
                </a:lnTo>
                <a:lnTo>
                  <a:pt x="397507" y="146955"/>
                </a:lnTo>
                <a:lnTo>
                  <a:pt x="398294" y="146038"/>
                </a:lnTo>
                <a:lnTo>
                  <a:pt x="398777" y="144305"/>
                </a:lnTo>
                <a:lnTo>
                  <a:pt x="398829" y="139780"/>
                </a:lnTo>
                <a:lnTo>
                  <a:pt x="401864" y="136030"/>
                </a:lnTo>
                <a:lnTo>
                  <a:pt x="402323" y="134465"/>
                </a:lnTo>
                <a:lnTo>
                  <a:pt x="402305" y="131524"/>
                </a:lnTo>
                <a:lnTo>
                  <a:pt x="403052" y="130691"/>
                </a:lnTo>
                <a:lnTo>
                  <a:pt x="404450" y="130363"/>
                </a:lnTo>
                <a:lnTo>
                  <a:pt x="406452" y="130549"/>
                </a:lnTo>
                <a:lnTo>
                  <a:pt x="412096" y="132108"/>
                </a:lnTo>
                <a:lnTo>
                  <a:pt x="419115" y="133557"/>
                </a:lnTo>
                <a:lnTo>
                  <a:pt x="434813" y="137889"/>
                </a:lnTo>
                <a:lnTo>
                  <a:pt x="455843" y="143096"/>
                </a:lnTo>
                <a:lnTo>
                  <a:pt x="457539" y="143315"/>
                </a:lnTo>
                <a:lnTo>
                  <a:pt x="458803" y="143046"/>
                </a:lnTo>
                <a:lnTo>
                  <a:pt x="459515" y="142349"/>
                </a:lnTo>
                <a:lnTo>
                  <a:pt x="459557" y="141282"/>
                </a:lnTo>
                <a:lnTo>
                  <a:pt x="458845" y="140036"/>
                </a:lnTo>
                <a:lnTo>
                  <a:pt x="457672" y="139290"/>
                </a:lnTo>
                <a:lnTo>
                  <a:pt x="447552" y="136646"/>
                </a:lnTo>
                <a:lnTo>
                  <a:pt x="437969" y="134689"/>
                </a:lnTo>
                <a:lnTo>
                  <a:pt x="436642" y="133985"/>
                </a:lnTo>
                <a:lnTo>
                  <a:pt x="436293" y="133149"/>
                </a:lnTo>
                <a:lnTo>
                  <a:pt x="436709" y="132280"/>
                </a:lnTo>
                <a:lnTo>
                  <a:pt x="437834" y="131441"/>
                </a:lnTo>
                <a:lnTo>
                  <a:pt x="443869" y="129164"/>
                </a:lnTo>
                <a:lnTo>
                  <a:pt x="444474" y="127940"/>
                </a:lnTo>
                <a:lnTo>
                  <a:pt x="445295" y="123798"/>
                </a:lnTo>
                <a:lnTo>
                  <a:pt x="446749" y="122322"/>
                </a:lnTo>
                <a:lnTo>
                  <a:pt x="448332" y="121958"/>
                </a:lnTo>
                <a:lnTo>
                  <a:pt x="459269" y="121827"/>
                </a:lnTo>
                <a:lnTo>
                  <a:pt x="462159" y="121431"/>
                </a:lnTo>
                <a:lnTo>
                  <a:pt x="463109" y="120993"/>
                </a:lnTo>
                <a:lnTo>
                  <a:pt x="463457" y="120333"/>
                </a:lnTo>
                <a:lnTo>
                  <a:pt x="462931" y="115462"/>
                </a:lnTo>
                <a:lnTo>
                  <a:pt x="463176" y="113297"/>
                </a:lnTo>
                <a:lnTo>
                  <a:pt x="463994" y="111064"/>
                </a:lnTo>
                <a:lnTo>
                  <a:pt x="466017" y="107414"/>
                </a:lnTo>
                <a:lnTo>
                  <a:pt x="466405" y="105333"/>
                </a:lnTo>
                <a:lnTo>
                  <a:pt x="465997" y="102999"/>
                </a:lnTo>
                <a:lnTo>
                  <a:pt x="464803" y="102106"/>
                </a:lnTo>
                <a:lnTo>
                  <a:pt x="463187" y="102430"/>
                </a:lnTo>
                <a:lnTo>
                  <a:pt x="459918" y="105350"/>
                </a:lnTo>
                <a:lnTo>
                  <a:pt x="455471" y="110557"/>
                </a:lnTo>
                <a:lnTo>
                  <a:pt x="454804" y="111824"/>
                </a:lnTo>
                <a:lnTo>
                  <a:pt x="454375" y="113598"/>
                </a:lnTo>
                <a:lnTo>
                  <a:pt x="452851" y="115053"/>
                </a:lnTo>
                <a:lnTo>
                  <a:pt x="451010" y="115351"/>
                </a:lnTo>
                <a:lnTo>
                  <a:pt x="447178" y="114598"/>
                </a:lnTo>
                <a:lnTo>
                  <a:pt x="444625" y="114522"/>
                </a:lnTo>
                <a:lnTo>
                  <a:pt x="442168" y="114990"/>
                </a:lnTo>
                <a:lnTo>
                  <a:pt x="439355" y="116349"/>
                </a:lnTo>
                <a:lnTo>
                  <a:pt x="438530" y="117730"/>
                </a:lnTo>
                <a:lnTo>
                  <a:pt x="437598" y="121879"/>
                </a:lnTo>
                <a:lnTo>
                  <a:pt x="437187" y="122535"/>
                </a:lnTo>
                <a:lnTo>
                  <a:pt x="436635" y="122723"/>
                </a:lnTo>
                <a:lnTo>
                  <a:pt x="434071" y="121699"/>
                </a:lnTo>
                <a:lnTo>
                  <a:pt x="429553" y="120890"/>
                </a:lnTo>
                <a:lnTo>
                  <a:pt x="426310" y="118637"/>
                </a:lnTo>
                <a:lnTo>
                  <a:pt x="422977" y="117496"/>
                </a:lnTo>
                <a:lnTo>
                  <a:pt x="417853" y="113995"/>
                </a:lnTo>
                <a:lnTo>
                  <a:pt x="413221" y="112364"/>
                </a:lnTo>
                <a:lnTo>
                  <a:pt x="411431" y="112401"/>
                </a:lnTo>
                <a:lnTo>
                  <a:pt x="409948" y="113015"/>
                </a:lnTo>
                <a:lnTo>
                  <a:pt x="402748" y="119683"/>
                </a:lnTo>
                <a:lnTo>
                  <a:pt x="397678" y="123102"/>
                </a:lnTo>
                <a:lnTo>
                  <a:pt x="396308" y="123745"/>
                </a:lnTo>
                <a:lnTo>
                  <a:pt x="394855" y="123998"/>
                </a:lnTo>
                <a:lnTo>
                  <a:pt x="392266" y="123654"/>
                </a:lnTo>
                <a:lnTo>
                  <a:pt x="387754" y="122237"/>
                </a:lnTo>
                <a:lnTo>
                  <a:pt x="380487" y="120705"/>
                </a:lnTo>
                <a:lnTo>
                  <a:pt x="375095" y="119061"/>
                </a:lnTo>
                <a:lnTo>
                  <a:pt x="368752" y="117983"/>
                </a:lnTo>
                <a:lnTo>
                  <a:pt x="364054" y="116485"/>
                </a:lnTo>
                <a:lnTo>
                  <a:pt x="356736" y="115309"/>
                </a:lnTo>
                <a:lnTo>
                  <a:pt x="351766" y="113677"/>
                </a:lnTo>
                <a:lnTo>
                  <a:pt x="344672" y="112746"/>
                </a:lnTo>
                <a:lnTo>
                  <a:pt x="344382" y="113139"/>
                </a:lnTo>
                <a:lnTo>
                  <a:pt x="344552" y="113974"/>
                </a:lnTo>
                <a:lnTo>
                  <a:pt x="346074" y="114929"/>
                </a:lnTo>
                <a:lnTo>
                  <a:pt x="352524" y="116281"/>
                </a:lnTo>
                <a:lnTo>
                  <a:pt x="356879" y="118241"/>
                </a:lnTo>
                <a:lnTo>
                  <a:pt x="362610" y="119246"/>
                </a:lnTo>
                <a:lnTo>
                  <a:pt x="368621" y="121005"/>
                </a:lnTo>
                <a:lnTo>
                  <a:pt x="375139" y="121885"/>
                </a:lnTo>
                <a:lnTo>
                  <a:pt x="378668" y="123835"/>
                </a:lnTo>
                <a:lnTo>
                  <a:pt x="382763" y="124435"/>
                </a:lnTo>
                <a:lnTo>
                  <a:pt x="392349" y="127552"/>
                </a:lnTo>
                <a:lnTo>
                  <a:pt x="393006" y="127977"/>
                </a:lnTo>
                <a:lnTo>
                  <a:pt x="393764" y="129111"/>
                </a:lnTo>
                <a:lnTo>
                  <a:pt x="393479" y="131453"/>
                </a:lnTo>
                <a:lnTo>
                  <a:pt x="390610" y="135614"/>
                </a:lnTo>
                <a:lnTo>
                  <a:pt x="388951" y="137097"/>
                </a:lnTo>
                <a:lnTo>
                  <a:pt x="388542" y="137125"/>
                </a:lnTo>
                <a:lnTo>
                  <a:pt x="387797" y="136528"/>
                </a:lnTo>
                <a:lnTo>
                  <a:pt x="385977" y="133504"/>
                </a:lnTo>
                <a:lnTo>
                  <a:pt x="382936" y="130106"/>
                </a:lnTo>
                <a:lnTo>
                  <a:pt x="380325" y="127974"/>
                </a:lnTo>
                <a:lnTo>
                  <a:pt x="376142" y="125382"/>
                </a:lnTo>
                <a:lnTo>
                  <a:pt x="374567" y="125462"/>
                </a:lnTo>
                <a:lnTo>
                  <a:pt x="369999" y="128408"/>
                </a:lnTo>
                <a:lnTo>
                  <a:pt x="368226" y="128850"/>
                </a:lnTo>
                <a:lnTo>
                  <a:pt x="365867" y="128024"/>
                </a:lnTo>
                <a:lnTo>
                  <a:pt x="360516" y="127343"/>
                </a:lnTo>
                <a:lnTo>
                  <a:pt x="357107" y="126026"/>
                </a:lnTo>
                <a:lnTo>
                  <a:pt x="357043" y="123357"/>
                </a:lnTo>
                <a:lnTo>
                  <a:pt x="356502" y="122225"/>
                </a:lnTo>
                <a:lnTo>
                  <a:pt x="351627" y="118849"/>
                </a:lnTo>
                <a:lnTo>
                  <a:pt x="340282" y="118314"/>
                </a:lnTo>
                <a:lnTo>
                  <a:pt x="336087" y="117875"/>
                </a:lnTo>
                <a:lnTo>
                  <a:pt x="334160" y="117364"/>
                </a:lnTo>
                <a:lnTo>
                  <a:pt x="333082" y="116265"/>
                </a:lnTo>
                <a:lnTo>
                  <a:pt x="332817" y="114783"/>
                </a:lnTo>
                <a:lnTo>
                  <a:pt x="333418" y="113121"/>
                </a:lnTo>
                <a:lnTo>
                  <a:pt x="334567" y="111763"/>
                </a:lnTo>
                <a:lnTo>
                  <a:pt x="335804" y="111470"/>
                </a:lnTo>
                <a:lnTo>
                  <a:pt x="338116" y="112192"/>
                </a:lnTo>
                <a:lnTo>
                  <a:pt x="341539" y="112552"/>
                </a:lnTo>
                <a:lnTo>
                  <a:pt x="342721" y="112274"/>
                </a:lnTo>
                <a:lnTo>
                  <a:pt x="342761" y="111697"/>
                </a:lnTo>
                <a:lnTo>
                  <a:pt x="335692" y="109558"/>
                </a:lnTo>
                <a:lnTo>
                  <a:pt x="328182" y="103474"/>
                </a:lnTo>
                <a:lnTo>
                  <a:pt x="326828" y="102726"/>
                </a:lnTo>
                <a:lnTo>
                  <a:pt x="325581" y="102589"/>
                </a:lnTo>
                <a:lnTo>
                  <a:pt x="322192" y="103609"/>
                </a:lnTo>
                <a:lnTo>
                  <a:pt x="321175" y="103592"/>
                </a:lnTo>
                <a:lnTo>
                  <a:pt x="318860" y="100269"/>
                </a:lnTo>
                <a:lnTo>
                  <a:pt x="316588" y="97880"/>
                </a:lnTo>
                <a:lnTo>
                  <a:pt x="316581" y="96672"/>
                </a:lnTo>
                <a:lnTo>
                  <a:pt x="317320" y="96167"/>
                </a:lnTo>
                <a:lnTo>
                  <a:pt x="320660" y="95757"/>
                </a:lnTo>
                <a:lnTo>
                  <a:pt x="337978" y="95136"/>
                </a:lnTo>
                <a:lnTo>
                  <a:pt x="359320" y="93411"/>
                </a:lnTo>
                <a:lnTo>
                  <a:pt x="369267" y="92416"/>
                </a:lnTo>
                <a:lnTo>
                  <a:pt x="373513" y="90669"/>
                </a:lnTo>
                <a:lnTo>
                  <a:pt x="382799" y="91372"/>
                </a:lnTo>
                <a:lnTo>
                  <a:pt x="389124" y="90537"/>
                </a:lnTo>
                <a:lnTo>
                  <a:pt x="401515" y="89966"/>
                </a:lnTo>
                <a:lnTo>
                  <a:pt x="410714" y="88864"/>
                </a:lnTo>
                <a:lnTo>
                  <a:pt x="416994" y="87662"/>
                </a:lnTo>
                <a:lnTo>
                  <a:pt x="431430" y="87040"/>
                </a:lnTo>
                <a:lnTo>
                  <a:pt x="434027" y="86545"/>
                </a:lnTo>
                <a:lnTo>
                  <a:pt x="434929" y="85900"/>
                </a:lnTo>
                <a:lnTo>
                  <a:pt x="433951" y="85520"/>
                </a:lnTo>
                <a:lnTo>
                  <a:pt x="430288" y="85345"/>
                </a:lnTo>
                <a:lnTo>
                  <a:pt x="417226" y="85650"/>
                </a:lnTo>
                <a:lnTo>
                  <a:pt x="405085" y="87046"/>
                </a:lnTo>
                <a:lnTo>
                  <a:pt x="382155" y="88042"/>
                </a:lnTo>
                <a:lnTo>
                  <a:pt x="375821" y="89134"/>
                </a:lnTo>
                <a:lnTo>
                  <a:pt x="370463" y="89065"/>
                </a:lnTo>
                <a:lnTo>
                  <a:pt x="365067" y="89953"/>
                </a:lnTo>
                <a:lnTo>
                  <a:pt x="333286" y="91356"/>
                </a:lnTo>
                <a:lnTo>
                  <a:pt x="326269" y="92452"/>
                </a:lnTo>
                <a:lnTo>
                  <a:pt x="323765" y="92295"/>
                </a:lnTo>
                <a:lnTo>
                  <a:pt x="321739" y="89983"/>
                </a:lnTo>
                <a:lnTo>
                  <a:pt x="320826" y="89418"/>
                </a:lnTo>
                <a:lnTo>
                  <a:pt x="317091" y="90625"/>
                </a:lnTo>
                <a:lnTo>
                  <a:pt x="316217" y="90665"/>
                </a:lnTo>
                <a:lnTo>
                  <a:pt x="315261" y="90241"/>
                </a:lnTo>
                <a:lnTo>
                  <a:pt x="314713" y="88889"/>
                </a:lnTo>
                <a:lnTo>
                  <a:pt x="315191" y="86779"/>
                </a:lnTo>
                <a:lnTo>
                  <a:pt x="317094" y="85005"/>
                </a:lnTo>
                <a:lnTo>
                  <a:pt x="319094" y="84076"/>
                </a:lnTo>
                <a:lnTo>
                  <a:pt x="324133" y="82980"/>
                </a:lnTo>
                <a:lnTo>
                  <a:pt x="331801" y="82056"/>
                </a:lnTo>
                <a:lnTo>
                  <a:pt x="342788" y="82811"/>
                </a:lnTo>
                <a:lnTo>
                  <a:pt x="350622" y="81957"/>
                </a:lnTo>
                <a:lnTo>
                  <a:pt x="376044" y="81478"/>
                </a:lnTo>
                <a:lnTo>
                  <a:pt x="388951" y="80628"/>
                </a:lnTo>
                <a:lnTo>
                  <a:pt x="400751" y="80358"/>
                </a:lnTo>
                <a:lnTo>
                  <a:pt x="407746" y="79345"/>
                </a:lnTo>
                <a:lnTo>
                  <a:pt x="427421" y="78963"/>
                </a:lnTo>
                <a:lnTo>
                  <a:pt x="445416" y="78170"/>
                </a:lnTo>
                <a:lnTo>
                  <a:pt x="449588" y="77848"/>
                </a:lnTo>
                <a:lnTo>
                  <a:pt x="451688" y="77232"/>
                </a:lnTo>
                <a:lnTo>
                  <a:pt x="451419" y="76480"/>
                </a:lnTo>
                <a:lnTo>
                  <a:pt x="450583" y="76195"/>
                </a:lnTo>
                <a:lnTo>
                  <a:pt x="439825" y="75695"/>
                </a:lnTo>
                <a:lnTo>
                  <a:pt x="430036" y="76354"/>
                </a:lnTo>
                <a:lnTo>
                  <a:pt x="395842" y="76832"/>
                </a:lnTo>
                <a:lnTo>
                  <a:pt x="393149" y="77049"/>
                </a:lnTo>
                <a:lnTo>
                  <a:pt x="388677" y="77945"/>
                </a:lnTo>
                <a:lnTo>
                  <a:pt x="374750" y="78135"/>
                </a:lnTo>
                <a:lnTo>
                  <a:pt x="365569" y="79015"/>
                </a:lnTo>
                <a:lnTo>
                  <a:pt x="345201" y="79355"/>
                </a:lnTo>
                <a:lnTo>
                  <a:pt x="329793" y="80619"/>
                </a:lnTo>
                <a:lnTo>
                  <a:pt x="315555" y="80350"/>
                </a:lnTo>
                <a:lnTo>
                  <a:pt x="314749" y="80168"/>
                </a:lnTo>
                <a:lnTo>
                  <a:pt x="313717" y="79286"/>
                </a:lnTo>
                <a:lnTo>
                  <a:pt x="312986" y="77992"/>
                </a:lnTo>
                <a:lnTo>
                  <a:pt x="312601" y="76467"/>
                </a:lnTo>
                <a:lnTo>
                  <a:pt x="312607" y="74892"/>
                </a:lnTo>
                <a:lnTo>
                  <a:pt x="313569" y="71946"/>
                </a:lnTo>
                <a:lnTo>
                  <a:pt x="313889" y="69612"/>
                </a:lnTo>
                <a:lnTo>
                  <a:pt x="313639" y="68531"/>
                </a:lnTo>
                <a:lnTo>
                  <a:pt x="312168" y="66237"/>
                </a:lnTo>
                <a:lnTo>
                  <a:pt x="313547" y="64823"/>
                </a:lnTo>
                <a:lnTo>
                  <a:pt x="351783" y="64573"/>
                </a:lnTo>
                <a:lnTo>
                  <a:pt x="395632" y="63466"/>
                </a:lnTo>
                <a:lnTo>
                  <a:pt x="409621" y="62414"/>
                </a:lnTo>
                <a:lnTo>
                  <a:pt x="433463" y="61750"/>
                </a:lnTo>
                <a:lnTo>
                  <a:pt x="438029" y="61149"/>
                </a:lnTo>
                <a:lnTo>
                  <a:pt x="438252" y="60686"/>
                </a:lnTo>
                <a:lnTo>
                  <a:pt x="437113" y="60330"/>
                </a:lnTo>
                <a:lnTo>
                  <a:pt x="425146" y="59948"/>
                </a:lnTo>
                <a:lnTo>
                  <a:pt x="357722" y="59869"/>
                </a:lnTo>
                <a:lnTo>
                  <a:pt x="340666" y="60403"/>
                </a:lnTo>
                <a:close/>
                <a:moveTo>
                  <a:pt x="300748" y="74369"/>
                </a:moveTo>
                <a:lnTo>
                  <a:pt x="301825" y="76034"/>
                </a:lnTo>
                <a:lnTo>
                  <a:pt x="304356" y="78869"/>
                </a:lnTo>
                <a:lnTo>
                  <a:pt x="304591" y="79894"/>
                </a:lnTo>
                <a:lnTo>
                  <a:pt x="304107" y="80875"/>
                </a:lnTo>
                <a:lnTo>
                  <a:pt x="303435" y="81724"/>
                </a:lnTo>
                <a:lnTo>
                  <a:pt x="297455" y="81973"/>
                </a:lnTo>
                <a:lnTo>
                  <a:pt x="295314" y="81503"/>
                </a:lnTo>
                <a:lnTo>
                  <a:pt x="294666" y="79567"/>
                </a:lnTo>
                <a:lnTo>
                  <a:pt x="294645" y="77560"/>
                </a:lnTo>
                <a:lnTo>
                  <a:pt x="295122" y="75780"/>
                </a:lnTo>
                <a:lnTo>
                  <a:pt x="296021" y="74353"/>
                </a:lnTo>
                <a:lnTo>
                  <a:pt x="297987" y="73150"/>
                </a:lnTo>
                <a:lnTo>
                  <a:pt x="300218" y="73061"/>
                </a:lnTo>
                <a:lnTo>
                  <a:pt x="300748" y="74369"/>
                </a:lnTo>
                <a:close/>
                <a:moveTo>
                  <a:pt x="302480" y="84234"/>
                </a:moveTo>
                <a:lnTo>
                  <a:pt x="304975" y="85031"/>
                </a:lnTo>
                <a:lnTo>
                  <a:pt x="306224" y="86046"/>
                </a:lnTo>
                <a:lnTo>
                  <a:pt x="307094" y="87392"/>
                </a:lnTo>
                <a:lnTo>
                  <a:pt x="307549" y="89021"/>
                </a:lnTo>
                <a:lnTo>
                  <a:pt x="307557" y="91062"/>
                </a:lnTo>
                <a:lnTo>
                  <a:pt x="307242" y="91922"/>
                </a:lnTo>
                <a:lnTo>
                  <a:pt x="306368" y="92564"/>
                </a:lnTo>
                <a:lnTo>
                  <a:pt x="305312" y="92708"/>
                </a:lnTo>
                <a:lnTo>
                  <a:pt x="304552" y="92399"/>
                </a:lnTo>
                <a:lnTo>
                  <a:pt x="301026" y="89202"/>
                </a:lnTo>
                <a:lnTo>
                  <a:pt x="296780" y="87860"/>
                </a:lnTo>
                <a:lnTo>
                  <a:pt x="295590" y="87018"/>
                </a:lnTo>
                <a:lnTo>
                  <a:pt x="294896" y="86049"/>
                </a:lnTo>
                <a:lnTo>
                  <a:pt x="294806" y="85059"/>
                </a:lnTo>
                <a:lnTo>
                  <a:pt x="295550" y="83774"/>
                </a:lnTo>
                <a:lnTo>
                  <a:pt x="302480" y="84234"/>
                </a:lnTo>
                <a:close/>
                <a:moveTo>
                  <a:pt x="281266" y="91093"/>
                </a:moveTo>
                <a:lnTo>
                  <a:pt x="281595" y="91572"/>
                </a:lnTo>
                <a:lnTo>
                  <a:pt x="281666" y="93116"/>
                </a:lnTo>
                <a:lnTo>
                  <a:pt x="280569" y="96274"/>
                </a:lnTo>
                <a:lnTo>
                  <a:pt x="278444" y="99451"/>
                </a:lnTo>
                <a:lnTo>
                  <a:pt x="276502" y="101283"/>
                </a:lnTo>
                <a:lnTo>
                  <a:pt x="274041" y="103174"/>
                </a:lnTo>
                <a:lnTo>
                  <a:pt x="272856" y="103697"/>
                </a:lnTo>
                <a:lnTo>
                  <a:pt x="271844" y="103712"/>
                </a:lnTo>
                <a:lnTo>
                  <a:pt x="269302" y="102832"/>
                </a:lnTo>
                <a:lnTo>
                  <a:pt x="267477" y="103115"/>
                </a:lnTo>
                <a:lnTo>
                  <a:pt x="267599" y="104131"/>
                </a:lnTo>
                <a:lnTo>
                  <a:pt x="268493" y="105556"/>
                </a:lnTo>
                <a:lnTo>
                  <a:pt x="272098" y="108879"/>
                </a:lnTo>
                <a:lnTo>
                  <a:pt x="273459" y="113446"/>
                </a:lnTo>
                <a:lnTo>
                  <a:pt x="273539" y="114760"/>
                </a:lnTo>
                <a:lnTo>
                  <a:pt x="273252" y="115591"/>
                </a:lnTo>
                <a:lnTo>
                  <a:pt x="272264" y="116086"/>
                </a:lnTo>
                <a:lnTo>
                  <a:pt x="270495" y="115817"/>
                </a:lnTo>
                <a:lnTo>
                  <a:pt x="267128" y="113819"/>
                </a:lnTo>
                <a:lnTo>
                  <a:pt x="263260" y="112196"/>
                </a:lnTo>
                <a:lnTo>
                  <a:pt x="262479" y="110408"/>
                </a:lnTo>
                <a:lnTo>
                  <a:pt x="262655" y="107362"/>
                </a:lnTo>
                <a:lnTo>
                  <a:pt x="264024" y="104631"/>
                </a:lnTo>
                <a:lnTo>
                  <a:pt x="266319" y="102925"/>
                </a:lnTo>
                <a:lnTo>
                  <a:pt x="266300" y="100996"/>
                </a:lnTo>
                <a:lnTo>
                  <a:pt x="266995" y="99672"/>
                </a:lnTo>
                <a:lnTo>
                  <a:pt x="269757" y="97453"/>
                </a:lnTo>
                <a:lnTo>
                  <a:pt x="272664" y="94134"/>
                </a:lnTo>
                <a:lnTo>
                  <a:pt x="276774" y="90872"/>
                </a:lnTo>
                <a:lnTo>
                  <a:pt x="279056" y="90541"/>
                </a:lnTo>
                <a:lnTo>
                  <a:pt x="281266" y="91093"/>
                </a:lnTo>
                <a:close/>
                <a:moveTo>
                  <a:pt x="291767" y="102584"/>
                </a:moveTo>
                <a:lnTo>
                  <a:pt x="293689" y="105788"/>
                </a:lnTo>
                <a:lnTo>
                  <a:pt x="295179" y="109357"/>
                </a:lnTo>
                <a:lnTo>
                  <a:pt x="294834" y="111269"/>
                </a:lnTo>
                <a:lnTo>
                  <a:pt x="293488" y="112275"/>
                </a:lnTo>
                <a:lnTo>
                  <a:pt x="292457" y="112228"/>
                </a:lnTo>
                <a:lnTo>
                  <a:pt x="291727" y="111737"/>
                </a:lnTo>
                <a:lnTo>
                  <a:pt x="290557" y="107689"/>
                </a:lnTo>
                <a:lnTo>
                  <a:pt x="289729" y="106459"/>
                </a:lnTo>
                <a:lnTo>
                  <a:pt x="288351" y="105616"/>
                </a:lnTo>
                <a:lnTo>
                  <a:pt x="285863" y="104706"/>
                </a:lnTo>
                <a:lnTo>
                  <a:pt x="286075" y="102834"/>
                </a:lnTo>
                <a:lnTo>
                  <a:pt x="286648" y="102100"/>
                </a:lnTo>
                <a:lnTo>
                  <a:pt x="287966" y="101299"/>
                </a:lnTo>
                <a:lnTo>
                  <a:pt x="290310" y="101210"/>
                </a:lnTo>
                <a:lnTo>
                  <a:pt x="291767" y="102584"/>
                </a:lnTo>
                <a:close/>
                <a:moveTo>
                  <a:pt x="320124" y="105448"/>
                </a:moveTo>
                <a:lnTo>
                  <a:pt x="320317" y="107754"/>
                </a:lnTo>
                <a:lnTo>
                  <a:pt x="319783" y="109077"/>
                </a:lnTo>
                <a:lnTo>
                  <a:pt x="316085" y="111219"/>
                </a:lnTo>
                <a:lnTo>
                  <a:pt x="312826" y="115328"/>
                </a:lnTo>
                <a:lnTo>
                  <a:pt x="312171" y="115383"/>
                </a:lnTo>
                <a:lnTo>
                  <a:pt x="311623" y="115050"/>
                </a:lnTo>
                <a:lnTo>
                  <a:pt x="310804" y="113685"/>
                </a:lnTo>
                <a:lnTo>
                  <a:pt x="310613" y="111459"/>
                </a:lnTo>
                <a:lnTo>
                  <a:pt x="313255" y="109793"/>
                </a:lnTo>
                <a:lnTo>
                  <a:pt x="314937" y="106672"/>
                </a:lnTo>
                <a:lnTo>
                  <a:pt x="316219" y="105486"/>
                </a:lnTo>
                <a:lnTo>
                  <a:pt x="318356" y="104883"/>
                </a:lnTo>
                <a:lnTo>
                  <a:pt x="319598" y="105020"/>
                </a:lnTo>
                <a:lnTo>
                  <a:pt x="320124" y="105448"/>
                </a:lnTo>
                <a:close/>
                <a:moveTo>
                  <a:pt x="412264" y="124364"/>
                </a:moveTo>
                <a:lnTo>
                  <a:pt x="412609" y="126216"/>
                </a:lnTo>
                <a:lnTo>
                  <a:pt x="411623" y="127343"/>
                </a:lnTo>
                <a:lnTo>
                  <a:pt x="409713" y="127400"/>
                </a:lnTo>
                <a:lnTo>
                  <a:pt x="407902" y="126311"/>
                </a:lnTo>
                <a:lnTo>
                  <a:pt x="407823" y="125695"/>
                </a:lnTo>
                <a:lnTo>
                  <a:pt x="408231" y="125032"/>
                </a:lnTo>
                <a:lnTo>
                  <a:pt x="410146" y="123796"/>
                </a:lnTo>
                <a:lnTo>
                  <a:pt x="411564" y="123606"/>
                </a:lnTo>
                <a:lnTo>
                  <a:pt x="412264" y="124364"/>
                </a:lnTo>
                <a:close/>
                <a:moveTo>
                  <a:pt x="339782" y="125354"/>
                </a:moveTo>
                <a:lnTo>
                  <a:pt x="341968" y="125716"/>
                </a:lnTo>
                <a:lnTo>
                  <a:pt x="343181" y="126337"/>
                </a:lnTo>
                <a:lnTo>
                  <a:pt x="345732" y="130714"/>
                </a:lnTo>
                <a:lnTo>
                  <a:pt x="347535" y="132167"/>
                </a:lnTo>
                <a:lnTo>
                  <a:pt x="350243" y="133230"/>
                </a:lnTo>
                <a:lnTo>
                  <a:pt x="355746" y="134030"/>
                </a:lnTo>
                <a:lnTo>
                  <a:pt x="362242" y="135547"/>
                </a:lnTo>
                <a:lnTo>
                  <a:pt x="363328" y="136157"/>
                </a:lnTo>
                <a:lnTo>
                  <a:pt x="366081" y="138618"/>
                </a:lnTo>
                <a:lnTo>
                  <a:pt x="368174" y="139603"/>
                </a:lnTo>
                <a:lnTo>
                  <a:pt x="372872" y="138139"/>
                </a:lnTo>
                <a:lnTo>
                  <a:pt x="376509" y="135895"/>
                </a:lnTo>
                <a:lnTo>
                  <a:pt x="377572" y="135719"/>
                </a:lnTo>
                <a:lnTo>
                  <a:pt x="379763" y="137828"/>
                </a:lnTo>
                <a:lnTo>
                  <a:pt x="384019" y="144681"/>
                </a:lnTo>
                <a:lnTo>
                  <a:pt x="384325" y="146074"/>
                </a:lnTo>
                <a:lnTo>
                  <a:pt x="384098" y="147886"/>
                </a:lnTo>
                <a:lnTo>
                  <a:pt x="383378" y="148510"/>
                </a:lnTo>
                <a:lnTo>
                  <a:pt x="382612" y="148465"/>
                </a:lnTo>
                <a:lnTo>
                  <a:pt x="371892" y="144890"/>
                </a:lnTo>
                <a:lnTo>
                  <a:pt x="366724" y="143603"/>
                </a:lnTo>
                <a:lnTo>
                  <a:pt x="362218" y="141884"/>
                </a:lnTo>
                <a:lnTo>
                  <a:pt x="347910" y="137712"/>
                </a:lnTo>
                <a:lnTo>
                  <a:pt x="339963" y="134839"/>
                </a:lnTo>
                <a:lnTo>
                  <a:pt x="330978" y="130835"/>
                </a:lnTo>
                <a:lnTo>
                  <a:pt x="328523" y="129441"/>
                </a:lnTo>
                <a:lnTo>
                  <a:pt x="327791" y="128393"/>
                </a:lnTo>
                <a:lnTo>
                  <a:pt x="328617" y="127330"/>
                </a:lnTo>
                <a:lnTo>
                  <a:pt x="331615" y="125284"/>
                </a:lnTo>
                <a:lnTo>
                  <a:pt x="333763" y="124789"/>
                </a:lnTo>
                <a:lnTo>
                  <a:pt x="339782" y="125354"/>
                </a:lnTo>
                <a:close/>
                <a:moveTo>
                  <a:pt x="431852" y="130446"/>
                </a:moveTo>
                <a:lnTo>
                  <a:pt x="432383" y="131613"/>
                </a:lnTo>
                <a:lnTo>
                  <a:pt x="431288" y="132338"/>
                </a:lnTo>
                <a:lnTo>
                  <a:pt x="428760" y="132137"/>
                </a:lnTo>
                <a:lnTo>
                  <a:pt x="427821" y="131259"/>
                </a:lnTo>
                <a:lnTo>
                  <a:pt x="428122" y="130638"/>
                </a:lnTo>
                <a:lnTo>
                  <a:pt x="429373" y="130070"/>
                </a:lnTo>
                <a:lnTo>
                  <a:pt x="430958" y="130065"/>
                </a:lnTo>
                <a:lnTo>
                  <a:pt x="431852" y="130446"/>
                </a:lnTo>
                <a:close/>
                <a:moveTo>
                  <a:pt x="317047" y="74016"/>
                </a:moveTo>
                <a:lnTo>
                  <a:pt x="316831" y="75116"/>
                </a:lnTo>
                <a:lnTo>
                  <a:pt x="317330" y="76243"/>
                </a:lnTo>
                <a:lnTo>
                  <a:pt x="318059" y="76516"/>
                </a:lnTo>
                <a:lnTo>
                  <a:pt x="319085" y="76053"/>
                </a:lnTo>
                <a:lnTo>
                  <a:pt x="319548" y="75027"/>
                </a:lnTo>
                <a:lnTo>
                  <a:pt x="319275" y="74299"/>
                </a:lnTo>
                <a:lnTo>
                  <a:pt x="318148" y="73799"/>
                </a:lnTo>
                <a:lnTo>
                  <a:pt x="317047" y="74016"/>
                </a:lnTo>
                <a:close/>
                <a:moveTo>
                  <a:pt x="465123" y="81724"/>
                </a:moveTo>
                <a:lnTo>
                  <a:pt x="458410" y="82480"/>
                </a:lnTo>
                <a:lnTo>
                  <a:pt x="456765" y="83049"/>
                </a:lnTo>
                <a:lnTo>
                  <a:pt x="456591" y="83533"/>
                </a:lnTo>
                <a:lnTo>
                  <a:pt x="457274" y="84057"/>
                </a:lnTo>
                <a:lnTo>
                  <a:pt x="458900" y="84288"/>
                </a:lnTo>
                <a:lnTo>
                  <a:pt x="463103" y="84163"/>
                </a:lnTo>
                <a:lnTo>
                  <a:pt x="467069" y="83657"/>
                </a:lnTo>
                <a:lnTo>
                  <a:pt x="468346" y="83083"/>
                </a:lnTo>
                <a:lnTo>
                  <a:pt x="468474" y="82483"/>
                </a:lnTo>
                <a:lnTo>
                  <a:pt x="468109" y="81759"/>
                </a:lnTo>
                <a:lnTo>
                  <a:pt x="467174" y="81330"/>
                </a:lnTo>
                <a:lnTo>
                  <a:pt x="465123" y="81724"/>
                </a:lnTo>
                <a:close/>
                <a:moveTo>
                  <a:pt x="448329" y="83492"/>
                </a:moveTo>
                <a:lnTo>
                  <a:pt x="448223" y="84389"/>
                </a:lnTo>
                <a:lnTo>
                  <a:pt x="449707" y="84729"/>
                </a:lnTo>
                <a:lnTo>
                  <a:pt x="451280" y="84429"/>
                </a:lnTo>
                <a:lnTo>
                  <a:pt x="452144" y="83569"/>
                </a:lnTo>
                <a:lnTo>
                  <a:pt x="451900" y="83225"/>
                </a:lnTo>
                <a:lnTo>
                  <a:pt x="450757" y="82980"/>
                </a:lnTo>
                <a:lnTo>
                  <a:pt x="449305" y="83074"/>
                </a:lnTo>
                <a:lnTo>
                  <a:pt x="448329" y="83492"/>
                </a:lnTo>
                <a:close/>
                <a:moveTo>
                  <a:pt x="438004" y="85153"/>
                </a:moveTo>
                <a:lnTo>
                  <a:pt x="437050" y="85901"/>
                </a:lnTo>
                <a:lnTo>
                  <a:pt x="438215" y="86418"/>
                </a:lnTo>
                <a:lnTo>
                  <a:pt x="441078" y="86359"/>
                </a:lnTo>
                <a:lnTo>
                  <a:pt x="441744" y="86069"/>
                </a:lnTo>
                <a:lnTo>
                  <a:pt x="441964" y="85613"/>
                </a:lnTo>
                <a:lnTo>
                  <a:pt x="441729" y="85161"/>
                </a:lnTo>
                <a:lnTo>
                  <a:pt x="440674" y="84800"/>
                </a:lnTo>
                <a:lnTo>
                  <a:pt x="438004" y="85153"/>
                </a:lnTo>
                <a:close/>
                <a:moveTo>
                  <a:pt x="202420" y="85790"/>
                </a:moveTo>
                <a:lnTo>
                  <a:pt x="202338" y="86307"/>
                </a:lnTo>
                <a:lnTo>
                  <a:pt x="202835" y="86760"/>
                </a:lnTo>
                <a:lnTo>
                  <a:pt x="205775" y="87886"/>
                </a:lnTo>
                <a:lnTo>
                  <a:pt x="208324" y="89591"/>
                </a:lnTo>
                <a:lnTo>
                  <a:pt x="211498" y="90872"/>
                </a:lnTo>
                <a:lnTo>
                  <a:pt x="214313" y="92450"/>
                </a:lnTo>
                <a:lnTo>
                  <a:pt x="217659" y="93727"/>
                </a:lnTo>
                <a:lnTo>
                  <a:pt x="220315" y="95466"/>
                </a:lnTo>
                <a:lnTo>
                  <a:pt x="222021" y="95737"/>
                </a:lnTo>
                <a:lnTo>
                  <a:pt x="222991" y="95104"/>
                </a:lnTo>
                <a:lnTo>
                  <a:pt x="223031" y="94341"/>
                </a:lnTo>
                <a:lnTo>
                  <a:pt x="222467" y="93555"/>
                </a:lnTo>
                <a:lnTo>
                  <a:pt x="218445" y="91108"/>
                </a:lnTo>
                <a:lnTo>
                  <a:pt x="215198" y="90100"/>
                </a:lnTo>
                <a:lnTo>
                  <a:pt x="212511" y="88442"/>
                </a:lnTo>
                <a:lnTo>
                  <a:pt x="208772" y="87219"/>
                </a:lnTo>
                <a:lnTo>
                  <a:pt x="205900" y="85826"/>
                </a:lnTo>
                <a:lnTo>
                  <a:pt x="203780" y="85404"/>
                </a:lnTo>
                <a:lnTo>
                  <a:pt x="202420" y="85790"/>
                </a:lnTo>
                <a:close/>
                <a:moveTo>
                  <a:pt x="642156" y="97493"/>
                </a:moveTo>
                <a:lnTo>
                  <a:pt x="640166" y="98933"/>
                </a:lnTo>
                <a:lnTo>
                  <a:pt x="639414" y="100584"/>
                </a:lnTo>
                <a:lnTo>
                  <a:pt x="635483" y="122513"/>
                </a:lnTo>
                <a:lnTo>
                  <a:pt x="633714" y="130697"/>
                </a:lnTo>
                <a:lnTo>
                  <a:pt x="632632" y="139223"/>
                </a:lnTo>
                <a:lnTo>
                  <a:pt x="630913" y="146158"/>
                </a:lnTo>
                <a:lnTo>
                  <a:pt x="629402" y="156065"/>
                </a:lnTo>
                <a:lnTo>
                  <a:pt x="628637" y="158281"/>
                </a:lnTo>
                <a:lnTo>
                  <a:pt x="627451" y="159792"/>
                </a:lnTo>
                <a:lnTo>
                  <a:pt x="625627" y="161023"/>
                </a:lnTo>
                <a:lnTo>
                  <a:pt x="597959" y="173597"/>
                </a:lnTo>
                <a:lnTo>
                  <a:pt x="595177" y="175377"/>
                </a:lnTo>
                <a:lnTo>
                  <a:pt x="594354" y="176481"/>
                </a:lnTo>
                <a:lnTo>
                  <a:pt x="595323" y="177672"/>
                </a:lnTo>
                <a:lnTo>
                  <a:pt x="597002" y="178293"/>
                </a:lnTo>
                <a:lnTo>
                  <a:pt x="624230" y="178991"/>
                </a:lnTo>
                <a:lnTo>
                  <a:pt x="626596" y="180261"/>
                </a:lnTo>
                <a:lnTo>
                  <a:pt x="627671" y="181771"/>
                </a:lnTo>
                <a:lnTo>
                  <a:pt x="627757" y="184981"/>
                </a:lnTo>
                <a:lnTo>
                  <a:pt x="627092" y="186761"/>
                </a:lnTo>
                <a:lnTo>
                  <a:pt x="626159" y="187656"/>
                </a:lnTo>
                <a:lnTo>
                  <a:pt x="624711" y="188428"/>
                </a:lnTo>
                <a:lnTo>
                  <a:pt x="616968" y="191521"/>
                </a:lnTo>
                <a:lnTo>
                  <a:pt x="598297" y="198009"/>
                </a:lnTo>
                <a:lnTo>
                  <a:pt x="594141" y="199909"/>
                </a:lnTo>
                <a:lnTo>
                  <a:pt x="580734" y="204721"/>
                </a:lnTo>
                <a:lnTo>
                  <a:pt x="577940" y="206086"/>
                </a:lnTo>
                <a:lnTo>
                  <a:pt x="576700" y="207415"/>
                </a:lnTo>
                <a:lnTo>
                  <a:pt x="577018" y="208427"/>
                </a:lnTo>
                <a:lnTo>
                  <a:pt x="578089" y="209540"/>
                </a:lnTo>
                <a:lnTo>
                  <a:pt x="626422" y="209681"/>
                </a:lnTo>
                <a:lnTo>
                  <a:pt x="627395" y="210424"/>
                </a:lnTo>
                <a:lnTo>
                  <a:pt x="627670" y="211999"/>
                </a:lnTo>
                <a:lnTo>
                  <a:pt x="627866" y="219218"/>
                </a:lnTo>
                <a:lnTo>
                  <a:pt x="627440" y="222308"/>
                </a:lnTo>
                <a:lnTo>
                  <a:pt x="625864" y="223623"/>
                </a:lnTo>
                <a:lnTo>
                  <a:pt x="622528" y="225404"/>
                </a:lnTo>
                <a:lnTo>
                  <a:pt x="602097" y="233335"/>
                </a:lnTo>
                <a:lnTo>
                  <a:pt x="594371" y="231492"/>
                </a:lnTo>
                <a:lnTo>
                  <a:pt x="589583" y="229346"/>
                </a:lnTo>
                <a:lnTo>
                  <a:pt x="568051" y="222676"/>
                </a:lnTo>
                <a:lnTo>
                  <a:pt x="553375" y="217759"/>
                </a:lnTo>
                <a:lnTo>
                  <a:pt x="548307" y="217011"/>
                </a:lnTo>
                <a:lnTo>
                  <a:pt x="547505" y="217354"/>
                </a:lnTo>
                <a:lnTo>
                  <a:pt x="547378" y="218037"/>
                </a:lnTo>
                <a:lnTo>
                  <a:pt x="547782" y="219106"/>
                </a:lnTo>
                <a:lnTo>
                  <a:pt x="548745" y="219890"/>
                </a:lnTo>
                <a:lnTo>
                  <a:pt x="553878" y="221318"/>
                </a:lnTo>
                <a:lnTo>
                  <a:pt x="564530" y="225632"/>
                </a:lnTo>
                <a:lnTo>
                  <a:pt x="571992" y="228221"/>
                </a:lnTo>
                <a:lnTo>
                  <a:pt x="582964" y="231257"/>
                </a:lnTo>
                <a:lnTo>
                  <a:pt x="592734" y="233536"/>
                </a:lnTo>
                <a:lnTo>
                  <a:pt x="594220" y="234380"/>
                </a:lnTo>
                <a:lnTo>
                  <a:pt x="595321" y="235632"/>
                </a:lnTo>
                <a:lnTo>
                  <a:pt x="595261" y="236274"/>
                </a:lnTo>
                <a:lnTo>
                  <a:pt x="594044" y="238546"/>
                </a:lnTo>
                <a:lnTo>
                  <a:pt x="594232" y="239228"/>
                </a:lnTo>
                <a:lnTo>
                  <a:pt x="595017" y="239830"/>
                </a:lnTo>
                <a:lnTo>
                  <a:pt x="621171" y="240737"/>
                </a:lnTo>
                <a:lnTo>
                  <a:pt x="626124" y="241151"/>
                </a:lnTo>
                <a:lnTo>
                  <a:pt x="626757" y="241529"/>
                </a:lnTo>
                <a:lnTo>
                  <a:pt x="626966" y="242878"/>
                </a:lnTo>
                <a:lnTo>
                  <a:pt x="626782" y="245015"/>
                </a:lnTo>
                <a:lnTo>
                  <a:pt x="625495" y="251244"/>
                </a:lnTo>
                <a:lnTo>
                  <a:pt x="623635" y="264578"/>
                </a:lnTo>
                <a:lnTo>
                  <a:pt x="622401" y="270730"/>
                </a:lnTo>
                <a:lnTo>
                  <a:pt x="621384" y="279590"/>
                </a:lnTo>
                <a:lnTo>
                  <a:pt x="619594" y="287772"/>
                </a:lnTo>
                <a:lnTo>
                  <a:pt x="615434" y="316113"/>
                </a:lnTo>
                <a:lnTo>
                  <a:pt x="610968" y="342488"/>
                </a:lnTo>
                <a:lnTo>
                  <a:pt x="607379" y="366904"/>
                </a:lnTo>
                <a:lnTo>
                  <a:pt x="605495" y="376863"/>
                </a:lnTo>
                <a:lnTo>
                  <a:pt x="605475" y="378481"/>
                </a:lnTo>
                <a:lnTo>
                  <a:pt x="606045" y="380060"/>
                </a:lnTo>
                <a:lnTo>
                  <a:pt x="607216" y="380528"/>
                </a:lnTo>
                <a:lnTo>
                  <a:pt x="609565" y="379613"/>
                </a:lnTo>
                <a:lnTo>
                  <a:pt x="640889" y="357105"/>
                </a:lnTo>
                <a:lnTo>
                  <a:pt x="642388" y="356213"/>
                </a:lnTo>
                <a:lnTo>
                  <a:pt x="643783" y="355918"/>
                </a:lnTo>
                <a:lnTo>
                  <a:pt x="645286" y="356163"/>
                </a:lnTo>
                <a:lnTo>
                  <a:pt x="646412" y="356760"/>
                </a:lnTo>
                <a:lnTo>
                  <a:pt x="671291" y="375502"/>
                </a:lnTo>
                <a:lnTo>
                  <a:pt x="676372" y="378992"/>
                </a:lnTo>
                <a:lnTo>
                  <a:pt x="679706" y="380739"/>
                </a:lnTo>
                <a:lnTo>
                  <a:pt x="680563" y="379603"/>
                </a:lnTo>
                <a:lnTo>
                  <a:pt x="680864" y="378558"/>
                </a:lnTo>
                <a:lnTo>
                  <a:pt x="680800" y="374539"/>
                </a:lnTo>
                <a:lnTo>
                  <a:pt x="679007" y="365698"/>
                </a:lnTo>
                <a:lnTo>
                  <a:pt x="677973" y="356524"/>
                </a:lnTo>
                <a:lnTo>
                  <a:pt x="676475" y="348401"/>
                </a:lnTo>
                <a:lnTo>
                  <a:pt x="675104" y="337364"/>
                </a:lnTo>
                <a:lnTo>
                  <a:pt x="673814" y="330943"/>
                </a:lnTo>
                <a:lnTo>
                  <a:pt x="672161" y="317179"/>
                </a:lnTo>
                <a:lnTo>
                  <a:pt x="670791" y="311183"/>
                </a:lnTo>
                <a:lnTo>
                  <a:pt x="669227" y="298980"/>
                </a:lnTo>
                <a:lnTo>
                  <a:pt x="667853" y="293022"/>
                </a:lnTo>
                <a:lnTo>
                  <a:pt x="666522" y="281739"/>
                </a:lnTo>
                <a:lnTo>
                  <a:pt x="665070" y="273750"/>
                </a:lnTo>
                <a:lnTo>
                  <a:pt x="663941" y="263667"/>
                </a:lnTo>
                <a:lnTo>
                  <a:pt x="662063" y="253235"/>
                </a:lnTo>
                <a:lnTo>
                  <a:pt x="661073" y="244190"/>
                </a:lnTo>
                <a:lnTo>
                  <a:pt x="662345" y="242775"/>
                </a:lnTo>
                <a:lnTo>
                  <a:pt x="678684" y="242854"/>
                </a:lnTo>
                <a:lnTo>
                  <a:pt x="690765" y="243384"/>
                </a:lnTo>
                <a:lnTo>
                  <a:pt x="693298" y="242787"/>
                </a:lnTo>
                <a:lnTo>
                  <a:pt x="694485" y="241397"/>
                </a:lnTo>
                <a:lnTo>
                  <a:pt x="690987" y="238886"/>
                </a:lnTo>
                <a:lnTo>
                  <a:pt x="663480" y="225205"/>
                </a:lnTo>
                <a:lnTo>
                  <a:pt x="659411" y="222162"/>
                </a:lnTo>
                <a:lnTo>
                  <a:pt x="659664" y="211398"/>
                </a:lnTo>
                <a:lnTo>
                  <a:pt x="660050" y="210525"/>
                </a:lnTo>
                <a:lnTo>
                  <a:pt x="661079" y="209961"/>
                </a:lnTo>
                <a:lnTo>
                  <a:pt x="666103" y="209554"/>
                </a:lnTo>
                <a:lnTo>
                  <a:pt x="708593" y="209610"/>
                </a:lnTo>
                <a:lnTo>
                  <a:pt x="709685" y="208525"/>
                </a:lnTo>
                <a:lnTo>
                  <a:pt x="709959" y="207579"/>
                </a:lnTo>
                <a:lnTo>
                  <a:pt x="709547" y="206782"/>
                </a:lnTo>
                <a:lnTo>
                  <a:pt x="706630" y="205434"/>
                </a:lnTo>
                <a:lnTo>
                  <a:pt x="700244" y="203103"/>
                </a:lnTo>
                <a:lnTo>
                  <a:pt x="689400" y="198421"/>
                </a:lnTo>
                <a:lnTo>
                  <a:pt x="684726" y="196975"/>
                </a:lnTo>
                <a:lnTo>
                  <a:pt x="663432" y="188566"/>
                </a:lnTo>
                <a:lnTo>
                  <a:pt x="661096" y="187148"/>
                </a:lnTo>
                <a:lnTo>
                  <a:pt x="659636" y="185453"/>
                </a:lnTo>
                <a:lnTo>
                  <a:pt x="659174" y="183698"/>
                </a:lnTo>
                <a:lnTo>
                  <a:pt x="659354" y="182867"/>
                </a:lnTo>
                <a:lnTo>
                  <a:pt x="660613" y="181431"/>
                </a:lnTo>
                <a:lnTo>
                  <a:pt x="661939" y="180969"/>
                </a:lnTo>
                <a:lnTo>
                  <a:pt x="667974" y="180848"/>
                </a:lnTo>
                <a:lnTo>
                  <a:pt x="692116" y="181360"/>
                </a:lnTo>
                <a:lnTo>
                  <a:pt x="693378" y="180242"/>
                </a:lnTo>
                <a:lnTo>
                  <a:pt x="693633" y="179489"/>
                </a:lnTo>
                <a:lnTo>
                  <a:pt x="690322" y="176860"/>
                </a:lnTo>
                <a:lnTo>
                  <a:pt x="661779" y="160361"/>
                </a:lnTo>
                <a:lnTo>
                  <a:pt x="660010" y="158696"/>
                </a:lnTo>
                <a:lnTo>
                  <a:pt x="659015" y="156283"/>
                </a:lnTo>
                <a:lnTo>
                  <a:pt x="658200" y="147885"/>
                </a:lnTo>
                <a:lnTo>
                  <a:pt x="656777" y="141917"/>
                </a:lnTo>
                <a:lnTo>
                  <a:pt x="655349" y="133040"/>
                </a:lnTo>
                <a:lnTo>
                  <a:pt x="652177" y="116295"/>
                </a:lnTo>
                <a:lnTo>
                  <a:pt x="650845" y="110761"/>
                </a:lnTo>
                <a:lnTo>
                  <a:pt x="649217" y="101144"/>
                </a:lnTo>
                <a:lnTo>
                  <a:pt x="648183" y="99036"/>
                </a:lnTo>
                <a:lnTo>
                  <a:pt x="646099" y="97030"/>
                </a:lnTo>
                <a:lnTo>
                  <a:pt x="644625" y="96740"/>
                </a:lnTo>
                <a:lnTo>
                  <a:pt x="642156" y="97493"/>
                </a:lnTo>
                <a:close/>
                <a:moveTo>
                  <a:pt x="644384" y="111600"/>
                </a:moveTo>
                <a:lnTo>
                  <a:pt x="643778" y="112599"/>
                </a:lnTo>
                <a:lnTo>
                  <a:pt x="643207" y="112545"/>
                </a:lnTo>
                <a:lnTo>
                  <a:pt x="642934" y="112166"/>
                </a:lnTo>
                <a:lnTo>
                  <a:pt x="642890" y="111211"/>
                </a:lnTo>
                <a:lnTo>
                  <a:pt x="643374" y="110636"/>
                </a:lnTo>
                <a:lnTo>
                  <a:pt x="644155" y="110827"/>
                </a:lnTo>
                <a:lnTo>
                  <a:pt x="644384" y="111600"/>
                </a:lnTo>
                <a:close/>
                <a:moveTo>
                  <a:pt x="645904" y="122738"/>
                </a:moveTo>
                <a:lnTo>
                  <a:pt x="647411" y="124607"/>
                </a:lnTo>
                <a:lnTo>
                  <a:pt x="647495" y="126383"/>
                </a:lnTo>
                <a:lnTo>
                  <a:pt x="646775" y="127415"/>
                </a:lnTo>
                <a:lnTo>
                  <a:pt x="645445" y="128254"/>
                </a:lnTo>
                <a:lnTo>
                  <a:pt x="643999" y="128729"/>
                </a:lnTo>
                <a:lnTo>
                  <a:pt x="642894" y="128582"/>
                </a:lnTo>
                <a:lnTo>
                  <a:pt x="640567" y="126212"/>
                </a:lnTo>
                <a:lnTo>
                  <a:pt x="640402" y="125633"/>
                </a:lnTo>
                <a:lnTo>
                  <a:pt x="640751" y="124578"/>
                </a:lnTo>
                <a:lnTo>
                  <a:pt x="641767" y="122964"/>
                </a:lnTo>
                <a:lnTo>
                  <a:pt x="643012" y="121944"/>
                </a:lnTo>
                <a:lnTo>
                  <a:pt x="644388" y="121870"/>
                </a:lnTo>
                <a:lnTo>
                  <a:pt x="645904" y="122738"/>
                </a:lnTo>
                <a:close/>
                <a:moveTo>
                  <a:pt x="639894" y="131118"/>
                </a:moveTo>
                <a:lnTo>
                  <a:pt x="640256" y="131935"/>
                </a:lnTo>
                <a:lnTo>
                  <a:pt x="639601" y="132885"/>
                </a:lnTo>
                <a:lnTo>
                  <a:pt x="638256" y="134013"/>
                </a:lnTo>
                <a:lnTo>
                  <a:pt x="637301" y="134033"/>
                </a:lnTo>
                <a:lnTo>
                  <a:pt x="636766" y="132564"/>
                </a:lnTo>
                <a:lnTo>
                  <a:pt x="637121" y="131041"/>
                </a:lnTo>
                <a:lnTo>
                  <a:pt x="638282" y="130473"/>
                </a:lnTo>
                <a:lnTo>
                  <a:pt x="639894" y="131118"/>
                </a:lnTo>
                <a:close/>
                <a:moveTo>
                  <a:pt x="649794" y="131118"/>
                </a:moveTo>
                <a:lnTo>
                  <a:pt x="650173" y="132604"/>
                </a:lnTo>
                <a:lnTo>
                  <a:pt x="649861" y="133204"/>
                </a:lnTo>
                <a:lnTo>
                  <a:pt x="649278" y="133315"/>
                </a:lnTo>
                <a:lnTo>
                  <a:pt x="648320" y="132532"/>
                </a:lnTo>
                <a:lnTo>
                  <a:pt x="648122" y="131482"/>
                </a:lnTo>
                <a:lnTo>
                  <a:pt x="648845" y="130687"/>
                </a:lnTo>
                <a:lnTo>
                  <a:pt x="649794" y="131118"/>
                </a:lnTo>
                <a:close/>
                <a:moveTo>
                  <a:pt x="647283" y="138224"/>
                </a:moveTo>
                <a:lnTo>
                  <a:pt x="648803" y="140052"/>
                </a:lnTo>
                <a:lnTo>
                  <a:pt x="649134" y="141468"/>
                </a:lnTo>
                <a:lnTo>
                  <a:pt x="647814" y="143387"/>
                </a:lnTo>
                <a:lnTo>
                  <a:pt x="645826" y="144797"/>
                </a:lnTo>
                <a:lnTo>
                  <a:pt x="643571" y="145649"/>
                </a:lnTo>
                <a:lnTo>
                  <a:pt x="640509" y="143754"/>
                </a:lnTo>
                <a:lnTo>
                  <a:pt x="639316" y="142602"/>
                </a:lnTo>
                <a:lnTo>
                  <a:pt x="638953" y="140950"/>
                </a:lnTo>
                <a:lnTo>
                  <a:pt x="639254" y="139593"/>
                </a:lnTo>
                <a:lnTo>
                  <a:pt x="642948" y="136558"/>
                </a:lnTo>
                <a:lnTo>
                  <a:pt x="643882" y="136292"/>
                </a:lnTo>
                <a:lnTo>
                  <a:pt x="644891" y="136478"/>
                </a:lnTo>
                <a:lnTo>
                  <a:pt x="647283" y="138224"/>
                </a:lnTo>
                <a:close/>
                <a:moveTo>
                  <a:pt x="652834" y="145968"/>
                </a:moveTo>
                <a:lnTo>
                  <a:pt x="653738" y="148164"/>
                </a:lnTo>
                <a:lnTo>
                  <a:pt x="654408" y="151103"/>
                </a:lnTo>
                <a:lnTo>
                  <a:pt x="653990" y="152071"/>
                </a:lnTo>
                <a:lnTo>
                  <a:pt x="653212" y="152280"/>
                </a:lnTo>
                <a:lnTo>
                  <a:pt x="651603" y="151815"/>
                </a:lnTo>
                <a:lnTo>
                  <a:pt x="650413" y="151023"/>
                </a:lnTo>
                <a:lnTo>
                  <a:pt x="649010" y="149579"/>
                </a:lnTo>
                <a:lnTo>
                  <a:pt x="648534" y="148500"/>
                </a:lnTo>
                <a:lnTo>
                  <a:pt x="648965" y="147431"/>
                </a:lnTo>
                <a:lnTo>
                  <a:pt x="650937" y="145527"/>
                </a:lnTo>
                <a:lnTo>
                  <a:pt x="651858" y="145240"/>
                </a:lnTo>
                <a:lnTo>
                  <a:pt x="652834" y="145968"/>
                </a:lnTo>
                <a:close/>
                <a:moveTo>
                  <a:pt x="638656" y="146887"/>
                </a:moveTo>
                <a:lnTo>
                  <a:pt x="639538" y="148221"/>
                </a:lnTo>
                <a:lnTo>
                  <a:pt x="639008" y="149671"/>
                </a:lnTo>
                <a:lnTo>
                  <a:pt x="636624" y="152065"/>
                </a:lnTo>
                <a:lnTo>
                  <a:pt x="635302" y="152752"/>
                </a:lnTo>
                <a:lnTo>
                  <a:pt x="634291" y="152699"/>
                </a:lnTo>
                <a:lnTo>
                  <a:pt x="633656" y="151910"/>
                </a:lnTo>
                <a:lnTo>
                  <a:pt x="633459" y="150387"/>
                </a:lnTo>
                <a:lnTo>
                  <a:pt x="633778" y="148065"/>
                </a:lnTo>
                <a:lnTo>
                  <a:pt x="634550" y="146487"/>
                </a:lnTo>
                <a:lnTo>
                  <a:pt x="635681" y="145721"/>
                </a:lnTo>
                <a:lnTo>
                  <a:pt x="636353" y="145663"/>
                </a:lnTo>
                <a:lnTo>
                  <a:pt x="638656" y="146887"/>
                </a:lnTo>
                <a:close/>
                <a:moveTo>
                  <a:pt x="646258" y="152721"/>
                </a:moveTo>
                <a:lnTo>
                  <a:pt x="649567" y="156281"/>
                </a:lnTo>
                <a:lnTo>
                  <a:pt x="649864" y="156858"/>
                </a:lnTo>
                <a:lnTo>
                  <a:pt x="649475" y="157475"/>
                </a:lnTo>
                <a:lnTo>
                  <a:pt x="648047" y="157784"/>
                </a:lnTo>
                <a:lnTo>
                  <a:pt x="643854" y="157848"/>
                </a:lnTo>
                <a:lnTo>
                  <a:pt x="639581" y="157618"/>
                </a:lnTo>
                <a:lnTo>
                  <a:pt x="638386" y="157216"/>
                </a:lnTo>
                <a:lnTo>
                  <a:pt x="638235" y="156890"/>
                </a:lnTo>
                <a:lnTo>
                  <a:pt x="638741" y="155911"/>
                </a:lnTo>
                <a:lnTo>
                  <a:pt x="642369" y="152261"/>
                </a:lnTo>
                <a:lnTo>
                  <a:pt x="644700" y="152329"/>
                </a:lnTo>
                <a:lnTo>
                  <a:pt x="646258" y="152721"/>
                </a:lnTo>
                <a:close/>
                <a:moveTo>
                  <a:pt x="645975" y="162373"/>
                </a:moveTo>
                <a:lnTo>
                  <a:pt x="646179" y="162780"/>
                </a:lnTo>
                <a:lnTo>
                  <a:pt x="645853" y="163509"/>
                </a:lnTo>
                <a:lnTo>
                  <a:pt x="644234" y="164168"/>
                </a:lnTo>
                <a:lnTo>
                  <a:pt x="642389" y="163948"/>
                </a:lnTo>
                <a:lnTo>
                  <a:pt x="641507" y="162921"/>
                </a:lnTo>
                <a:lnTo>
                  <a:pt x="641732" y="162338"/>
                </a:lnTo>
                <a:lnTo>
                  <a:pt x="642800" y="161878"/>
                </a:lnTo>
                <a:lnTo>
                  <a:pt x="644907" y="161898"/>
                </a:lnTo>
                <a:lnTo>
                  <a:pt x="645975" y="162373"/>
                </a:lnTo>
                <a:close/>
                <a:moveTo>
                  <a:pt x="655521" y="163434"/>
                </a:moveTo>
                <a:lnTo>
                  <a:pt x="656078" y="165824"/>
                </a:lnTo>
                <a:lnTo>
                  <a:pt x="656143" y="169486"/>
                </a:lnTo>
                <a:lnTo>
                  <a:pt x="655331" y="171761"/>
                </a:lnTo>
                <a:lnTo>
                  <a:pt x="654246" y="172044"/>
                </a:lnTo>
                <a:lnTo>
                  <a:pt x="652713" y="171354"/>
                </a:lnTo>
                <a:lnTo>
                  <a:pt x="649634" y="169152"/>
                </a:lnTo>
                <a:lnTo>
                  <a:pt x="649028" y="167803"/>
                </a:lnTo>
                <a:lnTo>
                  <a:pt x="649934" y="166028"/>
                </a:lnTo>
                <a:lnTo>
                  <a:pt x="652163" y="164070"/>
                </a:lnTo>
                <a:lnTo>
                  <a:pt x="654319" y="162930"/>
                </a:lnTo>
                <a:lnTo>
                  <a:pt x="654867" y="162943"/>
                </a:lnTo>
                <a:lnTo>
                  <a:pt x="655521" y="163434"/>
                </a:lnTo>
                <a:close/>
                <a:moveTo>
                  <a:pt x="636323" y="164283"/>
                </a:moveTo>
                <a:lnTo>
                  <a:pt x="638351" y="166543"/>
                </a:lnTo>
                <a:lnTo>
                  <a:pt x="638865" y="167573"/>
                </a:lnTo>
                <a:lnTo>
                  <a:pt x="638808" y="168257"/>
                </a:lnTo>
                <a:lnTo>
                  <a:pt x="637521" y="169488"/>
                </a:lnTo>
                <a:lnTo>
                  <a:pt x="634706" y="171077"/>
                </a:lnTo>
                <a:lnTo>
                  <a:pt x="633697" y="171305"/>
                </a:lnTo>
                <a:lnTo>
                  <a:pt x="632684" y="171009"/>
                </a:lnTo>
                <a:lnTo>
                  <a:pt x="632008" y="170322"/>
                </a:lnTo>
                <a:lnTo>
                  <a:pt x="631652" y="168979"/>
                </a:lnTo>
                <a:lnTo>
                  <a:pt x="631733" y="164681"/>
                </a:lnTo>
                <a:lnTo>
                  <a:pt x="632779" y="163694"/>
                </a:lnTo>
                <a:lnTo>
                  <a:pt x="633884" y="163346"/>
                </a:lnTo>
                <a:lnTo>
                  <a:pt x="635073" y="163540"/>
                </a:lnTo>
                <a:lnTo>
                  <a:pt x="636323" y="164283"/>
                </a:lnTo>
                <a:close/>
                <a:moveTo>
                  <a:pt x="664467" y="166510"/>
                </a:moveTo>
                <a:lnTo>
                  <a:pt x="675400" y="173265"/>
                </a:lnTo>
                <a:lnTo>
                  <a:pt x="676459" y="174672"/>
                </a:lnTo>
                <a:lnTo>
                  <a:pt x="676347" y="175668"/>
                </a:lnTo>
                <a:lnTo>
                  <a:pt x="674184" y="176261"/>
                </a:lnTo>
                <a:lnTo>
                  <a:pt x="669788" y="176223"/>
                </a:lnTo>
                <a:lnTo>
                  <a:pt x="662178" y="175293"/>
                </a:lnTo>
                <a:lnTo>
                  <a:pt x="660082" y="174572"/>
                </a:lnTo>
                <a:lnTo>
                  <a:pt x="659305" y="173935"/>
                </a:lnTo>
                <a:lnTo>
                  <a:pt x="659763" y="165544"/>
                </a:lnTo>
                <a:lnTo>
                  <a:pt x="660320" y="165121"/>
                </a:lnTo>
                <a:lnTo>
                  <a:pt x="661488" y="165167"/>
                </a:lnTo>
                <a:lnTo>
                  <a:pt x="664467" y="166510"/>
                </a:lnTo>
                <a:close/>
                <a:moveTo>
                  <a:pt x="627024" y="166263"/>
                </a:moveTo>
                <a:lnTo>
                  <a:pt x="627806" y="167823"/>
                </a:lnTo>
                <a:lnTo>
                  <a:pt x="627912" y="169832"/>
                </a:lnTo>
                <a:lnTo>
                  <a:pt x="627472" y="172575"/>
                </a:lnTo>
                <a:lnTo>
                  <a:pt x="626666" y="173303"/>
                </a:lnTo>
                <a:lnTo>
                  <a:pt x="623745" y="173785"/>
                </a:lnTo>
                <a:lnTo>
                  <a:pt x="617920" y="173998"/>
                </a:lnTo>
                <a:lnTo>
                  <a:pt x="613800" y="173946"/>
                </a:lnTo>
                <a:lnTo>
                  <a:pt x="612807" y="173586"/>
                </a:lnTo>
                <a:lnTo>
                  <a:pt x="613285" y="172309"/>
                </a:lnTo>
                <a:lnTo>
                  <a:pt x="615498" y="170257"/>
                </a:lnTo>
                <a:lnTo>
                  <a:pt x="619505" y="168761"/>
                </a:lnTo>
                <a:lnTo>
                  <a:pt x="625995" y="165763"/>
                </a:lnTo>
                <a:lnTo>
                  <a:pt x="627024" y="166263"/>
                </a:lnTo>
                <a:close/>
                <a:moveTo>
                  <a:pt x="645621" y="171778"/>
                </a:moveTo>
                <a:lnTo>
                  <a:pt x="647112" y="173214"/>
                </a:lnTo>
                <a:lnTo>
                  <a:pt x="647235" y="173984"/>
                </a:lnTo>
                <a:lnTo>
                  <a:pt x="646683" y="174545"/>
                </a:lnTo>
                <a:lnTo>
                  <a:pt x="643868" y="174853"/>
                </a:lnTo>
                <a:lnTo>
                  <a:pt x="642673" y="174572"/>
                </a:lnTo>
                <a:lnTo>
                  <a:pt x="641940" y="174037"/>
                </a:lnTo>
                <a:lnTo>
                  <a:pt x="641763" y="172822"/>
                </a:lnTo>
                <a:lnTo>
                  <a:pt x="642759" y="171303"/>
                </a:lnTo>
                <a:lnTo>
                  <a:pt x="644003" y="171066"/>
                </a:lnTo>
                <a:lnTo>
                  <a:pt x="645621" y="171778"/>
                </a:lnTo>
                <a:close/>
                <a:moveTo>
                  <a:pt x="644561" y="181219"/>
                </a:moveTo>
                <a:lnTo>
                  <a:pt x="643743" y="181805"/>
                </a:lnTo>
                <a:lnTo>
                  <a:pt x="643151" y="181351"/>
                </a:lnTo>
                <a:lnTo>
                  <a:pt x="643665" y="180912"/>
                </a:lnTo>
                <a:lnTo>
                  <a:pt x="644561" y="181219"/>
                </a:lnTo>
                <a:close/>
                <a:moveTo>
                  <a:pt x="655521" y="181608"/>
                </a:moveTo>
                <a:lnTo>
                  <a:pt x="656143" y="182811"/>
                </a:lnTo>
                <a:lnTo>
                  <a:pt x="656183" y="184028"/>
                </a:lnTo>
                <a:lnTo>
                  <a:pt x="655603" y="185998"/>
                </a:lnTo>
                <a:lnTo>
                  <a:pt x="654930" y="186790"/>
                </a:lnTo>
                <a:lnTo>
                  <a:pt x="653447" y="187266"/>
                </a:lnTo>
                <a:lnTo>
                  <a:pt x="652168" y="187106"/>
                </a:lnTo>
                <a:lnTo>
                  <a:pt x="650072" y="186251"/>
                </a:lnTo>
                <a:lnTo>
                  <a:pt x="649303" y="185622"/>
                </a:lnTo>
                <a:lnTo>
                  <a:pt x="649131" y="184927"/>
                </a:lnTo>
                <a:lnTo>
                  <a:pt x="649560" y="184108"/>
                </a:lnTo>
                <a:lnTo>
                  <a:pt x="652622" y="181640"/>
                </a:lnTo>
                <a:lnTo>
                  <a:pt x="654312" y="180969"/>
                </a:lnTo>
                <a:lnTo>
                  <a:pt x="655521" y="181608"/>
                </a:lnTo>
                <a:close/>
                <a:moveTo>
                  <a:pt x="636888" y="182704"/>
                </a:moveTo>
                <a:lnTo>
                  <a:pt x="638179" y="183813"/>
                </a:lnTo>
                <a:lnTo>
                  <a:pt x="638743" y="184801"/>
                </a:lnTo>
                <a:lnTo>
                  <a:pt x="638584" y="185654"/>
                </a:lnTo>
                <a:lnTo>
                  <a:pt x="637705" y="186362"/>
                </a:lnTo>
                <a:lnTo>
                  <a:pt x="636110" y="186911"/>
                </a:lnTo>
                <a:lnTo>
                  <a:pt x="634073" y="187047"/>
                </a:lnTo>
                <a:lnTo>
                  <a:pt x="632523" y="186397"/>
                </a:lnTo>
                <a:lnTo>
                  <a:pt x="631796" y="185543"/>
                </a:lnTo>
                <a:lnTo>
                  <a:pt x="631223" y="183500"/>
                </a:lnTo>
                <a:lnTo>
                  <a:pt x="631314" y="182774"/>
                </a:lnTo>
                <a:lnTo>
                  <a:pt x="632023" y="181764"/>
                </a:lnTo>
                <a:lnTo>
                  <a:pt x="634099" y="181445"/>
                </a:lnTo>
                <a:lnTo>
                  <a:pt x="636888" y="182704"/>
                </a:lnTo>
                <a:close/>
                <a:moveTo>
                  <a:pt x="649016" y="192038"/>
                </a:moveTo>
                <a:lnTo>
                  <a:pt x="649734" y="192362"/>
                </a:lnTo>
                <a:lnTo>
                  <a:pt x="650071" y="192887"/>
                </a:lnTo>
                <a:lnTo>
                  <a:pt x="649632" y="194164"/>
                </a:lnTo>
                <a:lnTo>
                  <a:pt x="645811" y="196495"/>
                </a:lnTo>
                <a:lnTo>
                  <a:pt x="643995" y="197152"/>
                </a:lnTo>
                <a:lnTo>
                  <a:pt x="640199" y="195724"/>
                </a:lnTo>
                <a:lnTo>
                  <a:pt x="637922" y="194359"/>
                </a:lnTo>
                <a:lnTo>
                  <a:pt x="637183" y="193475"/>
                </a:lnTo>
                <a:lnTo>
                  <a:pt x="637588" y="192401"/>
                </a:lnTo>
                <a:lnTo>
                  <a:pt x="639058" y="191799"/>
                </a:lnTo>
                <a:lnTo>
                  <a:pt x="649016" y="192038"/>
                </a:lnTo>
                <a:close/>
                <a:moveTo>
                  <a:pt x="627059" y="192780"/>
                </a:moveTo>
                <a:lnTo>
                  <a:pt x="627725" y="193393"/>
                </a:lnTo>
                <a:lnTo>
                  <a:pt x="627969" y="194173"/>
                </a:lnTo>
                <a:lnTo>
                  <a:pt x="628038" y="196967"/>
                </a:lnTo>
                <a:lnTo>
                  <a:pt x="627452" y="201186"/>
                </a:lnTo>
                <a:lnTo>
                  <a:pt x="626479" y="202637"/>
                </a:lnTo>
                <a:lnTo>
                  <a:pt x="625559" y="202656"/>
                </a:lnTo>
                <a:lnTo>
                  <a:pt x="619568" y="199590"/>
                </a:lnTo>
                <a:lnTo>
                  <a:pt x="617494" y="198179"/>
                </a:lnTo>
                <a:lnTo>
                  <a:pt x="616509" y="196889"/>
                </a:lnTo>
                <a:lnTo>
                  <a:pt x="616661" y="196159"/>
                </a:lnTo>
                <a:lnTo>
                  <a:pt x="617656" y="195522"/>
                </a:lnTo>
                <a:lnTo>
                  <a:pt x="621711" y="194243"/>
                </a:lnTo>
                <a:lnTo>
                  <a:pt x="625229" y="192707"/>
                </a:lnTo>
                <a:lnTo>
                  <a:pt x="627059" y="192780"/>
                </a:lnTo>
                <a:close/>
                <a:moveTo>
                  <a:pt x="664891" y="194265"/>
                </a:moveTo>
                <a:lnTo>
                  <a:pt x="670618" y="196443"/>
                </a:lnTo>
                <a:lnTo>
                  <a:pt x="670972" y="197357"/>
                </a:lnTo>
                <a:lnTo>
                  <a:pt x="670477" y="198650"/>
                </a:lnTo>
                <a:lnTo>
                  <a:pt x="669245" y="199877"/>
                </a:lnTo>
                <a:lnTo>
                  <a:pt x="663521" y="202763"/>
                </a:lnTo>
                <a:lnTo>
                  <a:pt x="661386" y="203198"/>
                </a:lnTo>
                <a:lnTo>
                  <a:pt x="660115" y="202953"/>
                </a:lnTo>
                <a:lnTo>
                  <a:pt x="659648" y="202349"/>
                </a:lnTo>
                <a:lnTo>
                  <a:pt x="659378" y="199511"/>
                </a:lnTo>
                <a:lnTo>
                  <a:pt x="659513" y="195932"/>
                </a:lnTo>
                <a:lnTo>
                  <a:pt x="660012" y="193806"/>
                </a:lnTo>
                <a:lnTo>
                  <a:pt x="661788" y="193373"/>
                </a:lnTo>
                <a:lnTo>
                  <a:pt x="664891" y="194265"/>
                </a:lnTo>
                <a:close/>
                <a:moveTo>
                  <a:pt x="655274" y="197094"/>
                </a:moveTo>
                <a:lnTo>
                  <a:pt x="656021" y="199160"/>
                </a:lnTo>
                <a:lnTo>
                  <a:pt x="655916" y="202250"/>
                </a:lnTo>
                <a:lnTo>
                  <a:pt x="655375" y="203051"/>
                </a:lnTo>
                <a:lnTo>
                  <a:pt x="654404" y="203450"/>
                </a:lnTo>
                <a:lnTo>
                  <a:pt x="652582" y="203088"/>
                </a:lnTo>
                <a:lnTo>
                  <a:pt x="651331" y="202264"/>
                </a:lnTo>
                <a:lnTo>
                  <a:pt x="650218" y="201019"/>
                </a:lnTo>
                <a:lnTo>
                  <a:pt x="649676" y="199858"/>
                </a:lnTo>
                <a:lnTo>
                  <a:pt x="649794" y="199193"/>
                </a:lnTo>
                <a:lnTo>
                  <a:pt x="650741" y="198237"/>
                </a:lnTo>
                <a:lnTo>
                  <a:pt x="653576" y="196755"/>
                </a:lnTo>
                <a:lnTo>
                  <a:pt x="654473" y="196548"/>
                </a:lnTo>
                <a:lnTo>
                  <a:pt x="655274" y="197094"/>
                </a:lnTo>
                <a:close/>
                <a:moveTo>
                  <a:pt x="636429" y="198544"/>
                </a:moveTo>
                <a:lnTo>
                  <a:pt x="637191" y="199339"/>
                </a:lnTo>
                <a:lnTo>
                  <a:pt x="637376" y="200247"/>
                </a:lnTo>
                <a:lnTo>
                  <a:pt x="636976" y="201342"/>
                </a:lnTo>
                <a:lnTo>
                  <a:pt x="636010" y="202564"/>
                </a:lnTo>
                <a:lnTo>
                  <a:pt x="635230" y="203095"/>
                </a:lnTo>
                <a:lnTo>
                  <a:pt x="633610" y="203415"/>
                </a:lnTo>
                <a:lnTo>
                  <a:pt x="632203" y="202858"/>
                </a:lnTo>
                <a:lnTo>
                  <a:pt x="631690" y="202295"/>
                </a:lnTo>
                <a:lnTo>
                  <a:pt x="631266" y="200686"/>
                </a:lnTo>
                <a:lnTo>
                  <a:pt x="631679" y="199088"/>
                </a:lnTo>
                <a:lnTo>
                  <a:pt x="632393" y="198215"/>
                </a:lnTo>
                <a:lnTo>
                  <a:pt x="633366" y="197757"/>
                </a:lnTo>
                <a:lnTo>
                  <a:pt x="634521" y="197732"/>
                </a:lnTo>
                <a:lnTo>
                  <a:pt x="636429" y="198544"/>
                </a:lnTo>
                <a:close/>
                <a:moveTo>
                  <a:pt x="607224" y="200559"/>
                </a:moveTo>
                <a:lnTo>
                  <a:pt x="607669" y="201303"/>
                </a:lnTo>
                <a:lnTo>
                  <a:pt x="607733" y="202198"/>
                </a:lnTo>
                <a:lnTo>
                  <a:pt x="607224" y="203458"/>
                </a:lnTo>
                <a:lnTo>
                  <a:pt x="606579" y="204022"/>
                </a:lnTo>
                <a:lnTo>
                  <a:pt x="601766" y="204119"/>
                </a:lnTo>
                <a:lnTo>
                  <a:pt x="600327" y="203755"/>
                </a:lnTo>
                <a:lnTo>
                  <a:pt x="599698" y="203128"/>
                </a:lnTo>
                <a:lnTo>
                  <a:pt x="600092" y="201877"/>
                </a:lnTo>
                <a:lnTo>
                  <a:pt x="601639" y="201073"/>
                </a:lnTo>
                <a:lnTo>
                  <a:pt x="605449" y="200088"/>
                </a:lnTo>
                <a:lnTo>
                  <a:pt x="606524" y="200123"/>
                </a:lnTo>
                <a:lnTo>
                  <a:pt x="607224" y="200559"/>
                </a:lnTo>
                <a:close/>
                <a:moveTo>
                  <a:pt x="687696" y="202185"/>
                </a:moveTo>
                <a:lnTo>
                  <a:pt x="692597" y="204215"/>
                </a:lnTo>
                <a:lnTo>
                  <a:pt x="693470" y="205153"/>
                </a:lnTo>
                <a:lnTo>
                  <a:pt x="692929" y="205686"/>
                </a:lnTo>
                <a:lnTo>
                  <a:pt x="691501" y="206018"/>
                </a:lnTo>
                <a:lnTo>
                  <a:pt x="686242" y="206320"/>
                </a:lnTo>
                <a:lnTo>
                  <a:pt x="682428" y="206004"/>
                </a:lnTo>
                <a:lnTo>
                  <a:pt x="681085" y="204325"/>
                </a:lnTo>
                <a:lnTo>
                  <a:pt x="680271" y="202221"/>
                </a:lnTo>
                <a:lnTo>
                  <a:pt x="680640" y="201301"/>
                </a:lnTo>
                <a:lnTo>
                  <a:pt x="682446" y="200771"/>
                </a:lnTo>
                <a:lnTo>
                  <a:pt x="685359" y="201273"/>
                </a:lnTo>
                <a:lnTo>
                  <a:pt x="687696" y="202185"/>
                </a:lnTo>
                <a:close/>
                <a:moveTo>
                  <a:pt x="615497" y="201478"/>
                </a:moveTo>
                <a:lnTo>
                  <a:pt x="615894" y="202950"/>
                </a:lnTo>
                <a:lnTo>
                  <a:pt x="615021" y="204034"/>
                </a:lnTo>
                <a:lnTo>
                  <a:pt x="613784" y="203787"/>
                </a:lnTo>
                <a:lnTo>
                  <a:pt x="612417" y="202564"/>
                </a:lnTo>
                <a:lnTo>
                  <a:pt x="612628" y="201831"/>
                </a:lnTo>
                <a:lnTo>
                  <a:pt x="613623" y="201226"/>
                </a:lnTo>
                <a:lnTo>
                  <a:pt x="614848" y="201147"/>
                </a:lnTo>
                <a:lnTo>
                  <a:pt x="615497" y="201478"/>
                </a:lnTo>
                <a:close/>
                <a:moveTo>
                  <a:pt x="674968" y="201761"/>
                </a:moveTo>
                <a:lnTo>
                  <a:pt x="675667" y="202498"/>
                </a:lnTo>
                <a:lnTo>
                  <a:pt x="676154" y="203996"/>
                </a:lnTo>
                <a:lnTo>
                  <a:pt x="676029" y="204979"/>
                </a:lnTo>
                <a:lnTo>
                  <a:pt x="675399" y="205678"/>
                </a:lnTo>
                <a:lnTo>
                  <a:pt x="674477" y="206147"/>
                </a:lnTo>
                <a:lnTo>
                  <a:pt x="672799" y="206359"/>
                </a:lnTo>
                <a:lnTo>
                  <a:pt x="671652" y="206132"/>
                </a:lnTo>
                <a:lnTo>
                  <a:pt x="670296" y="205317"/>
                </a:lnTo>
                <a:lnTo>
                  <a:pt x="670611" y="204305"/>
                </a:lnTo>
                <a:lnTo>
                  <a:pt x="673455" y="201870"/>
                </a:lnTo>
                <a:lnTo>
                  <a:pt x="674182" y="201476"/>
                </a:lnTo>
                <a:lnTo>
                  <a:pt x="674968" y="201761"/>
                </a:lnTo>
                <a:close/>
                <a:moveTo>
                  <a:pt x="644738" y="203989"/>
                </a:moveTo>
                <a:lnTo>
                  <a:pt x="645157" y="204755"/>
                </a:lnTo>
                <a:lnTo>
                  <a:pt x="644328" y="205229"/>
                </a:lnTo>
                <a:lnTo>
                  <a:pt x="642404" y="205177"/>
                </a:lnTo>
                <a:lnTo>
                  <a:pt x="641823" y="204670"/>
                </a:lnTo>
                <a:lnTo>
                  <a:pt x="642274" y="203878"/>
                </a:lnTo>
                <a:lnTo>
                  <a:pt x="643009" y="203571"/>
                </a:lnTo>
                <a:lnTo>
                  <a:pt x="644738" y="203989"/>
                </a:lnTo>
                <a:close/>
                <a:moveTo>
                  <a:pt x="647177" y="210318"/>
                </a:moveTo>
                <a:lnTo>
                  <a:pt x="647315" y="210740"/>
                </a:lnTo>
                <a:lnTo>
                  <a:pt x="646928" y="211528"/>
                </a:lnTo>
                <a:lnTo>
                  <a:pt x="644498" y="212499"/>
                </a:lnTo>
                <a:lnTo>
                  <a:pt x="642333" y="212262"/>
                </a:lnTo>
                <a:lnTo>
                  <a:pt x="640876" y="211386"/>
                </a:lnTo>
                <a:lnTo>
                  <a:pt x="640548" y="210743"/>
                </a:lnTo>
                <a:lnTo>
                  <a:pt x="641242" y="209881"/>
                </a:lnTo>
                <a:lnTo>
                  <a:pt x="643287" y="209559"/>
                </a:lnTo>
                <a:lnTo>
                  <a:pt x="645722" y="209722"/>
                </a:lnTo>
                <a:lnTo>
                  <a:pt x="647177" y="210318"/>
                </a:lnTo>
                <a:close/>
                <a:moveTo>
                  <a:pt x="655380" y="211697"/>
                </a:moveTo>
                <a:lnTo>
                  <a:pt x="656019" y="213850"/>
                </a:lnTo>
                <a:lnTo>
                  <a:pt x="656010" y="218097"/>
                </a:lnTo>
                <a:lnTo>
                  <a:pt x="655380" y="220005"/>
                </a:lnTo>
                <a:lnTo>
                  <a:pt x="654328" y="220455"/>
                </a:lnTo>
                <a:lnTo>
                  <a:pt x="649038" y="217039"/>
                </a:lnTo>
                <a:lnTo>
                  <a:pt x="648697" y="216636"/>
                </a:lnTo>
                <a:lnTo>
                  <a:pt x="648587" y="215622"/>
                </a:lnTo>
                <a:lnTo>
                  <a:pt x="649737" y="213812"/>
                </a:lnTo>
                <a:lnTo>
                  <a:pt x="652269" y="212015"/>
                </a:lnTo>
                <a:lnTo>
                  <a:pt x="654434" y="211047"/>
                </a:lnTo>
                <a:lnTo>
                  <a:pt x="655380" y="211697"/>
                </a:lnTo>
                <a:close/>
                <a:moveTo>
                  <a:pt x="636323" y="212404"/>
                </a:moveTo>
                <a:lnTo>
                  <a:pt x="638392" y="214565"/>
                </a:lnTo>
                <a:lnTo>
                  <a:pt x="638869" y="215760"/>
                </a:lnTo>
                <a:lnTo>
                  <a:pt x="638695" y="216651"/>
                </a:lnTo>
                <a:lnTo>
                  <a:pt x="637202" y="217850"/>
                </a:lnTo>
                <a:lnTo>
                  <a:pt x="633964" y="219660"/>
                </a:lnTo>
                <a:lnTo>
                  <a:pt x="632457" y="220114"/>
                </a:lnTo>
                <a:lnTo>
                  <a:pt x="631447" y="219923"/>
                </a:lnTo>
                <a:lnTo>
                  <a:pt x="630924" y="218837"/>
                </a:lnTo>
                <a:lnTo>
                  <a:pt x="630788" y="215191"/>
                </a:lnTo>
                <a:lnTo>
                  <a:pt x="631043" y="212653"/>
                </a:lnTo>
                <a:lnTo>
                  <a:pt x="631620" y="211237"/>
                </a:lnTo>
                <a:lnTo>
                  <a:pt x="634281" y="211610"/>
                </a:lnTo>
                <a:lnTo>
                  <a:pt x="636323" y="212404"/>
                </a:lnTo>
                <a:close/>
                <a:moveTo>
                  <a:pt x="647354" y="219864"/>
                </a:moveTo>
                <a:lnTo>
                  <a:pt x="649379" y="221993"/>
                </a:lnTo>
                <a:lnTo>
                  <a:pt x="649369" y="222286"/>
                </a:lnTo>
                <a:lnTo>
                  <a:pt x="648696" y="222667"/>
                </a:lnTo>
                <a:lnTo>
                  <a:pt x="642808" y="222895"/>
                </a:lnTo>
                <a:lnTo>
                  <a:pt x="640800" y="222618"/>
                </a:lnTo>
                <a:lnTo>
                  <a:pt x="639863" y="222016"/>
                </a:lnTo>
                <a:lnTo>
                  <a:pt x="639768" y="221576"/>
                </a:lnTo>
                <a:lnTo>
                  <a:pt x="640272" y="220384"/>
                </a:lnTo>
                <a:lnTo>
                  <a:pt x="642121" y="218025"/>
                </a:lnTo>
                <a:lnTo>
                  <a:pt x="644997" y="218214"/>
                </a:lnTo>
                <a:lnTo>
                  <a:pt x="647354" y="219864"/>
                </a:lnTo>
                <a:close/>
                <a:moveTo>
                  <a:pt x="646965" y="226935"/>
                </a:moveTo>
                <a:lnTo>
                  <a:pt x="647444" y="227733"/>
                </a:lnTo>
                <a:lnTo>
                  <a:pt x="646937" y="228504"/>
                </a:lnTo>
                <a:lnTo>
                  <a:pt x="643146" y="229835"/>
                </a:lnTo>
                <a:lnTo>
                  <a:pt x="640755" y="228606"/>
                </a:lnTo>
                <a:lnTo>
                  <a:pt x="639985" y="227728"/>
                </a:lnTo>
                <a:lnTo>
                  <a:pt x="640389" y="227006"/>
                </a:lnTo>
                <a:lnTo>
                  <a:pt x="642192" y="226485"/>
                </a:lnTo>
                <a:lnTo>
                  <a:pt x="645340" y="226454"/>
                </a:lnTo>
                <a:lnTo>
                  <a:pt x="646965" y="226935"/>
                </a:lnTo>
                <a:close/>
                <a:moveTo>
                  <a:pt x="635509" y="229269"/>
                </a:moveTo>
                <a:lnTo>
                  <a:pt x="636657" y="229962"/>
                </a:lnTo>
                <a:lnTo>
                  <a:pt x="638015" y="231342"/>
                </a:lnTo>
                <a:lnTo>
                  <a:pt x="638676" y="232770"/>
                </a:lnTo>
                <a:lnTo>
                  <a:pt x="638585" y="233547"/>
                </a:lnTo>
                <a:lnTo>
                  <a:pt x="637684" y="234340"/>
                </a:lnTo>
                <a:lnTo>
                  <a:pt x="635363" y="234948"/>
                </a:lnTo>
                <a:lnTo>
                  <a:pt x="632842" y="234765"/>
                </a:lnTo>
                <a:lnTo>
                  <a:pt x="631585" y="234148"/>
                </a:lnTo>
                <a:lnTo>
                  <a:pt x="630882" y="233341"/>
                </a:lnTo>
                <a:lnTo>
                  <a:pt x="630648" y="232222"/>
                </a:lnTo>
                <a:lnTo>
                  <a:pt x="630805" y="229701"/>
                </a:lnTo>
                <a:lnTo>
                  <a:pt x="631299" y="228724"/>
                </a:lnTo>
                <a:lnTo>
                  <a:pt x="632816" y="228380"/>
                </a:lnTo>
                <a:lnTo>
                  <a:pt x="635509" y="229269"/>
                </a:lnTo>
                <a:close/>
                <a:moveTo>
                  <a:pt x="655875" y="229905"/>
                </a:moveTo>
                <a:lnTo>
                  <a:pt x="656204" y="232067"/>
                </a:lnTo>
                <a:lnTo>
                  <a:pt x="656031" y="234499"/>
                </a:lnTo>
                <a:lnTo>
                  <a:pt x="655588" y="235645"/>
                </a:lnTo>
                <a:lnTo>
                  <a:pt x="654841" y="236234"/>
                </a:lnTo>
                <a:lnTo>
                  <a:pt x="653375" y="236144"/>
                </a:lnTo>
                <a:lnTo>
                  <a:pt x="649919" y="234294"/>
                </a:lnTo>
                <a:lnTo>
                  <a:pt x="649095" y="233446"/>
                </a:lnTo>
                <a:lnTo>
                  <a:pt x="649048" y="232768"/>
                </a:lnTo>
                <a:lnTo>
                  <a:pt x="649688" y="231461"/>
                </a:lnTo>
                <a:lnTo>
                  <a:pt x="652353" y="229216"/>
                </a:lnTo>
                <a:lnTo>
                  <a:pt x="654523" y="228571"/>
                </a:lnTo>
                <a:lnTo>
                  <a:pt x="655221" y="228935"/>
                </a:lnTo>
                <a:lnTo>
                  <a:pt x="655875" y="229905"/>
                </a:lnTo>
                <a:close/>
                <a:moveTo>
                  <a:pt x="626882" y="229693"/>
                </a:moveTo>
                <a:lnTo>
                  <a:pt x="627512" y="230892"/>
                </a:lnTo>
                <a:lnTo>
                  <a:pt x="627567" y="232371"/>
                </a:lnTo>
                <a:lnTo>
                  <a:pt x="627064" y="233725"/>
                </a:lnTo>
                <a:lnTo>
                  <a:pt x="625963" y="234891"/>
                </a:lnTo>
                <a:lnTo>
                  <a:pt x="615365" y="235284"/>
                </a:lnTo>
                <a:lnTo>
                  <a:pt x="614244" y="235117"/>
                </a:lnTo>
                <a:lnTo>
                  <a:pt x="613340" y="234325"/>
                </a:lnTo>
                <a:lnTo>
                  <a:pt x="614045" y="233293"/>
                </a:lnTo>
                <a:lnTo>
                  <a:pt x="614909" y="232668"/>
                </a:lnTo>
                <a:lnTo>
                  <a:pt x="619866" y="231118"/>
                </a:lnTo>
                <a:lnTo>
                  <a:pt x="623826" y="229392"/>
                </a:lnTo>
                <a:lnTo>
                  <a:pt x="625447" y="229056"/>
                </a:lnTo>
                <a:lnTo>
                  <a:pt x="626882" y="229693"/>
                </a:lnTo>
                <a:close/>
                <a:moveTo>
                  <a:pt x="665068" y="230082"/>
                </a:moveTo>
                <a:lnTo>
                  <a:pt x="675297" y="235425"/>
                </a:lnTo>
                <a:lnTo>
                  <a:pt x="676126" y="236115"/>
                </a:lnTo>
                <a:lnTo>
                  <a:pt x="676194" y="237053"/>
                </a:lnTo>
                <a:lnTo>
                  <a:pt x="675019" y="237641"/>
                </a:lnTo>
                <a:lnTo>
                  <a:pt x="669169" y="237613"/>
                </a:lnTo>
                <a:lnTo>
                  <a:pt x="662968" y="237174"/>
                </a:lnTo>
                <a:lnTo>
                  <a:pt x="660887" y="236486"/>
                </a:lnTo>
                <a:lnTo>
                  <a:pt x="660190" y="235715"/>
                </a:lnTo>
                <a:lnTo>
                  <a:pt x="659602" y="234037"/>
                </a:lnTo>
                <a:lnTo>
                  <a:pt x="659440" y="231360"/>
                </a:lnTo>
                <a:lnTo>
                  <a:pt x="659776" y="229836"/>
                </a:lnTo>
                <a:lnTo>
                  <a:pt x="660304" y="229293"/>
                </a:lnTo>
                <a:lnTo>
                  <a:pt x="661682" y="228955"/>
                </a:lnTo>
                <a:lnTo>
                  <a:pt x="663385" y="229235"/>
                </a:lnTo>
                <a:lnTo>
                  <a:pt x="665068" y="230082"/>
                </a:lnTo>
                <a:close/>
                <a:moveTo>
                  <a:pt x="645657" y="241715"/>
                </a:moveTo>
                <a:lnTo>
                  <a:pt x="646289" y="242638"/>
                </a:lnTo>
                <a:lnTo>
                  <a:pt x="645409" y="243801"/>
                </a:lnTo>
                <a:lnTo>
                  <a:pt x="643943" y="244484"/>
                </a:lnTo>
                <a:lnTo>
                  <a:pt x="643111" y="244389"/>
                </a:lnTo>
                <a:lnTo>
                  <a:pt x="642483" y="243890"/>
                </a:lnTo>
                <a:lnTo>
                  <a:pt x="642086" y="242457"/>
                </a:lnTo>
                <a:lnTo>
                  <a:pt x="642596" y="241727"/>
                </a:lnTo>
                <a:lnTo>
                  <a:pt x="644277" y="241376"/>
                </a:lnTo>
                <a:lnTo>
                  <a:pt x="645657" y="241715"/>
                </a:lnTo>
                <a:close/>
                <a:moveTo>
                  <a:pt x="633954" y="243483"/>
                </a:moveTo>
                <a:lnTo>
                  <a:pt x="637882" y="246058"/>
                </a:lnTo>
                <a:lnTo>
                  <a:pt x="638468" y="247617"/>
                </a:lnTo>
                <a:lnTo>
                  <a:pt x="637769" y="248532"/>
                </a:lnTo>
                <a:lnTo>
                  <a:pt x="633325" y="251141"/>
                </a:lnTo>
                <a:lnTo>
                  <a:pt x="631361" y="251465"/>
                </a:lnTo>
                <a:lnTo>
                  <a:pt x="630586" y="250721"/>
                </a:lnTo>
                <a:lnTo>
                  <a:pt x="630218" y="249187"/>
                </a:lnTo>
                <a:lnTo>
                  <a:pt x="630667" y="244085"/>
                </a:lnTo>
                <a:lnTo>
                  <a:pt x="631583" y="242924"/>
                </a:lnTo>
                <a:lnTo>
                  <a:pt x="632576" y="242929"/>
                </a:lnTo>
                <a:lnTo>
                  <a:pt x="633954" y="243483"/>
                </a:lnTo>
                <a:close/>
                <a:moveTo>
                  <a:pt x="656759" y="243978"/>
                </a:moveTo>
                <a:lnTo>
                  <a:pt x="657773" y="245527"/>
                </a:lnTo>
                <a:lnTo>
                  <a:pt x="658269" y="247349"/>
                </a:lnTo>
                <a:lnTo>
                  <a:pt x="658043" y="249818"/>
                </a:lnTo>
                <a:lnTo>
                  <a:pt x="657246" y="250772"/>
                </a:lnTo>
                <a:lnTo>
                  <a:pt x="656260" y="250848"/>
                </a:lnTo>
                <a:lnTo>
                  <a:pt x="654258" y="250114"/>
                </a:lnTo>
                <a:lnTo>
                  <a:pt x="651204" y="248568"/>
                </a:lnTo>
                <a:lnTo>
                  <a:pt x="650053" y="247651"/>
                </a:lnTo>
                <a:lnTo>
                  <a:pt x="649965" y="246719"/>
                </a:lnTo>
                <a:lnTo>
                  <a:pt x="650595" y="245591"/>
                </a:lnTo>
                <a:lnTo>
                  <a:pt x="653025" y="243620"/>
                </a:lnTo>
                <a:lnTo>
                  <a:pt x="655062" y="243127"/>
                </a:lnTo>
                <a:lnTo>
                  <a:pt x="656759" y="243978"/>
                </a:lnTo>
                <a:close/>
                <a:moveTo>
                  <a:pt x="646824" y="251120"/>
                </a:moveTo>
                <a:lnTo>
                  <a:pt x="652474" y="254584"/>
                </a:lnTo>
                <a:lnTo>
                  <a:pt x="653541" y="255575"/>
                </a:lnTo>
                <a:lnTo>
                  <a:pt x="653708" y="256201"/>
                </a:lnTo>
                <a:lnTo>
                  <a:pt x="653236" y="257329"/>
                </a:lnTo>
                <a:lnTo>
                  <a:pt x="651916" y="258658"/>
                </a:lnTo>
                <a:lnTo>
                  <a:pt x="647273" y="262101"/>
                </a:lnTo>
                <a:lnTo>
                  <a:pt x="645442" y="263039"/>
                </a:lnTo>
                <a:lnTo>
                  <a:pt x="643482" y="263476"/>
                </a:lnTo>
                <a:lnTo>
                  <a:pt x="641372" y="262873"/>
                </a:lnTo>
                <a:lnTo>
                  <a:pt x="636048" y="259148"/>
                </a:lnTo>
                <a:lnTo>
                  <a:pt x="633472" y="256282"/>
                </a:lnTo>
                <a:lnTo>
                  <a:pt x="633468" y="255576"/>
                </a:lnTo>
                <a:lnTo>
                  <a:pt x="634347" y="254647"/>
                </a:lnTo>
                <a:lnTo>
                  <a:pt x="642673" y="250098"/>
                </a:lnTo>
                <a:lnTo>
                  <a:pt x="643872" y="249929"/>
                </a:lnTo>
                <a:lnTo>
                  <a:pt x="646824" y="251120"/>
                </a:lnTo>
                <a:close/>
                <a:moveTo>
                  <a:pt x="631938" y="260489"/>
                </a:moveTo>
                <a:lnTo>
                  <a:pt x="637506" y="264469"/>
                </a:lnTo>
                <a:lnTo>
                  <a:pt x="638694" y="266197"/>
                </a:lnTo>
                <a:lnTo>
                  <a:pt x="638797" y="267278"/>
                </a:lnTo>
                <a:lnTo>
                  <a:pt x="630153" y="273607"/>
                </a:lnTo>
                <a:lnTo>
                  <a:pt x="626705" y="274950"/>
                </a:lnTo>
                <a:lnTo>
                  <a:pt x="625702" y="273644"/>
                </a:lnTo>
                <a:lnTo>
                  <a:pt x="625512" y="272710"/>
                </a:lnTo>
                <a:lnTo>
                  <a:pt x="627072" y="267335"/>
                </a:lnTo>
                <a:lnTo>
                  <a:pt x="628128" y="261315"/>
                </a:lnTo>
                <a:lnTo>
                  <a:pt x="629110" y="260194"/>
                </a:lnTo>
                <a:lnTo>
                  <a:pt x="630350" y="260121"/>
                </a:lnTo>
                <a:lnTo>
                  <a:pt x="631938" y="260489"/>
                </a:lnTo>
                <a:close/>
                <a:moveTo>
                  <a:pt x="658456" y="260737"/>
                </a:moveTo>
                <a:lnTo>
                  <a:pt x="659922" y="263988"/>
                </a:lnTo>
                <a:lnTo>
                  <a:pt x="661208" y="269928"/>
                </a:lnTo>
                <a:lnTo>
                  <a:pt x="661436" y="273914"/>
                </a:lnTo>
                <a:lnTo>
                  <a:pt x="661232" y="274646"/>
                </a:lnTo>
                <a:lnTo>
                  <a:pt x="660388" y="275246"/>
                </a:lnTo>
                <a:lnTo>
                  <a:pt x="658947" y="274730"/>
                </a:lnTo>
                <a:lnTo>
                  <a:pt x="650814" y="269071"/>
                </a:lnTo>
                <a:lnTo>
                  <a:pt x="648804" y="267172"/>
                </a:lnTo>
                <a:lnTo>
                  <a:pt x="650835" y="264710"/>
                </a:lnTo>
                <a:lnTo>
                  <a:pt x="656191" y="260397"/>
                </a:lnTo>
                <a:lnTo>
                  <a:pt x="657371" y="260143"/>
                </a:lnTo>
                <a:lnTo>
                  <a:pt x="658456" y="260737"/>
                </a:lnTo>
                <a:close/>
                <a:moveTo>
                  <a:pt x="647319" y="271026"/>
                </a:moveTo>
                <a:lnTo>
                  <a:pt x="654829" y="276216"/>
                </a:lnTo>
                <a:lnTo>
                  <a:pt x="657783" y="277657"/>
                </a:lnTo>
                <a:lnTo>
                  <a:pt x="658196" y="278291"/>
                </a:lnTo>
                <a:lnTo>
                  <a:pt x="658286" y="279642"/>
                </a:lnTo>
                <a:lnTo>
                  <a:pt x="657873" y="280714"/>
                </a:lnTo>
                <a:lnTo>
                  <a:pt x="656848" y="281633"/>
                </a:lnTo>
                <a:lnTo>
                  <a:pt x="653567" y="283545"/>
                </a:lnTo>
                <a:lnTo>
                  <a:pt x="647252" y="288020"/>
                </a:lnTo>
                <a:lnTo>
                  <a:pt x="645065" y="288472"/>
                </a:lnTo>
                <a:lnTo>
                  <a:pt x="643100" y="287673"/>
                </a:lnTo>
                <a:lnTo>
                  <a:pt x="634893" y="281982"/>
                </a:lnTo>
                <a:lnTo>
                  <a:pt x="633020" y="280006"/>
                </a:lnTo>
                <a:lnTo>
                  <a:pt x="632802" y="278832"/>
                </a:lnTo>
                <a:lnTo>
                  <a:pt x="634000" y="277126"/>
                </a:lnTo>
                <a:lnTo>
                  <a:pt x="642890" y="270610"/>
                </a:lnTo>
                <a:lnTo>
                  <a:pt x="644667" y="270000"/>
                </a:lnTo>
                <a:lnTo>
                  <a:pt x="647319" y="271026"/>
                </a:lnTo>
                <a:close/>
                <a:moveTo>
                  <a:pt x="628014" y="283719"/>
                </a:moveTo>
                <a:lnTo>
                  <a:pt x="636826" y="289981"/>
                </a:lnTo>
                <a:lnTo>
                  <a:pt x="638550" y="291586"/>
                </a:lnTo>
                <a:lnTo>
                  <a:pt x="638933" y="292749"/>
                </a:lnTo>
                <a:lnTo>
                  <a:pt x="637454" y="294291"/>
                </a:lnTo>
                <a:lnTo>
                  <a:pt x="625248" y="302389"/>
                </a:lnTo>
                <a:lnTo>
                  <a:pt x="622890" y="303214"/>
                </a:lnTo>
                <a:lnTo>
                  <a:pt x="622050" y="302437"/>
                </a:lnTo>
                <a:lnTo>
                  <a:pt x="621760" y="299156"/>
                </a:lnTo>
                <a:lnTo>
                  <a:pt x="622738" y="290738"/>
                </a:lnTo>
                <a:lnTo>
                  <a:pt x="623666" y="286287"/>
                </a:lnTo>
                <a:lnTo>
                  <a:pt x="624765" y="283787"/>
                </a:lnTo>
                <a:lnTo>
                  <a:pt x="625730" y="282933"/>
                </a:lnTo>
                <a:lnTo>
                  <a:pt x="626723" y="282834"/>
                </a:lnTo>
                <a:lnTo>
                  <a:pt x="628014" y="283719"/>
                </a:lnTo>
                <a:close/>
                <a:moveTo>
                  <a:pt x="663229" y="283931"/>
                </a:moveTo>
                <a:lnTo>
                  <a:pt x="663768" y="285317"/>
                </a:lnTo>
                <a:lnTo>
                  <a:pt x="664762" y="294635"/>
                </a:lnTo>
                <a:lnTo>
                  <a:pt x="665952" y="300372"/>
                </a:lnTo>
                <a:lnTo>
                  <a:pt x="665566" y="301734"/>
                </a:lnTo>
                <a:lnTo>
                  <a:pt x="664554" y="302189"/>
                </a:lnTo>
                <a:lnTo>
                  <a:pt x="662263" y="301498"/>
                </a:lnTo>
                <a:lnTo>
                  <a:pt x="651731" y="293967"/>
                </a:lnTo>
                <a:lnTo>
                  <a:pt x="650542" y="292852"/>
                </a:lnTo>
                <a:lnTo>
                  <a:pt x="650317" y="292201"/>
                </a:lnTo>
                <a:lnTo>
                  <a:pt x="650651" y="290918"/>
                </a:lnTo>
                <a:lnTo>
                  <a:pt x="651777" y="289555"/>
                </a:lnTo>
                <a:lnTo>
                  <a:pt x="657497" y="285770"/>
                </a:lnTo>
                <a:lnTo>
                  <a:pt x="660292" y="283364"/>
                </a:lnTo>
                <a:lnTo>
                  <a:pt x="661638" y="283224"/>
                </a:lnTo>
                <a:lnTo>
                  <a:pt x="663229" y="283931"/>
                </a:lnTo>
                <a:close/>
                <a:moveTo>
                  <a:pt x="646505" y="296448"/>
                </a:moveTo>
                <a:lnTo>
                  <a:pt x="661171" y="306410"/>
                </a:lnTo>
                <a:lnTo>
                  <a:pt x="661333" y="306960"/>
                </a:lnTo>
                <a:lnTo>
                  <a:pt x="660873" y="307820"/>
                </a:lnTo>
                <a:lnTo>
                  <a:pt x="657946" y="310207"/>
                </a:lnTo>
                <a:lnTo>
                  <a:pt x="645722" y="315956"/>
                </a:lnTo>
                <a:lnTo>
                  <a:pt x="642888" y="316355"/>
                </a:lnTo>
                <a:lnTo>
                  <a:pt x="640740" y="315719"/>
                </a:lnTo>
                <a:lnTo>
                  <a:pt x="631102" y="310611"/>
                </a:lnTo>
                <a:lnTo>
                  <a:pt x="629183" y="309365"/>
                </a:lnTo>
                <a:lnTo>
                  <a:pt x="627486" y="307758"/>
                </a:lnTo>
                <a:lnTo>
                  <a:pt x="627270" y="306971"/>
                </a:lnTo>
                <a:lnTo>
                  <a:pt x="628217" y="305906"/>
                </a:lnTo>
                <a:lnTo>
                  <a:pt x="641289" y="296704"/>
                </a:lnTo>
                <a:lnTo>
                  <a:pt x="643897" y="295731"/>
                </a:lnTo>
                <a:lnTo>
                  <a:pt x="646505" y="296448"/>
                </a:lnTo>
                <a:close/>
                <a:moveTo>
                  <a:pt x="666518" y="311227"/>
                </a:moveTo>
                <a:lnTo>
                  <a:pt x="667084" y="313011"/>
                </a:lnTo>
                <a:lnTo>
                  <a:pt x="668135" y="320919"/>
                </a:lnTo>
                <a:lnTo>
                  <a:pt x="669273" y="326043"/>
                </a:lnTo>
                <a:lnTo>
                  <a:pt x="669071" y="328141"/>
                </a:lnTo>
                <a:lnTo>
                  <a:pt x="668231" y="329312"/>
                </a:lnTo>
                <a:lnTo>
                  <a:pt x="667020" y="329215"/>
                </a:lnTo>
                <a:lnTo>
                  <a:pt x="664785" y="328247"/>
                </a:lnTo>
                <a:lnTo>
                  <a:pt x="652001" y="321732"/>
                </a:lnTo>
                <a:lnTo>
                  <a:pt x="650593" y="320680"/>
                </a:lnTo>
                <a:lnTo>
                  <a:pt x="650241" y="318906"/>
                </a:lnTo>
                <a:lnTo>
                  <a:pt x="650626" y="317972"/>
                </a:lnTo>
                <a:lnTo>
                  <a:pt x="651195" y="317489"/>
                </a:lnTo>
                <a:lnTo>
                  <a:pt x="654822" y="316096"/>
                </a:lnTo>
                <a:lnTo>
                  <a:pt x="660864" y="312985"/>
                </a:lnTo>
                <a:lnTo>
                  <a:pt x="663977" y="311003"/>
                </a:lnTo>
                <a:lnTo>
                  <a:pt x="665474" y="310736"/>
                </a:lnTo>
                <a:lnTo>
                  <a:pt x="666518" y="311227"/>
                </a:lnTo>
                <a:close/>
                <a:moveTo>
                  <a:pt x="625114" y="312288"/>
                </a:moveTo>
                <a:lnTo>
                  <a:pt x="634683" y="317610"/>
                </a:lnTo>
                <a:lnTo>
                  <a:pt x="635575" y="318551"/>
                </a:lnTo>
                <a:lnTo>
                  <a:pt x="635586" y="319656"/>
                </a:lnTo>
                <a:lnTo>
                  <a:pt x="634882" y="320782"/>
                </a:lnTo>
                <a:lnTo>
                  <a:pt x="633509" y="321698"/>
                </a:lnTo>
                <a:lnTo>
                  <a:pt x="629259" y="323274"/>
                </a:lnTo>
                <a:lnTo>
                  <a:pt x="621297" y="327321"/>
                </a:lnTo>
                <a:lnTo>
                  <a:pt x="619492" y="327513"/>
                </a:lnTo>
                <a:lnTo>
                  <a:pt x="618747" y="326683"/>
                </a:lnTo>
                <a:lnTo>
                  <a:pt x="618609" y="325688"/>
                </a:lnTo>
                <a:lnTo>
                  <a:pt x="619280" y="317291"/>
                </a:lnTo>
                <a:lnTo>
                  <a:pt x="620164" y="311545"/>
                </a:lnTo>
                <a:lnTo>
                  <a:pt x="620798" y="311123"/>
                </a:lnTo>
                <a:lnTo>
                  <a:pt x="622188" y="311041"/>
                </a:lnTo>
                <a:lnTo>
                  <a:pt x="625114" y="312288"/>
                </a:lnTo>
                <a:close/>
                <a:moveTo>
                  <a:pt x="645798" y="323708"/>
                </a:moveTo>
                <a:lnTo>
                  <a:pt x="660552" y="331818"/>
                </a:lnTo>
                <a:lnTo>
                  <a:pt x="661537" y="332689"/>
                </a:lnTo>
                <a:lnTo>
                  <a:pt x="661875" y="334238"/>
                </a:lnTo>
                <a:lnTo>
                  <a:pt x="661668" y="335209"/>
                </a:lnTo>
                <a:lnTo>
                  <a:pt x="660869" y="336070"/>
                </a:lnTo>
                <a:lnTo>
                  <a:pt x="645957" y="347138"/>
                </a:lnTo>
                <a:lnTo>
                  <a:pt x="644578" y="347914"/>
                </a:lnTo>
                <a:lnTo>
                  <a:pt x="643253" y="348012"/>
                </a:lnTo>
                <a:lnTo>
                  <a:pt x="640765" y="346765"/>
                </a:lnTo>
                <a:lnTo>
                  <a:pt x="628502" y="337290"/>
                </a:lnTo>
                <a:lnTo>
                  <a:pt x="624867" y="334187"/>
                </a:lnTo>
                <a:lnTo>
                  <a:pt x="623752" y="332487"/>
                </a:lnTo>
                <a:lnTo>
                  <a:pt x="624018" y="331734"/>
                </a:lnTo>
                <a:lnTo>
                  <a:pt x="625018" y="331050"/>
                </a:lnTo>
                <a:lnTo>
                  <a:pt x="637703" y="324674"/>
                </a:lnTo>
                <a:lnTo>
                  <a:pt x="640690" y="322844"/>
                </a:lnTo>
                <a:lnTo>
                  <a:pt x="643159" y="322556"/>
                </a:lnTo>
                <a:lnTo>
                  <a:pt x="645798" y="323708"/>
                </a:lnTo>
                <a:close/>
                <a:moveTo>
                  <a:pt x="622286" y="339018"/>
                </a:moveTo>
                <a:lnTo>
                  <a:pt x="636024" y="349172"/>
                </a:lnTo>
                <a:lnTo>
                  <a:pt x="637653" y="350692"/>
                </a:lnTo>
                <a:lnTo>
                  <a:pt x="638196" y="351852"/>
                </a:lnTo>
                <a:lnTo>
                  <a:pt x="637508" y="352949"/>
                </a:lnTo>
                <a:lnTo>
                  <a:pt x="635204" y="354996"/>
                </a:lnTo>
                <a:lnTo>
                  <a:pt x="631271" y="357576"/>
                </a:lnTo>
                <a:lnTo>
                  <a:pt x="615419" y="369363"/>
                </a:lnTo>
                <a:lnTo>
                  <a:pt x="614312" y="369566"/>
                </a:lnTo>
                <a:lnTo>
                  <a:pt x="613342" y="368927"/>
                </a:lnTo>
                <a:lnTo>
                  <a:pt x="613222" y="366682"/>
                </a:lnTo>
                <a:lnTo>
                  <a:pt x="616621" y="339010"/>
                </a:lnTo>
                <a:lnTo>
                  <a:pt x="617243" y="337271"/>
                </a:lnTo>
                <a:lnTo>
                  <a:pt x="618279" y="336753"/>
                </a:lnTo>
                <a:lnTo>
                  <a:pt x="619902" y="337365"/>
                </a:lnTo>
                <a:lnTo>
                  <a:pt x="622286" y="339018"/>
                </a:lnTo>
                <a:close/>
                <a:moveTo>
                  <a:pt x="669912" y="339407"/>
                </a:moveTo>
                <a:lnTo>
                  <a:pt x="670559" y="342406"/>
                </a:lnTo>
                <a:lnTo>
                  <a:pt x="672258" y="357255"/>
                </a:lnTo>
                <a:lnTo>
                  <a:pt x="673005" y="367463"/>
                </a:lnTo>
                <a:lnTo>
                  <a:pt x="672914" y="369119"/>
                </a:lnTo>
                <a:lnTo>
                  <a:pt x="672382" y="369999"/>
                </a:lnTo>
                <a:lnTo>
                  <a:pt x="671955" y="370144"/>
                </a:lnTo>
                <a:lnTo>
                  <a:pt x="670046" y="369379"/>
                </a:lnTo>
                <a:lnTo>
                  <a:pt x="652895" y="355953"/>
                </a:lnTo>
                <a:lnTo>
                  <a:pt x="650151" y="353488"/>
                </a:lnTo>
                <a:lnTo>
                  <a:pt x="649157" y="351994"/>
                </a:lnTo>
                <a:lnTo>
                  <a:pt x="650425" y="350553"/>
                </a:lnTo>
                <a:lnTo>
                  <a:pt x="654431" y="347483"/>
                </a:lnTo>
                <a:lnTo>
                  <a:pt x="666422" y="339081"/>
                </a:lnTo>
                <a:lnTo>
                  <a:pt x="668851" y="338134"/>
                </a:lnTo>
                <a:lnTo>
                  <a:pt x="669912" y="339407"/>
                </a:lnTo>
                <a:close/>
                <a:moveTo>
                  <a:pt x="218154" y="109338"/>
                </a:moveTo>
                <a:lnTo>
                  <a:pt x="215771" y="110565"/>
                </a:lnTo>
                <a:lnTo>
                  <a:pt x="213296" y="112785"/>
                </a:lnTo>
                <a:lnTo>
                  <a:pt x="209893" y="113900"/>
                </a:lnTo>
                <a:lnTo>
                  <a:pt x="207714" y="115231"/>
                </a:lnTo>
                <a:lnTo>
                  <a:pt x="201000" y="123966"/>
                </a:lnTo>
                <a:lnTo>
                  <a:pt x="200255" y="125341"/>
                </a:lnTo>
                <a:lnTo>
                  <a:pt x="200140" y="126676"/>
                </a:lnTo>
                <a:lnTo>
                  <a:pt x="202792" y="135825"/>
                </a:lnTo>
                <a:lnTo>
                  <a:pt x="202748" y="137327"/>
                </a:lnTo>
                <a:lnTo>
                  <a:pt x="197147" y="144107"/>
                </a:lnTo>
                <a:lnTo>
                  <a:pt x="193994" y="150273"/>
                </a:lnTo>
                <a:lnTo>
                  <a:pt x="193009" y="150966"/>
                </a:lnTo>
                <a:lnTo>
                  <a:pt x="190302" y="151120"/>
                </a:lnTo>
                <a:lnTo>
                  <a:pt x="187945" y="152493"/>
                </a:lnTo>
                <a:lnTo>
                  <a:pt x="184109" y="156809"/>
                </a:lnTo>
                <a:lnTo>
                  <a:pt x="182912" y="159663"/>
                </a:lnTo>
                <a:lnTo>
                  <a:pt x="182866" y="161054"/>
                </a:lnTo>
                <a:lnTo>
                  <a:pt x="183774" y="163496"/>
                </a:lnTo>
                <a:lnTo>
                  <a:pt x="188024" y="170782"/>
                </a:lnTo>
                <a:lnTo>
                  <a:pt x="187701" y="171547"/>
                </a:lnTo>
                <a:lnTo>
                  <a:pt x="185439" y="173396"/>
                </a:lnTo>
                <a:lnTo>
                  <a:pt x="184507" y="174859"/>
                </a:lnTo>
                <a:lnTo>
                  <a:pt x="184367" y="176484"/>
                </a:lnTo>
                <a:lnTo>
                  <a:pt x="185205" y="179986"/>
                </a:lnTo>
                <a:lnTo>
                  <a:pt x="183846" y="184199"/>
                </a:lnTo>
                <a:lnTo>
                  <a:pt x="183792" y="186657"/>
                </a:lnTo>
                <a:lnTo>
                  <a:pt x="186509" y="191693"/>
                </a:lnTo>
                <a:lnTo>
                  <a:pt x="189511" y="196006"/>
                </a:lnTo>
                <a:lnTo>
                  <a:pt x="190066" y="197810"/>
                </a:lnTo>
                <a:lnTo>
                  <a:pt x="190456" y="202132"/>
                </a:lnTo>
                <a:lnTo>
                  <a:pt x="192215" y="206437"/>
                </a:lnTo>
                <a:lnTo>
                  <a:pt x="192823" y="209620"/>
                </a:lnTo>
                <a:lnTo>
                  <a:pt x="193514" y="210746"/>
                </a:lnTo>
                <a:lnTo>
                  <a:pt x="194365" y="211129"/>
                </a:lnTo>
                <a:lnTo>
                  <a:pt x="197230" y="211284"/>
                </a:lnTo>
                <a:lnTo>
                  <a:pt x="199467" y="210640"/>
                </a:lnTo>
                <a:lnTo>
                  <a:pt x="200405" y="209429"/>
                </a:lnTo>
                <a:lnTo>
                  <a:pt x="200953" y="206853"/>
                </a:lnTo>
                <a:lnTo>
                  <a:pt x="200307" y="203531"/>
                </a:lnTo>
                <a:lnTo>
                  <a:pt x="198084" y="199472"/>
                </a:lnTo>
                <a:lnTo>
                  <a:pt x="197188" y="194735"/>
                </a:lnTo>
                <a:lnTo>
                  <a:pt x="195887" y="191097"/>
                </a:lnTo>
                <a:lnTo>
                  <a:pt x="194186" y="187869"/>
                </a:lnTo>
                <a:lnTo>
                  <a:pt x="191989" y="185037"/>
                </a:lnTo>
                <a:lnTo>
                  <a:pt x="192661" y="178319"/>
                </a:lnTo>
                <a:lnTo>
                  <a:pt x="196541" y="172146"/>
                </a:lnTo>
                <a:lnTo>
                  <a:pt x="197951" y="168415"/>
                </a:lnTo>
                <a:lnTo>
                  <a:pt x="197959" y="165438"/>
                </a:lnTo>
                <a:lnTo>
                  <a:pt x="196197" y="162550"/>
                </a:lnTo>
                <a:lnTo>
                  <a:pt x="200736" y="160288"/>
                </a:lnTo>
                <a:lnTo>
                  <a:pt x="202984" y="158201"/>
                </a:lnTo>
                <a:lnTo>
                  <a:pt x="203223" y="156255"/>
                </a:lnTo>
                <a:lnTo>
                  <a:pt x="201783" y="152297"/>
                </a:lnTo>
                <a:lnTo>
                  <a:pt x="203536" y="148223"/>
                </a:lnTo>
                <a:lnTo>
                  <a:pt x="208415" y="142628"/>
                </a:lnTo>
                <a:lnTo>
                  <a:pt x="210155" y="139361"/>
                </a:lnTo>
                <a:lnTo>
                  <a:pt x="210478" y="137727"/>
                </a:lnTo>
                <a:lnTo>
                  <a:pt x="210417" y="135377"/>
                </a:lnTo>
                <a:lnTo>
                  <a:pt x="209277" y="131861"/>
                </a:lnTo>
                <a:lnTo>
                  <a:pt x="208890" y="128943"/>
                </a:lnTo>
                <a:lnTo>
                  <a:pt x="209031" y="127052"/>
                </a:lnTo>
                <a:lnTo>
                  <a:pt x="209500" y="125792"/>
                </a:lnTo>
                <a:lnTo>
                  <a:pt x="210786" y="123759"/>
                </a:lnTo>
                <a:lnTo>
                  <a:pt x="212349" y="122098"/>
                </a:lnTo>
                <a:lnTo>
                  <a:pt x="216443" y="120069"/>
                </a:lnTo>
                <a:lnTo>
                  <a:pt x="218755" y="118318"/>
                </a:lnTo>
                <a:lnTo>
                  <a:pt x="221472" y="115391"/>
                </a:lnTo>
                <a:lnTo>
                  <a:pt x="222815" y="113191"/>
                </a:lnTo>
                <a:lnTo>
                  <a:pt x="223088" y="111866"/>
                </a:lnTo>
                <a:lnTo>
                  <a:pt x="222962" y="110469"/>
                </a:lnTo>
                <a:lnTo>
                  <a:pt x="222099" y="108691"/>
                </a:lnTo>
                <a:lnTo>
                  <a:pt x="220680" y="108555"/>
                </a:lnTo>
                <a:lnTo>
                  <a:pt x="218154" y="109338"/>
                </a:lnTo>
                <a:close/>
                <a:moveTo>
                  <a:pt x="526185" y="209186"/>
                </a:moveTo>
                <a:lnTo>
                  <a:pt x="525160" y="210105"/>
                </a:lnTo>
                <a:lnTo>
                  <a:pt x="525610" y="212058"/>
                </a:lnTo>
                <a:lnTo>
                  <a:pt x="527401" y="214641"/>
                </a:lnTo>
                <a:lnTo>
                  <a:pt x="528859" y="215064"/>
                </a:lnTo>
                <a:lnTo>
                  <a:pt x="533445" y="215133"/>
                </a:lnTo>
                <a:lnTo>
                  <a:pt x="536044" y="214663"/>
                </a:lnTo>
                <a:lnTo>
                  <a:pt x="538548" y="212524"/>
                </a:lnTo>
                <a:lnTo>
                  <a:pt x="539550" y="210707"/>
                </a:lnTo>
                <a:lnTo>
                  <a:pt x="539215" y="209741"/>
                </a:lnTo>
                <a:lnTo>
                  <a:pt x="537698" y="208952"/>
                </a:lnTo>
                <a:lnTo>
                  <a:pt x="535580" y="209069"/>
                </a:lnTo>
                <a:lnTo>
                  <a:pt x="532333" y="210539"/>
                </a:lnTo>
                <a:lnTo>
                  <a:pt x="528099" y="208975"/>
                </a:lnTo>
                <a:lnTo>
                  <a:pt x="526185" y="209186"/>
                </a:lnTo>
                <a:close/>
                <a:moveTo>
                  <a:pt x="7496" y="216576"/>
                </a:moveTo>
                <a:lnTo>
                  <a:pt x="5086" y="216887"/>
                </a:lnTo>
                <a:lnTo>
                  <a:pt x="3643" y="217809"/>
                </a:lnTo>
                <a:lnTo>
                  <a:pt x="3213" y="218733"/>
                </a:lnTo>
                <a:lnTo>
                  <a:pt x="2792" y="221971"/>
                </a:lnTo>
                <a:lnTo>
                  <a:pt x="3005" y="241679"/>
                </a:lnTo>
                <a:lnTo>
                  <a:pt x="4605" y="242948"/>
                </a:lnTo>
                <a:lnTo>
                  <a:pt x="6395" y="243279"/>
                </a:lnTo>
                <a:lnTo>
                  <a:pt x="8291" y="243095"/>
                </a:lnTo>
                <a:lnTo>
                  <a:pt x="10254" y="242068"/>
                </a:lnTo>
                <a:lnTo>
                  <a:pt x="10254" y="224460"/>
                </a:lnTo>
                <a:lnTo>
                  <a:pt x="11597" y="222799"/>
                </a:lnTo>
                <a:lnTo>
                  <a:pt x="17898" y="222464"/>
                </a:lnTo>
                <a:lnTo>
                  <a:pt x="19540" y="222124"/>
                </a:lnTo>
                <a:lnTo>
                  <a:pt x="20730" y="221130"/>
                </a:lnTo>
                <a:lnTo>
                  <a:pt x="21425" y="219624"/>
                </a:lnTo>
                <a:lnTo>
                  <a:pt x="21070" y="218225"/>
                </a:lnTo>
                <a:lnTo>
                  <a:pt x="19179" y="216882"/>
                </a:lnTo>
                <a:lnTo>
                  <a:pt x="13592" y="216373"/>
                </a:lnTo>
                <a:lnTo>
                  <a:pt x="7496" y="216576"/>
                </a:lnTo>
                <a:close/>
                <a:moveTo>
                  <a:pt x="37938" y="216647"/>
                </a:moveTo>
                <a:lnTo>
                  <a:pt x="36917" y="217410"/>
                </a:lnTo>
                <a:lnTo>
                  <a:pt x="35923" y="218839"/>
                </a:lnTo>
                <a:lnTo>
                  <a:pt x="36064" y="241892"/>
                </a:lnTo>
                <a:lnTo>
                  <a:pt x="37713" y="243153"/>
                </a:lnTo>
                <a:lnTo>
                  <a:pt x="39619" y="243451"/>
                </a:lnTo>
                <a:lnTo>
                  <a:pt x="42959" y="242245"/>
                </a:lnTo>
                <a:lnTo>
                  <a:pt x="43312" y="235598"/>
                </a:lnTo>
                <a:lnTo>
                  <a:pt x="45222" y="234508"/>
                </a:lnTo>
                <a:lnTo>
                  <a:pt x="49472" y="233669"/>
                </a:lnTo>
                <a:lnTo>
                  <a:pt x="52090" y="232791"/>
                </a:lnTo>
                <a:lnTo>
                  <a:pt x="55228" y="230860"/>
                </a:lnTo>
                <a:lnTo>
                  <a:pt x="56506" y="228526"/>
                </a:lnTo>
                <a:lnTo>
                  <a:pt x="56825" y="227125"/>
                </a:lnTo>
                <a:lnTo>
                  <a:pt x="56859" y="224138"/>
                </a:lnTo>
                <a:lnTo>
                  <a:pt x="56133" y="221283"/>
                </a:lnTo>
                <a:lnTo>
                  <a:pt x="55503" y="220046"/>
                </a:lnTo>
                <a:lnTo>
                  <a:pt x="54704" y="219012"/>
                </a:lnTo>
                <a:lnTo>
                  <a:pt x="52768" y="217815"/>
                </a:lnTo>
                <a:lnTo>
                  <a:pt x="49719" y="217074"/>
                </a:lnTo>
                <a:lnTo>
                  <a:pt x="43888" y="216377"/>
                </a:lnTo>
                <a:lnTo>
                  <a:pt x="40322" y="216306"/>
                </a:lnTo>
                <a:lnTo>
                  <a:pt x="37938" y="216647"/>
                </a:lnTo>
                <a:close/>
                <a:moveTo>
                  <a:pt x="48439" y="222975"/>
                </a:moveTo>
                <a:lnTo>
                  <a:pt x="49785" y="223995"/>
                </a:lnTo>
                <a:lnTo>
                  <a:pt x="50086" y="224881"/>
                </a:lnTo>
                <a:lnTo>
                  <a:pt x="49818" y="225945"/>
                </a:lnTo>
                <a:lnTo>
                  <a:pt x="48553" y="227469"/>
                </a:lnTo>
                <a:lnTo>
                  <a:pt x="47720" y="227916"/>
                </a:lnTo>
                <a:lnTo>
                  <a:pt x="45920" y="228195"/>
                </a:lnTo>
                <a:lnTo>
                  <a:pt x="44298" y="227681"/>
                </a:lnTo>
                <a:lnTo>
                  <a:pt x="43688" y="227136"/>
                </a:lnTo>
                <a:lnTo>
                  <a:pt x="43283" y="226403"/>
                </a:lnTo>
                <a:lnTo>
                  <a:pt x="43207" y="224689"/>
                </a:lnTo>
                <a:lnTo>
                  <a:pt x="44178" y="222963"/>
                </a:lnTo>
                <a:lnTo>
                  <a:pt x="46031" y="222344"/>
                </a:lnTo>
                <a:lnTo>
                  <a:pt x="48439" y="222975"/>
                </a:lnTo>
                <a:close/>
                <a:moveTo>
                  <a:pt x="72129" y="216470"/>
                </a:moveTo>
                <a:lnTo>
                  <a:pt x="71016" y="217454"/>
                </a:lnTo>
                <a:lnTo>
                  <a:pt x="70745" y="218441"/>
                </a:lnTo>
                <a:lnTo>
                  <a:pt x="70860" y="219589"/>
                </a:lnTo>
                <a:lnTo>
                  <a:pt x="76556" y="230977"/>
                </a:lnTo>
                <a:lnTo>
                  <a:pt x="78493" y="235739"/>
                </a:lnTo>
                <a:lnTo>
                  <a:pt x="78206" y="236720"/>
                </a:lnTo>
                <a:lnTo>
                  <a:pt x="77416" y="237437"/>
                </a:lnTo>
                <a:lnTo>
                  <a:pt x="74850" y="237951"/>
                </a:lnTo>
                <a:lnTo>
                  <a:pt x="73843" y="238599"/>
                </a:lnTo>
                <a:lnTo>
                  <a:pt x="73295" y="239772"/>
                </a:lnTo>
                <a:lnTo>
                  <a:pt x="73256" y="241662"/>
                </a:lnTo>
                <a:lnTo>
                  <a:pt x="73775" y="242962"/>
                </a:lnTo>
                <a:lnTo>
                  <a:pt x="74789" y="243765"/>
                </a:lnTo>
                <a:lnTo>
                  <a:pt x="76270" y="244060"/>
                </a:lnTo>
                <a:lnTo>
                  <a:pt x="78190" y="243832"/>
                </a:lnTo>
                <a:lnTo>
                  <a:pt x="81488" y="242485"/>
                </a:lnTo>
                <a:lnTo>
                  <a:pt x="83204" y="241023"/>
                </a:lnTo>
                <a:lnTo>
                  <a:pt x="84094" y="239796"/>
                </a:lnTo>
                <a:lnTo>
                  <a:pt x="92380" y="221258"/>
                </a:lnTo>
                <a:lnTo>
                  <a:pt x="92907" y="219477"/>
                </a:lnTo>
                <a:lnTo>
                  <a:pt x="92861" y="217999"/>
                </a:lnTo>
                <a:lnTo>
                  <a:pt x="92268" y="216920"/>
                </a:lnTo>
                <a:lnTo>
                  <a:pt x="91153" y="216335"/>
                </a:lnTo>
                <a:lnTo>
                  <a:pt x="89775" y="216318"/>
                </a:lnTo>
                <a:lnTo>
                  <a:pt x="88580" y="216807"/>
                </a:lnTo>
                <a:lnTo>
                  <a:pt x="87465" y="217813"/>
                </a:lnTo>
                <a:lnTo>
                  <a:pt x="86409" y="219362"/>
                </a:lnTo>
                <a:lnTo>
                  <a:pt x="84009" y="224781"/>
                </a:lnTo>
                <a:lnTo>
                  <a:pt x="83178" y="225673"/>
                </a:lnTo>
                <a:lnTo>
                  <a:pt x="82740" y="225685"/>
                </a:lnTo>
                <a:lnTo>
                  <a:pt x="81137" y="223925"/>
                </a:lnTo>
                <a:lnTo>
                  <a:pt x="77550" y="217807"/>
                </a:lnTo>
                <a:lnTo>
                  <a:pt x="75278" y="216730"/>
                </a:lnTo>
                <a:lnTo>
                  <a:pt x="72129" y="216470"/>
                </a:lnTo>
                <a:close/>
                <a:moveTo>
                  <a:pt x="112542" y="216611"/>
                </a:moveTo>
                <a:lnTo>
                  <a:pt x="109711" y="217044"/>
                </a:lnTo>
                <a:lnTo>
                  <a:pt x="107839" y="218485"/>
                </a:lnTo>
                <a:lnTo>
                  <a:pt x="107876" y="235605"/>
                </a:lnTo>
                <a:lnTo>
                  <a:pt x="108193" y="242068"/>
                </a:lnTo>
                <a:lnTo>
                  <a:pt x="109709" y="243115"/>
                </a:lnTo>
                <a:lnTo>
                  <a:pt x="112078" y="243453"/>
                </a:lnTo>
                <a:lnTo>
                  <a:pt x="114220" y="242986"/>
                </a:lnTo>
                <a:lnTo>
                  <a:pt x="115547" y="241821"/>
                </a:lnTo>
                <a:lnTo>
                  <a:pt x="115476" y="223965"/>
                </a:lnTo>
                <a:lnTo>
                  <a:pt x="116806" y="222978"/>
                </a:lnTo>
                <a:lnTo>
                  <a:pt x="118827" y="222649"/>
                </a:lnTo>
                <a:lnTo>
                  <a:pt x="120886" y="223134"/>
                </a:lnTo>
                <a:lnTo>
                  <a:pt x="121855" y="223836"/>
                </a:lnTo>
                <a:lnTo>
                  <a:pt x="122164" y="224498"/>
                </a:lnTo>
                <a:lnTo>
                  <a:pt x="122194" y="241821"/>
                </a:lnTo>
                <a:lnTo>
                  <a:pt x="123554" y="242809"/>
                </a:lnTo>
                <a:lnTo>
                  <a:pt x="125744" y="243387"/>
                </a:lnTo>
                <a:lnTo>
                  <a:pt x="128014" y="243254"/>
                </a:lnTo>
                <a:lnTo>
                  <a:pt x="129099" y="242776"/>
                </a:lnTo>
                <a:lnTo>
                  <a:pt x="129469" y="242171"/>
                </a:lnTo>
                <a:lnTo>
                  <a:pt x="129663" y="238714"/>
                </a:lnTo>
                <a:lnTo>
                  <a:pt x="129761" y="218132"/>
                </a:lnTo>
                <a:lnTo>
                  <a:pt x="128170" y="216682"/>
                </a:lnTo>
                <a:lnTo>
                  <a:pt x="112542" y="216611"/>
                </a:lnTo>
                <a:close/>
                <a:moveTo>
                  <a:pt x="149808" y="216576"/>
                </a:moveTo>
                <a:lnTo>
                  <a:pt x="148204" y="217242"/>
                </a:lnTo>
                <a:lnTo>
                  <a:pt x="146980" y="218344"/>
                </a:lnTo>
                <a:lnTo>
                  <a:pt x="147015" y="241750"/>
                </a:lnTo>
                <a:lnTo>
                  <a:pt x="148117" y="242814"/>
                </a:lnTo>
                <a:lnTo>
                  <a:pt x="150421" y="243370"/>
                </a:lnTo>
                <a:lnTo>
                  <a:pt x="152931" y="243059"/>
                </a:lnTo>
                <a:lnTo>
                  <a:pt x="154369" y="241962"/>
                </a:lnTo>
                <a:lnTo>
                  <a:pt x="154688" y="223965"/>
                </a:lnTo>
                <a:lnTo>
                  <a:pt x="156177" y="222886"/>
                </a:lnTo>
                <a:lnTo>
                  <a:pt x="158395" y="222547"/>
                </a:lnTo>
                <a:lnTo>
                  <a:pt x="160373" y="223335"/>
                </a:lnTo>
                <a:lnTo>
                  <a:pt x="161229" y="224991"/>
                </a:lnTo>
                <a:lnTo>
                  <a:pt x="161193" y="241679"/>
                </a:lnTo>
                <a:lnTo>
                  <a:pt x="162319" y="242698"/>
                </a:lnTo>
                <a:lnTo>
                  <a:pt x="164310" y="243307"/>
                </a:lnTo>
                <a:lnTo>
                  <a:pt x="166610" y="243248"/>
                </a:lnTo>
                <a:lnTo>
                  <a:pt x="168406" y="242493"/>
                </a:lnTo>
                <a:lnTo>
                  <a:pt x="169007" y="241962"/>
                </a:lnTo>
                <a:lnTo>
                  <a:pt x="168986" y="223909"/>
                </a:lnTo>
                <a:lnTo>
                  <a:pt x="168715" y="218794"/>
                </a:lnTo>
                <a:lnTo>
                  <a:pt x="168228" y="217413"/>
                </a:lnTo>
                <a:lnTo>
                  <a:pt x="167375" y="216927"/>
                </a:lnTo>
                <a:lnTo>
                  <a:pt x="164343" y="216648"/>
                </a:lnTo>
                <a:lnTo>
                  <a:pt x="149808" y="216576"/>
                </a:lnTo>
                <a:close/>
                <a:moveTo>
                  <a:pt x="192979" y="216823"/>
                </a:moveTo>
                <a:lnTo>
                  <a:pt x="191409" y="218459"/>
                </a:lnTo>
                <a:lnTo>
                  <a:pt x="190009" y="221574"/>
                </a:lnTo>
                <a:lnTo>
                  <a:pt x="185782" y="235522"/>
                </a:lnTo>
                <a:lnTo>
                  <a:pt x="184038" y="240073"/>
                </a:lnTo>
                <a:lnTo>
                  <a:pt x="184096" y="242232"/>
                </a:lnTo>
                <a:lnTo>
                  <a:pt x="185471" y="243331"/>
                </a:lnTo>
                <a:lnTo>
                  <a:pt x="188372" y="243066"/>
                </a:lnTo>
                <a:lnTo>
                  <a:pt x="189547" y="242088"/>
                </a:lnTo>
                <a:lnTo>
                  <a:pt x="191108" y="239422"/>
                </a:lnTo>
                <a:lnTo>
                  <a:pt x="192259" y="238197"/>
                </a:lnTo>
                <a:lnTo>
                  <a:pt x="193610" y="237582"/>
                </a:lnTo>
                <a:lnTo>
                  <a:pt x="195307" y="237490"/>
                </a:lnTo>
                <a:lnTo>
                  <a:pt x="196817" y="237802"/>
                </a:lnTo>
                <a:lnTo>
                  <a:pt x="197594" y="238281"/>
                </a:lnTo>
                <a:lnTo>
                  <a:pt x="200828" y="242861"/>
                </a:lnTo>
                <a:lnTo>
                  <a:pt x="202724" y="243431"/>
                </a:lnTo>
                <a:lnTo>
                  <a:pt x="205472" y="242992"/>
                </a:lnTo>
                <a:lnTo>
                  <a:pt x="206875" y="241432"/>
                </a:lnTo>
                <a:lnTo>
                  <a:pt x="206309" y="239028"/>
                </a:lnTo>
                <a:lnTo>
                  <a:pt x="199737" y="218859"/>
                </a:lnTo>
                <a:lnTo>
                  <a:pt x="198471" y="217437"/>
                </a:lnTo>
                <a:lnTo>
                  <a:pt x="196513" y="216552"/>
                </a:lnTo>
                <a:lnTo>
                  <a:pt x="194641" y="216331"/>
                </a:lnTo>
                <a:lnTo>
                  <a:pt x="192979" y="216823"/>
                </a:lnTo>
                <a:close/>
                <a:moveTo>
                  <a:pt x="195808" y="229304"/>
                </a:moveTo>
                <a:lnTo>
                  <a:pt x="196262" y="229921"/>
                </a:lnTo>
                <a:lnTo>
                  <a:pt x="195789" y="230693"/>
                </a:lnTo>
                <a:lnTo>
                  <a:pt x="194332" y="230908"/>
                </a:lnTo>
                <a:lnTo>
                  <a:pt x="193553" y="230519"/>
                </a:lnTo>
                <a:lnTo>
                  <a:pt x="193535" y="229672"/>
                </a:lnTo>
                <a:lnTo>
                  <a:pt x="194111" y="229127"/>
                </a:lnTo>
                <a:lnTo>
                  <a:pt x="194908" y="228990"/>
                </a:lnTo>
                <a:lnTo>
                  <a:pt x="195808" y="229304"/>
                </a:lnTo>
                <a:close/>
                <a:moveTo>
                  <a:pt x="246475" y="216717"/>
                </a:moveTo>
                <a:lnTo>
                  <a:pt x="245328" y="217799"/>
                </a:lnTo>
                <a:lnTo>
                  <a:pt x="244822" y="220518"/>
                </a:lnTo>
                <a:lnTo>
                  <a:pt x="244671" y="241326"/>
                </a:lnTo>
                <a:lnTo>
                  <a:pt x="245886" y="242696"/>
                </a:lnTo>
                <a:lnTo>
                  <a:pt x="246758" y="243156"/>
                </a:lnTo>
                <a:lnTo>
                  <a:pt x="248855" y="243254"/>
                </a:lnTo>
                <a:lnTo>
                  <a:pt x="250358" y="242828"/>
                </a:lnTo>
                <a:lnTo>
                  <a:pt x="251155" y="241718"/>
                </a:lnTo>
                <a:lnTo>
                  <a:pt x="251545" y="237799"/>
                </a:lnTo>
                <a:lnTo>
                  <a:pt x="252023" y="236338"/>
                </a:lnTo>
                <a:lnTo>
                  <a:pt x="252841" y="235382"/>
                </a:lnTo>
                <a:lnTo>
                  <a:pt x="254747" y="234692"/>
                </a:lnTo>
                <a:lnTo>
                  <a:pt x="255570" y="234882"/>
                </a:lnTo>
                <a:lnTo>
                  <a:pt x="256266" y="235505"/>
                </a:lnTo>
                <a:lnTo>
                  <a:pt x="258641" y="240140"/>
                </a:lnTo>
                <a:lnTo>
                  <a:pt x="260927" y="242944"/>
                </a:lnTo>
                <a:lnTo>
                  <a:pt x="263203" y="243493"/>
                </a:lnTo>
                <a:lnTo>
                  <a:pt x="267025" y="242866"/>
                </a:lnTo>
                <a:lnTo>
                  <a:pt x="267517" y="242179"/>
                </a:lnTo>
                <a:lnTo>
                  <a:pt x="266935" y="240141"/>
                </a:lnTo>
                <a:lnTo>
                  <a:pt x="260671" y="228637"/>
                </a:lnTo>
                <a:lnTo>
                  <a:pt x="260330" y="227351"/>
                </a:lnTo>
                <a:lnTo>
                  <a:pt x="260569" y="225923"/>
                </a:lnTo>
                <a:lnTo>
                  <a:pt x="261440" y="224220"/>
                </a:lnTo>
                <a:lnTo>
                  <a:pt x="264879" y="219534"/>
                </a:lnTo>
                <a:lnTo>
                  <a:pt x="265146" y="218289"/>
                </a:lnTo>
                <a:lnTo>
                  <a:pt x="264877" y="217244"/>
                </a:lnTo>
                <a:lnTo>
                  <a:pt x="264100" y="216525"/>
                </a:lnTo>
                <a:lnTo>
                  <a:pt x="262845" y="216258"/>
                </a:lnTo>
                <a:lnTo>
                  <a:pt x="261268" y="216681"/>
                </a:lnTo>
                <a:lnTo>
                  <a:pt x="259396" y="217701"/>
                </a:lnTo>
                <a:lnTo>
                  <a:pt x="257886" y="218938"/>
                </a:lnTo>
                <a:lnTo>
                  <a:pt x="254638" y="223373"/>
                </a:lnTo>
                <a:lnTo>
                  <a:pt x="252627" y="225450"/>
                </a:lnTo>
                <a:lnTo>
                  <a:pt x="251985" y="225096"/>
                </a:lnTo>
                <a:lnTo>
                  <a:pt x="251580" y="223992"/>
                </a:lnTo>
                <a:lnTo>
                  <a:pt x="251309" y="219094"/>
                </a:lnTo>
                <a:lnTo>
                  <a:pt x="250796" y="217723"/>
                </a:lnTo>
                <a:lnTo>
                  <a:pt x="249916" y="216929"/>
                </a:lnTo>
                <a:lnTo>
                  <a:pt x="248623" y="216443"/>
                </a:lnTo>
                <a:lnTo>
                  <a:pt x="246475" y="216717"/>
                </a:lnTo>
                <a:close/>
                <a:moveTo>
                  <a:pt x="290353" y="216788"/>
                </a:moveTo>
                <a:lnTo>
                  <a:pt x="287937" y="217690"/>
                </a:lnTo>
                <a:lnTo>
                  <a:pt x="285927" y="218936"/>
                </a:lnTo>
                <a:lnTo>
                  <a:pt x="283594" y="221537"/>
                </a:lnTo>
                <a:lnTo>
                  <a:pt x="282442" y="223815"/>
                </a:lnTo>
                <a:lnTo>
                  <a:pt x="281459" y="226974"/>
                </a:lnTo>
                <a:lnTo>
                  <a:pt x="281229" y="230909"/>
                </a:lnTo>
                <a:lnTo>
                  <a:pt x="282836" y="237430"/>
                </a:lnTo>
                <a:lnTo>
                  <a:pt x="283777" y="239169"/>
                </a:lnTo>
                <a:lnTo>
                  <a:pt x="285226" y="240831"/>
                </a:lnTo>
                <a:lnTo>
                  <a:pt x="286795" y="242210"/>
                </a:lnTo>
                <a:lnTo>
                  <a:pt x="288594" y="243039"/>
                </a:lnTo>
                <a:lnTo>
                  <a:pt x="292247" y="244010"/>
                </a:lnTo>
                <a:lnTo>
                  <a:pt x="294269" y="244017"/>
                </a:lnTo>
                <a:lnTo>
                  <a:pt x="298238" y="243094"/>
                </a:lnTo>
                <a:lnTo>
                  <a:pt x="299440" y="242528"/>
                </a:lnTo>
                <a:lnTo>
                  <a:pt x="302089" y="240148"/>
                </a:lnTo>
                <a:lnTo>
                  <a:pt x="303829" y="237745"/>
                </a:lnTo>
                <a:lnTo>
                  <a:pt x="305309" y="234820"/>
                </a:lnTo>
                <a:lnTo>
                  <a:pt x="305165" y="226139"/>
                </a:lnTo>
                <a:lnTo>
                  <a:pt x="304101" y="222750"/>
                </a:lnTo>
                <a:lnTo>
                  <a:pt x="301806" y="219639"/>
                </a:lnTo>
                <a:lnTo>
                  <a:pt x="300128" y="218111"/>
                </a:lnTo>
                <a:lnTo>
                  <a:pt x="297460" y="217072"/>
                </a:lnTo>
                <a:lnTo>
                  <a:pt x="294910" y="216528"/>
                </a:lnTo>
                <a:lnTo>
                  <a:pt x="292531" y="216436"/>
                </a:lnTo>
                <a:lnTo>
                  <a:pt x="290353" y="216788"/>
                </a:lnTo>
                <a:close/>
                <a:moveTo>
                  <a:pt x="295692" y="223329"/>
                </a:moveTo>
                <a:lnTo>
                  <a:pt x="296832" y="224747"/>
                </a:lnTo>
                <a:lnTo>
                  <a:pt x="297598" y="226770"/>
                </a:lnTo>
                <a:lnTo>
                  <a:pt x="297974" y="230448"/>
                </a:lnTo>
                <a:lnTo>
                  <a:pt x="297658" y="232999"/>
                </a:lnTo>
                <a:lnTo>
                  <a:pt x="296758" y="235585"/>
                </a:lnTo>
                <a:lnTo>
                  <a:pt x="295762" y="236990"/>
                </a:lnTo>
                <a:lnTo>
                  <a:pt x="294500" y="237698"/>
                </a:lnTo>
                <a:lnTo>
                  <a:pt x="292464" y="237705"/>
                </a:lnTo>
                <a:lnTo>
                  <a:pt x="291206" y="237021"/>
                </a:lnTo>
                <a:lnTo>
                  <a:pt x="290466" y="236180"/>
                </a:lnTo>
                <a:lnTo>
                  <a:pt x="288974" y="233258"/>
                </a:lnTo>
                <a:lnTo>
                  <a:pt x="288538" y="231241"/>
                </a:lnTo>
                <a:lnTo>
                  <a:pt x="288832" y="228146"/>
                </a:lnTo>
                <a:lnTo>
                  <a:pt x="289899" y="225144"/>
                </a:lnTo>
                <a:lnTo>
                  <a:pt x="291414" y="223188"/>
                </a:lnTo>
                <a:lnTo>
                  <a:pt x="293553" y="222648"/>
                </a:lnTo>
                <a:lnTo>
                  <a:pt x="295692" y="223329"/>
                </a:lnTo>
                <a:close/>
                <a:moveTo>
                  <a:pt x="323589" y="216611"/>
                </a:moveTo>
                <a:lnTo>
                  <a:pt x="322536" y="217642"/>
                </a:lnTo>
                <a:lnTo>
                  <a:pt x="322041" y="220654"/>
                </a:lnTo>
                <a:lnTo>
                  <a:pt x="321927" y="242139"/>
                </a:lnTo>
                <a:lnTo>
                  <a:pt x="323493" y="243218"/>
                </a:lnTo>
                <a:lnTo>
                  <a:pt x="324755" y="243447"/>
                </a:lnTo>
                <a:lnTo>
                  <a:pt x="326018" y="243218"/>
                </a:lnTo>
                <a:lnTo>
                  <a:pt x="327584" y="242139"/>
                </a:lnTo>
                <a:lnTo>
                  <a:pt x="328114" y="233554"/>
                </a:lnTo>
                <a:lnTo>
                  <a:pt x="328256" y="232769"/>
                </a:lnTo>
                <a:lnTo>
                  <a:pt x="328897" y="232156"/>
                </a:lnTo>
                <a:lnTo>
                  <a:pt x="329850" y="233447"/>
                </a:lnTo>
                <a:lnTo>
                  <a:pt x="332055" y="240314"/>
                </a:lnTo>
                <a:lnTo>
                  <a:pt x="333139" y="242095"/>
                </a:lnTo>
                <a:lnTo>
                  <a:pt x="334398" y="243052"/>
                </a:lnTo>
                <a:lnTo>
                  <a:pt x="336741" y="243094"/>
                </a:lnTo>
                <a:lnTo>
                  <a:pt x="338160" y="242208"/>
                </a:lnTo>
                <a:lnTo>
                  <a:pt x="338810" y="240846"/>
                </a:lnTo>
                <a:lnTo>
                  <a:pt x="339981" y="236181"/>
                </a:lnTo>
                <a:lnTo>
                  <a:pt x="340885" y="234913"/>
                </a:lnTo>
                <a:lnTo>
                  <a:pt x="341974" y="234360"/>
                </a:lnTo>
                <a:lnTo>
                  <a:pt x="342786" y="234547"/>
                </a:lnTo>
                <a:lnTo>
                  <a:pt x="343079" y="235107"/>
                </a:lnTo>
                <a:lnTo>
                  <a:pt x="342858" y="241397"/>
                </a:lnTo>
                <a:lnTo>
                  <a:pt x="343671" y="242245"/>
                </a:lnTo>
                <a:lnTo>
                  <a:pt x="344913" y="243072"/>
                </a:lnTo>
                <a:lnTo>
                  <a:pt x="346429" y="243403"/>
                </a:lnTo>
                <a:lnTo>
                  <a:pt x="348642" y="243019"/>
                </a:lnTo>
                <a:lnTo>
                  <a:pt x="349697" y="242208"/>
                </a:lnTo>
                <a:lnTo>
                  <a:pt x="350071" y="241324"/>
                </a:lnTo>
                <a:lnTo>
                  <a:pt x="350244" y="239124"/>
                </a:lnTo>
                <a:lnTo>
                  <a:pt x="350389" y="226198"/>
                </a:lnTo>
                <a:lnTo>
                  <a:pt x="350161" y="219467"/>
                </a:lnTo>
                <a:lnTo>
                  <a:pt x="349542" y="217491"/>
                </a:lnTo>
                <a:lnTo>
                  <a:pt x="348289" y="216703"/>
                </a:lnTo>
                <a:lnTo>
                  <a:pt x="344496" y="216328"/>
                </a:lnTo>
                <a:lnTo>
                  <a:pt x="342826" y="216781"/>
                </a:lnTo>
                <a:lnTo>
                  <a:pt x="340950" y="217887"/>
                </a:lnTo>
                <a:lnTo>
                  <a:pt x="339793" y="219799"/>
                </a:lnTo>
                <a:lnTo>
                  <a:pt x="337961" y="226573"/>
                </a:lnTo>
                <a:lnTo>
                  <a:pt x="337173" y="227707"/>
                </a:lnTo>
                <a:lnTo>
                  <a:pt x="335433" y="228703"/>
                </a:lnTo>
                <a:lnTo>
                  <a:pt x="334263" y="227027"/>
                </a:lnTo>
                <a:lnTo>
                  <a:pt x="332074" y="219793"/>
                </a:lnTo>
                <a:lnTo>
                  <a:pt x="330648" y="217552"/>
                </a:lnTo>
                <a:lnTo>
                  <a:pt x="329874" y="216921"/>
                </a:lnTo>
                <a:lnTo>
                  <a:pt x="327932" y="216446"/>
                </a:lnTo>
                <a:lnTo>
                  <a:pt x="325497" y="216314"/>
                </a:lnTo>
                <a:lnTo>
                  <a:pt x="323589" y="216611"/>
                </a:lnTo>
                <a:close/>
                <a:moveTo>
                  <a:pt x="370366" y="216540"/>
                </a:moveTo>
                <a:lnTo>
                  <a:pt x="369005" y="217060"/>
                </a:lnTo>
                <a:lnTo>
                  <a:pt x="367714" y="218132"/>
                </a:lnTo>
                <a:lnTo>
                  <a:pt x="367714" y="241962"/>
                </a:lnTo>
                <a:lnTo>
                  <a:pt x="369317" y="243069"/>
                </a:lnTo>
                <a:lnTo>
                  <a:pt x="370943" y="243332"/>
                </a:lnTo>
                <a:lnTo>
                  <a:pt x="373491" y="242717"/>
                </a:lnTo>
                <a:lnTo>
                  <a:pt x="374221" y="241941"/>
                </a:lnTo>
                <a:lnTo>
                  <a:pt x="374759" y="237461"/>
                </a:lnTo>
                <a:lnTo>
                  <a:pt x="374786" y="224460"/>
                </a:lnTo>
                <a:lnTo>
                  <a:pt x="377071" y="222830"/>
                </a:lnTo>
                <a:lnTo>
                  <a:pt x="379479" y="222643"/>
                </a:lnTo>
                <a:lnTo>
                  <a:pt x="380895" y="222986"/>
                </a:lnTo>
                <a:lnTo>
                  <a:pt x="381369" y="223422"/>
                </a:lnTo>
                <a:lnTo>
                  <a:pt x="381943" y="225112"/>
                </a:lnTo>
                <a:lnTo>
                  <a:pt x="382034" y="241644"/>
                </a:lnTo>
                <a:lnTo>
                  <a:pt x="383163" y="242760"/>
                </a:lnTo>
                <a:lnTo>
                  <a:pt x="384464" y="243243"/>
                </a:lnTo>
                <a:lnTo>
                  <a:pt x="386713" y="243181"/>
                </a:lnTo>
                <a:lnTo>
                  <a:pt x="388029" y="242659"/>
                </a:lnTo>
                <a:lnTo>
                  <a:pt x="388893" y="241785"/>
                </a:lnTo>
                <a:lnTo>
                  <a:pt x="389137" y="239485"/>
                </a:lnTo>
                <a:lnTo>
                  <a:pt x="389282" y="218662"/>
                </a:lnTo>
                <a:lnTo>
                  <a:pt x="387689" y="217165"/>
                </a:lnTo>
                <a:lnTo>
                  <a:pt x="386383" y="216576"/>
                </a:lnTo>
                <a:lnTo>
                  <a:pt x="370366" y="216540"/>
                </a:lnTo>
                <a:close/>
                <a:moveTo>
                  <a:pt x="413325" y="217035"/>
                </a:moveTo>
                <a:lnTo>
                  <a:pt x="411536" y="218787"/>
                </a:lnTo>
                <a:lnTo>
                  <a:pt x="410604" y="220753"/>
                </a:lnTo>
                <a:lnTo>
                  <a:pt x="408880" y="227223"/>
                </a:lnTo>
                <a:lnTo>
                  <a:pt x="404587" y="239570"/>
                </a:lnTo>
                <a:lnTo>
                  <a:pt x="404434" y="241857"/>
                </a:lnTo>
                <a:lnTo>
                  <a:pt x="405767" y="243297"/>
                </a:lnTo>
                <a:lnTo>
                  <a:pt x="408553" y="243291"/>
                </a:lnTo>
                <a:lnTo>
                  <a:pt x="409889" y="242223"/>
                </a:lnTo>
                <a:lnTo>
                  <a:pt x="411372" y="239442"/>
                </a:lnTo>
                <a:lnTo>
                  <a:pt x="412370" y="238307"/>
                </a:lnTo>
                <a:lnTo>
                  <a:pt x="413712" y="237716"/>
                </a:lnTo>
                <a:lnTo>
                  <a:pt x="416210" y="237522"/>
                </a:lnTo>
                <a:lnTo>
                  <a:pt x="417678" y="237936"/>
                </a:lnTo>
                <a:lnTo>
                  <a:pt x="418418" y="238551"/>
                </a:lnTo>
                <a:lnTo>
                  <a:pt x="420242" y="241704"/>
                </a:lnTo>
                <a:lnTo>
                  <a:pt x="421408" y="242762"/>
                </a:lnTo>
                <a:lnTo>
                  <a:pt x="423473" y="243377"/>
                </a:lnTo>
                <a:lnTo>
                  <a:pt x="426040" y="243032"/>
                </a:lnTo>
                <a:lnTo>
                  <a:pt x="426832" y="242239"/>
                </a:lnTo>
                <a:lnTo>
                  <a:pt x="427044" y="241467"/>
                </a:lnTo>
                <a:lnTo>
                  <a:pt x="426580" y="238228"/>
                </a:lnTo>
                <a:lnTo>
                  <a:pt x="421968" y="224568"/>
                </a:lnTo>
                <a:lnTo>
                  <a:pt x="420399" y="218976"/>
                </a:lnTo>
                <a:lnTo>
                  <a:pt x="419619" y="217765"/>
                </a:lnTo>
                <a:lnTo>
                  <a:pt x="417913" y="216721"/>
                </a:lnTo>
                <a:lnTo>
                  <a:pt x="414919" y="216343"/>
                </a:lnTo>
                <a:lnTo>
                  <a:pt x="413325" y="217035"/>
                </a:lnTo>
                <a:close/>
                <a:moveTo>
                  <a:pt x="416295" y="229304"/>
                </a:moveTo>
                <a:lnTo>
                  <a:pt x="416680" y="230259"/>
                </a:lnTo>
                <a:lnTo>
                  <a:pt x="416182" y="231016"/>
                </a:lnTo>
                <a:lnTo>
                  <a:pt x="414642" y="231337"/>
                </a:lnTo>
                <a:lnTo>
                  <a:pt x="413858" y="230850"/>
                </a:lnTo>
                <a:lnTo>
                  <a:pt x="413723" y="229634"/>
                </a:lnTo>
                <a:lnTo>
                  <a:pt x="414294" y="228808"/>
                </a:lnTo>
                <a:lnTo>
                  <a:pt x="415262" y="228670"/>
                </a:lnTo>
                <a:lnTo>
                  <a:pt x="416295" y="229304"/>
                </a:lnTo>
                <a:close/>
                <a:moveTo>
                  <a:pt x="444864" y="216611"/>
                </a:moveTo>
                <a:lnTo>
                  <a:pt x="443734" y="217640"/>
                </a:lnTo>
                <a:lnTo>
                  <a:pt x="443194" y="220562"/>
                </a:lnTo>
                <a:lnTo>
                  <a:pt x="443069" y="236593"/>
                </a:lnTo>
                <a:lnTo>
                  <a:pt x="443205" y="241369"/>
                </a:lnTo>
                <a:lnTo>
                  <a:pt x="443468" y="242132"/>
                </a:lnTo>
                <a:lnTo>
                  <a:pt x="444926" y="243168"/>
                </a:lnTo>
                <a:lnTo>
                  <a:pt x="446950" y="243435"/>
                </a:lnTo>
                <a:lnTo>
                  <a:pt x="448242" y="243108"/>
                </a:lnTo>
                <a:lnTo>
                  <a:pt x="449672" y="242068"/>
                </a:lnTo>
                <a:lnTo>
                  <a:pt x="449905" y="235687"/>
                </a:lnTo>
                <a:lnTo>
                  <a:pt x="450282" y="233697"/>
                </a:lnTo>
                <a:lnTo>
                  <a:pt x="451654" y="232640"/>
                </a:lnTo>
                <a:lnTo>
                  <a:pt x="454034" y="232341"/>
                </a:lnTo>
                <a:lnTo>
                  <a:pt x="456290" y="232834"/>
                </a:lnTo>
                <a:lnTo>
                  <a:pt x="457168" y="233583"/>
                </a:lnTo>
                <a:lnTo>
                  <a:pt x="457521" y="241750"/>
                </a:lnTo>
                <a:lnTo>
                  <a:pt x="458840" y="242981"/>
                </a:lnTo>
                <a:lnTo>
                  <a:pt x="459870" y="243378"/>
                </a:lnTo>
                <a:lnTo>
                  <a:pt x="461664" y="243410"/>
                </a:lnTo>
                <a:lnTo>
                  <a:pt x="463232" y="242778"/>
                </a:lnTo>
                <a:lnTo>
                  <a:pt x="464239" y="241644"/>
                </a:lnTo>
                <a:lnTo>
                  <a:pt x="464239" y="218909"/>
                </a:lnTo>
                <a:lnTo>
                  <a:pt x="463391" y="217555"/>
                </a:lnTo>
                <a:lnTo>
                  <a:pt x="462560" y="216744"/>
                </a:lnTo>
                <a:lnTo>
                  <a:pt x="461694" y="216434"/>
                </a:lnTo>
                <a:lnTo>
                  <a:pt x="460137" y="216416"/>
                </a:lnTo>
                <a:lnTo>
                  <a:pt x="458923" y="216972"/>
                </a:lnTo>
                <a:lnTo>
                  <a:pt x="457809" y="218808"/>
                </a:lnTo>
                <a:lnTo>
                  <a:pt x="457639" y="223788"/>
                </a:lnTo>
                <a:lnTo>
                  <a:pt x="457211" y="225224"/>
                </a:lnTo>
                <a:lnTo>
                  <a:pt x="456286" y="226101"/>
                </a:lnTo>
                <a:lnTo>
                  <a:pt x="453839" y="226493"/>
                </a:lnTo>
                <a:lnTo>
                  <a:pt x="451399" y="226177"/>
                </a:lnTo>
                <a:lnTo>
                  <a:pt x="450247" y="225389"/>
                </a:lnTo>
                <a:lnTo>
                  <a:pt x="449801" y="223626"/>
                </a:lnTo>
                <a:lnTo>
                  <a:pt x="449743" y="218308"/>
                </a:lnTo>
                <a:lnTo>
                  <a:pt x="447335" y="216415"/>
                </a:lnTo>
                <a:lnTo>
                  <a:pt x="446175" y="216291"/>
                </a:lnTo>
                <a:lnTo>
                  <a:pt x="444864" y="216611"/>
                </a:lnTo>
                <a:close/>
                <a:moveTo>
                  <a:pt x="483792" y="216965"/>
                </a:moveTo>
                <a:lnTo>
                  <a:pt x="482503" y="218035"/>
                </a:lnTo>
                <a:lnTo>
                  <a:pt x="482224" y="219027"/>
                </a:lnTo>
                <a:lnTo>
                  <a:pt x="481989" y="241397"/>
                </a:lnTo>
                <a:lnTo>
                  <a:pt x="483087" y="242613"/>
                </a:lnTo>
                <a:lnTo>
                  <a:pt x="484457" y="243239"/>
                </a:lnTo>
                <a:lnTo>
                  <a:pt x="486090" y="243410"/>
                </a:lnTo>
                <a:lnTo>
                  <a:pt x="487540" y="243058"/>
                </a:lnTo>
                <a:lnTo>
                  <a:pt x="489449" y="240826"/>
                </a:lnTo>
                <a:lnTo>
                  <a:pt x="492454" y="235863"/>
                </a:lnTo>
                <a:lnTo>
                  <a:pt x="495849" y="232062"/>
                </a:lnTo>
                <a:lnTo>
                  <a:pt x="496833" y="233364"/>
                </a:lnTo>
                <a:lnTo>
                  <a:pt x="497073" y="234228"/>
                </a:lnTo>
                <a:lnTo>
                  <a:pt x="496945" y="239822"/>
                </a:lnTo>
                <a:lnTo>
                  <a:pt x="497192" y="241892"/>
                </a:lnTo>
                <a:lnTo>
                  <a:pt x="497971" y="242775"/>
                </a:lnTo>
                <a:lnTo>
                  <a:pt x="499170" y="243288"/>
                </a:lnTo>
                <a:lnTo>
                  <a:pt x="501232" y="243315"/>
                </a:lnTo>
                <a:lnTo>
                  <a:pt x="502429" y="242807"/>
                </a:lnTo>
                <a:lnTo>
                  <a:pt x="503486" y="241644"/>
                </a:lnTo>
                <a:lnTo>
                  <a:pt x="503486" y="218308"/>
                </a:lnTo>
                <a:lnTo>
                  <a:pt x="501085" y="216368"/>
                </a:lnTo>
                <a:lnTo>
                  <a:pt x="499647" y="216289"/>
                </a:lnTo>
                <a:lnTo>
                  <a:pt x="498168" y="217031"/>
                </a:lnTo>
                <a:lnTo>
                  <a:pt x="495922" y="219654"/>
                </a:lnTo>
                <a:lnTo>
                  <a:pt x="491550" y="226538"/>
                </a:lnTo>
                <a:lnTo>
                  <a:pt x="490241" y="227784"/>
                </a:lnTo>
                <a:lnTo>
                  <a:pt x="489720" y="227556"/>
                </a:lnTo>
                <a:lnTo>
                  <a:pt x="489178" y="226171"/>
                </a:lnTo>
                <a:lnTo>
                  <a:pt x="488866" y="219600"/>
                </a:lnTo>
                <a:lnTo>
                  <a:pt x="488275" y="217424"/>
                </a:lnTo>
                <a:lnTo>
                  <a:pt x="487363" y="216647"/>
                </a:lnTo>
                <a:lnTo>
                  <a:pt x="486271" y="216312"/>
                </a:lnTo>
                <a:lnTo>
                  <a:pt x="485232" y="216339"/>
                </a:lnTo>
                <a:lnTo>
                  <a:pt x="483792" y="216965"/>
                </a:lnTo>
                <a:close/>
                <a:moveTo>
                  <a:pt x="522190" y="217637"/>
                </a:moveTo>
                <a:lnTo>
                  <a:pt x="521164" y="218697"/>
                </a:lnTo>
                <a:lnTo>
                  <a:pt x="521341" y="238108"/>
                </a:lnTo>
                <a:lnTo>
                  <a:pt x="521536" y="241572"/>
                </a:lnTo>
                <a:lnTo>
                  <a:pt x="521945" y="242298"/>
                </a:lnTo>
                <a:lnTo>
                  <a:pt x="523093" y="242986"/>
                </a:lnTo>
                <a:lnTo>
                  <a:pt x="524572" y="243301"/>
                </a:lnTo>
                <a:lnTo>
                  <a:pt x="526080" y="243222"/>
                </a:lnTo>
                <a:lnTo>
                  <a:pt x="527317" y="242727"/>
                </a:lnTo>
                <a:lnTo>
                  <a:pt x="532081" y="234755"/>
                </a:lnTo>
                <a:lnTo>
                  <a:pt x="533420" y="233640"/>
                </a:lnTo>
                <a:lnTo>
                  <a:pt x="534979" y="232949"/>
                </a:lnTo>
                <a:lnTo>
                  <a:pt x="535507" y="233098"/>
                </a:lnTo>
                <a:lnTo>
                  <a:pt x="535771" y="233843"/>
                </a:lnTo>
                <a:lnTo>
                  <a:pt x="536474" y="242316"/>
                </a:lnTo>
                <a:lnTo>
                  <a:pt x="537799" y="243131"/>
                </a:lnTo>
                <a:lnTo>
                  <a:pt x="539822" y="243380"/>
                </a:lnTo>
                <a:lnTo>
                  <a:pt x="541710" y="243010"/>
                </a:lnTo>
                <a:lnTo>
                  <a:pt x="543086" y="242033"/>
                </a:lnTo>
                <a:lnTo>
                  <a:pt x="542984" y="221421"/>
                </a:lnTo>
                <a:lnTo>
                  <a:pt x="542307" y="217523"/>
                </a:lnTo>
                <a:lnTo>
                  <a:pt x="541262" y="216729"/>
                </a:lnTo>
                <a:lnTo>
                  <a:pt x="539550" y="216611"/>
                </a:lnTo>
                <a:lnTo>
                  <a:pt x="538490" y="216789"/>
                </a:lnTo>
                <a:lnTo>
                  <a:pt x="536942" y="217681"/>
                </a:lnTo>
                <a:lnTo>
                  <a:pt x="535529" y="219241"/>
                </a:lnTo>
                <a:lnTo>
                  <a:pt x="530887" y="226759"/>
                </a:lnTo>
                <a:lnTo>
                  <a:pt x="529659" y="227545"/>
                </a:lnTo>
                <a:lnTo>
                  <a:pt x="528950" y="227333"/>
                </a:lnTo>
                <a:lnTo>
                  <a:pt x="528485" y="226476"/>
                </a:lnTo>
                <a:lnTo>
                  <a:pt x="528236" y="218344"/>
                </a:lnTo>
                <a:lnTo>
                  <a:pt x="526928" y="217144"/>
                </a:lnTo>
                <a:lnTo>
                  <a:pt x="525377" y="216583"/>
                </a:lnTo>
                <a:lnTo>
                  <a:pt x="523681" y="216751"/>
                </a:lnTo>
                <a:lnTo>
                  <a:pt x="522190" y="217637"/>
                </a:lnTo>
                <a:close/>
                <a:moveTo>
                  <a:pt x="698162" y="218768"/>
                </a:moveTo>
                <a:lnTo>
                  <a:pt x="697915" y="220182"/>
                </a:lnTo>
                <a:lnTo>
                  <a:pt x="699975" y="224755"/>
                </a:lnTo>
                <a:lnTo>
                  <a:pt x="699533" y="225682"/>
                </a:lnTo>
                <a:lnTo>
                  <a:pt x="697052" y="226306"/>
                </a:lnTo>
                <a:lnTo>
                  <a:pt x="690632" y="225774"/>
                </a:lnTo>
                <a:lnTo>
                  <a:pt x="686894" y="226257"/>
                </a:lnTo>
                <a:lnTo>
                  <a:pt x="684656" y="227481"/>
                </a:lnTo>
                <a:lnTo>
                  <a:pt x="684329" y="229114"/>
                </a:lnTo>
                <a:lnTo>
                  <a:pt x="685092" y="230768"/>
                </a:lnTo>
                <a:lnTo>
                  <a:pt x="686786" y="231822"/>
                </a:lnTo>
                <a:lnTo>
                  <a:pt x="690711" y="232982"/>
                </a:lnTo>
                <a:lnTo>
                  <a:pt x="695342" y="233500"/>
                </a:lnTo>
                <a:lnTo>
                  <a:pt x="696580" y="233967"/>
                </a:lnTo>
                <a:lnTo>
                  <a:pt x="697921" y="235142"/>
                </a:lnTo>
                <a:lnTo>
                  <a:pt x="700507" y="240722"/>
                </a:lnTo>
                <a:lnTo>
                  <a:pt x="704046" y="250682"/>
                </a:lnTo>
                <a:lnTo>
                  <a:pt x="709034" y="257911"/>
                </a:lnTo>
                <a:lnTo>
                  <a:pt x="712324" y="265640"/>
                </a:lnTo>
                <a:lnTo>
                  <a:pt x="713043" y="270036"/>
                </a:lnTo>
                <a:lnTo>
                  <a:pt x="713294" y="284805"/>
                </a:lnTo>
                <a:lnTo>
                  <a:pt x="714320" y="289907"/>
                </a:lnTo>
                <a:lnTo>
                  <a:pt x="713131" y="297420"/>
                </a:lnTo>
                <a:lnTo>
                  <a:pt x="711648" y="313892"/>
                </a:lnTo>
                <a:lnTo>
                  <a:pt x="710919" y="317257"/>
                </a:lnTo>
                <a:lnTo>
                  <a:pt x="709271" y="321250"/>
                </a:lnTo>
                <a:lnTo>
                  <a:pt x="708191" y="322906"/>
                </a:lnTo>
                <a:lnTo>
                  <a:pt x="706710" y="324168"/>
                </a:lnTo>
                <a:lnTo>
                  <a:pt x="704846" y="325022"/>
                </a:lnTo>
                <a:lnTo>
                  <a:pt x="702621" y="325456"/>
                </a:lnTo>
                <a:lnTo>
                  <a:pt x="699435" y="325511"/>
                </a:lnTo>
                <a:lnTo>
                  <a:pt x="695921" y="321081"/>
                </a:lnTo>
                <a:lnTo>
                  <a:pt x="695952" y="320242"/>
                </a:lnTo>
                <a:lnTo>
                  <a:pt x="696562" y="319593"/>
                </a:lnTo>
                <a:lnTo>
                  <a:pt x="700793" y="318805"/>
                </a:lnTo>
                <a:lnTo>
                  <a:pt x="702074" y="318173"/>
                </a:lnTo>
                <a:lnTo>
                  <a:pt x="702759" y="317308"/>
                </a:lnTo>
                <a:lnTo>
                  <a:pt x="702865" y="300938"/>
                </a:lnTo>
                <a:lnTo>
                  <a:pt x="700995" y="296065"/>
                </a:lnTo>
                <a:lnTo>
                  <a:pt x="699962" y="289260"/>
                </a:lnTo>
                <a:lnTo>
                  <a:pt x="699069" y="286505"/>
                </a:lnTo>
                <a:lnTo>
                  <a:pt x="696747" y="282889"/>
                </a:lnTo>
                <a:lnTo>
                  <a:pt x="692116" y="278843"/>
                </a:lnTo>
                <a:lnTo>
                  <a:pt x="689963" y="277890"/>
                </a:lnTo>
                <a:lnTo>
                  <a:pt x="688330" y="278393"/>
                </a:lnTo>
                <a:lnTo>
                  <a:pt x="680711" y="289669"/>
                </a:lnTo>
                <a:lnTo>
                  <a:pt x="679009" y="291203"/>
                </a:lnTo>
                <a:lnTo>
                  <a:pt x="677300" y="291347"/>
                </a:lnTo>
                <a:lnTo>
                  <a:pt x="674502" y="289327"/>
                </a:lnTo>
                <a:lnTo>
                  <a:pt x="673098" y="288691"/>
                </a:lnTo>
                <a:lnTo>
                  <a:pt x="671857" y="288752"/>
                </a:lnTo>
                <a:lnTo>
                  <a:pt x="670619" y="289730"/>
                </a:lnTo>
                <a:lnTo>
                  <a:pt x="673483" y="298909"/>
                </a:lnTo>
                <a:lnTo>
                  <a:pt x="674552" y="299703"/>
                </a:lnTo>
                <a:lnTo>
                  <a:pt x="677269" y="300216"/>
                </a:lnTo>
                <a:lnTo>
                  <a:pt x="679730" y="299866"/>
                </a:lnTo>
                <a:lnTo>
                  <a:pt x="681707" y="298703"/>
                </a:lnTo>
                <a:lnTo>
                  <a:pt x="685195" y="295413"/>
                </a:lnTo>
                <a:lnTo>
                  <a:pt x="690773" y="289372"/>
                </a:lnTo>
                <a:lnTo>
                  <a:pt x="691541" y="289350"/>
                </a:lnTo>
                <a:lnTo>
                  <a:pt x="692266" y="290201"/>
                </a:lnTo>
                <a:lnTo>
                  <a:pt x="692603" y="291863"/>
                </a:lnTo>
                <a:lnTo>
                  <a:pt x="692646" y="296624"/>
                </a:lnTo>
                <a:lnTo>
                  <a:pt x="695298" y="301292"/>
                </a:lnTo>
                <a:lnTo>
                  <a:pt x="695546" y="309565"/>
                </a:lnTo>
                <a:lnTo>
                  <a:pt x="693828" y="311078"/>
                </a:lnTo>
                <a:lnTo>
                  <a:pt x="690375" y="311680"/>
                </a:lnTo>
                <a:lnTo>
                  <a:pt x="688884" y="312751"/>
                </a:lnTo>
                <a:lnTo>
                  <a:pt x="686441" y="317030"/>
                </a:lnTo>
                <a:lnTo>
                  <a:pt x="685643" y="319009"/>
                </a:lnTo>
                <a:lnTo>
                  <a:pt x="685460" y="320433"/>
                </a:lnTo>
                <a:lnTo>
                  <a:pt x="686423" y="322325"/>
                </a:lnTo>
                <a:lnTo>
                  <a:pt x="691464" y="328159"/>
                </a:lnTo>
                <a:lnTo>
                  <a:pt x="692886" y="331479"/>
                </a:lnTo>
                <a:lnTo>
                  <a:pt x="692555" y="333444"/>
                </a:lnTo>
                <a:lnTo>
                  <a:pt x="689056" y="337857"/>
                </a:lnTo>
                <a:lnTo>
                  <a:pt x="689022" y="339398"/>
                </a:lnTo>
                <a:lnTo>
                  <a:pt x="690830" y="341284"/>
                </a:lnTo>
                <a:lnTo>
                  <a:pt x="692460" y="341954"/>
                </a:lnTo>
                <a:lnTo>
                  <a:pt x="695285" y="342424"/>
                </a:lnTo>
                <a:lnTo>
                  <a:pt x="697653" y="342134"/>
                </a:lnTo>
                <a:lnTo>
                  <a:pt x="698570" y="341478"/>
                </a:lnTo>
                <a:lnTo>
                  <a:pt x="700519" y="338827"/>
                </a:lnTo>
                <a:lnTo>
                  <a:pt x="702076" y="335059"/>
                </a:lnTo>
                <a:lnTo>
                  <a:pt x="703828" y="333369"/>
                </a:lnTo>
                <a:lnTo>
                  <a:pt x="706630" y="332195"/>
                </a:lnTo>
                <a:lnTo>
                  <a:pt x="711607" y="330985"/>
                </a:lnTo>
                <a:lnTo>
                  <a:pt x="714518" y="326992"/>
                </a:lnTo>
                <a:lnTo>
                  <a:pt x="717785" y="321657"/>
                </a:lnTo>
                <a:lnTo>
                  <a:pt x="720000" y="306264"/>
                </a:lnTo>
                <a:lnTo>
                  <a:pt x="720889" y="294891"/>
                </a:lnTo>
                <a:lnTo>
                  <a:pt x="720755" y="265227"/>
                </a:lnTo>
                <a:lnTo>
                  <a:pt x="717029" y="256888"/>
                </a:lnTo>
                <a:lnTo>
                  <a:pt x="714951" y="253528"/>
                </a:lnTo>
                <a:lnTo>
                  <a:pt x="712893" y="250974"/>
                </a:lnTo>
                <a:lnTo>
                  <a:pt x="710003" y="245876"/>
                </a:lnTo>
                <a:lnTo>
                  <a:pt x="709662" y="244477"/>
                </a:lnTo>
                <a:lnTo>
                  <a:pt x="710010" y="242491"/>
                </a:lnTo>
                <a:lnTo>
                  <a:pt x="710729" y="242172"/>
                </a:lnTo>
                <a:lnTo>
                  <a:pt x="712594" y="243567"/>
                </a:lnTo>
                <a:lnTo>
                  <a:pt x="719159" y="252216"/>
                </a:lnTo>
                <a:lnTo>
                  <a:pt x="722428" y="257074"/>
                </a:lnTo>
                <a:lnTo>
                  <a:pt x="724709" y="259621"/>
                </a:lnTo>
                <a:lnTo>
                  <a:pt x="726698" y="261309"/>
                </a:lnTo>
                <a:lnTo>
                  <a:pt x="728394" y="264044"/>
                </a:lnTo>
                <a:lnTo>
                  <a:pt x="729996" y="267737"/>
                </a:lnTo>
                <a:lnTo>
                  <a:pt x="731787" y="270873"/>
                </a:lnTo>
                <a:lnTo>
                  <a:pt x="734023" y="273713"/>
                </a:lnTo>
                <a:lnTo>
                  <a:pt x="736455" y="275976"/>
                </a:lnTo>
                <a:lnTo>
                  <a:pt x="738831" y="277381"/>
                </a:lnTo>
                <a:lnTo>
                  <a:pt x="739919" y="277673"/>
                </a:lnTo>
                <a:lnTo>
                  <a:pt x="741813" y="277412"/>
                </a:lnTo>
                <a:lnTo>
                  <a:pt x="742852" y="275909"/>
                </a:lnTo>
                <a:lnTo>
                  <a:pt x="743313" y="272758"/>
                </a:lnTo>
                <a:lnTo>
                  <a:pt x="745364" y="271967"/>
                </a:lnTo>
                <a:lnTo>
                  <a:pt x="747864" y="271533"/>
                </a:lnTo>
                <a:lnTo>
                  <a:pt x="748550" y="270438"/>
                </a:lnTo>
                <a:lnTo>
                  <a:pt x="747910" y="268723"/>
                </a:lnTo>
                <a:lnTo>
                  <a:pt x="745632" y="266430"/>
                </a:lnTo>
                <a:lnTo>
                  <a:pt x="736326" y="261834"/>
                </a:lnTo>
                <a:lnTo>
                  <a:pt x="734468" y="260381"/>
                </a:lnTo>
                <a:lnTo>
                  <a:pt x="733073" y="258461"/>
                </a:lnTo>
                <a:lnTo>
                  <a:pt x="731893" y="254479"/>
                </a:lnTo>
                <a:lnTo>
                  <a:pt x="731441" y="251166"/>
                </a:lnTo>
                <a:lnTo>
                  <a:pt x="732018" y="249833"/>
                </a:lnTo>
                <a:lnTo>
                  <a:pt x="735234" y="247447"/>
                </a:lnTo>
                <a:lnTo>
                  <a:pt x="735287" y="245392"/>
                </a:lnTo>
                <a:lnTo>
                  <a:pt x="734584" y="244035"/>
                </a:lnTo>
                <a:lnTo>
                  <a:pt x="715187" y="230423"/>
                </a:lnTo>
                <a:lnTo>
                  <a:pt x="713457" y="228635"/>
                </a:lnTo>
                <a:lnTo>
                  <a:pt x="710067" y="224173"/>
                </a:lnTo>
                <a:lnTo>
                  <a:pt x="704703" y="219051"/>
                </a:lnTo>
                <a:lnTo>
                  <a:pt x="703303" y="218390"/>
                </a:lnTo>
                <a:lnTo>
                  <a:pt x="700969" y="217955"/>
                </a:lnTo>
                <a:lnTo>
                  <a:pt x="698968" y="218207"/>
                </a:lnTo>
                <a:lnTo>
                  <a:pt x="698162" y="218768"/>
                </a:lnTo>
                <a:close/>
                <a:moveTo>
                  <a:pt x="475377" y="255150"/>
                </a:moveTo>
                <a:lnTo>
                  <a:pt x="471382" y="255759"/>
                </a:lnTo>
                <a:lnTo>
                  <a:pt x="467625" y="256764"/>
                </a:lnTo>
                <a:lnTo>
                  <a:pt x="464130" y="258146"/>
                </a:lnTo>
                <a:lnTo>
                  <a:pt x="460923" y="259882"/>
                </a:lnTo>
                <a:lnTo>
                  <a:pt x="458030" y="261952"/>
                </a:lnTo>
                <a:lnTo>
                  <a:pt x="455474" y="264335"/>
                </a:lnTo>
                <a:lnTo>
                  <a:pt x="453283" y="267010"/>
                </a:lnTo>
                <a:lnTo>
                  <a:pt x="451480" y="269956"/>
                </a:lnTo>
                <a:lnTo>
                  <a:pt x="450091" y="273152"/>
                </a:lnTo>
                <a:lnTo>
                  <a:pt x="449142" y="276577"/>
                </a:lnTo>
                <a:lnTo>
                  <a:pt x="448505" y="279724"/>
                </a:lnTo>
                <a:lnTo>
                  <a:pt x="448505" y="330992"/>
                </a:lnTo>
                <a:lnTo>
                  <a:pt x="449766" y="337082"/>
                </a:lnTo>
                <a:lnTo>
                  <a:pt x="451786" y="341964"/>
                </a:lnTo>
                <a:lnTo>
                  <a:pt x="453149" y="344217"/>
                </a:lnTo>
                <a:lnTo>
                  <a:pt x="456507" y="348251"/>
                </a:lnTo>
                <a:lnTo>
                  <a:pt x="460599" y="351531"/>
                </a:lnTo>
                <a:lnTo>
                  <a:pt x="465300" y="353903"/>
                </a:lnTo>
                <a:lnTo>
                  <a:pt x="471001" y="355679"/>
                </a:lnTo>
                <a:lnTo>
                  <a:pt x="482364" y="356132"/>
                </a:lnTo>
                <a:lnTo>
                  <a:pt x="516528" y="356069"/>
                </a:lnTo>
                <a:lnTo>
                  <a:pt x="521285" y="355465"/>
                </a:lnTo>
                <a:lnTo>
                  <a:pt x="528065" y="352915"/>
                </a:lnTo>
                <a:lnTo>
                  <a:pt x="532669" y="349819"/>
                </a:lnTo>
                <a:lnTo>
                  <a:pt x="536509" y="346180"/>
                </a:lnTo>
                <a:lnTo>
                  <a:pt x="539791" y="341036"/>
                </a:lnTo>
                <a:lnTo>
                  <a:pt x="542240" y="333638"/>
                </a:lnTo>
                <a:lnTo>
                  <a:pt x="542719" y="327001"/>
                </a:lnTo>
                <a:lnTo>
                  <a:pt x="542826" y="319159"/>
                </a:lnTo>
                <a:lnTo>
                  <a:pt x="542555" y="277249"/>
                </a:lnTo>
                <a:lnTo>
                  <a:pt x="539354" y="269523"/>
                </a:lnTo>
                <a:lnTo>
                  <a:pt x="537442" y="266602"/>
                </a:lnTo>
                <a:lnTo>
                  <a:pt x="535024" y="263671"/>
                </a:lnTo>
                <a:lnTo>
                  <a:pt x="530747" y="260114"/>
                </a:lnTo>
                <a:lnTo>
                  <a:pt x="526055" y="257648"/>
                </a:lnTo>
                <a:lnTo>
                  <a:pt x="517452" y="255009"/>
                </a:lnTo>
                <a:lnTo>
                  <a:pt x="475377" y="255150"/>
                </a:lnTo>
                <a:close/>
                <a:moveTo>
                  <a:pt x="514482" y="277249"/>
                </a:moveTo>
                <a:lnTo>
                  <a:pt x="516508" y="278415"/>
                </a:lnTo>
                <a:lnTo>
                  <a:pt x="519022" y="280960"/>
                </a:lnTo>
                <a:lnTo>
                  <a:pt x="520068" y="282906"/>
                </a:lnTo>
                <a:lnTo>
                  <a:pt x="520220" y="284636"/>
                </a:lnTo>
                <a:lnTo>
                  <a:pt x="520463" y="299287"/>
                </a:lnTo>
                <a:lnTo>
                  <a:pt x="520308" y="323177"/>
                </a:lnTo>
                <a:lnTo>
                  <a:pt x="520033" y="328446"/>
                </a:lnTo>
                <a:lnTo>
                  <a:pt x="518756" y="330691"/>
                </a:lnTo>
                <a:lnTo>
                  <a:pt x="516250" y="333502"/>
                </a:lnTo>
                <a:lnTo>
                  <a:pt x="509956" y="335447"/>
                </a:lnTo>
                <a:lnTo>
                  <a:pt x="479620" y="335234"/>
                </a:lnTo>
                <a:lnTo>
                  <a:pt x="474316" y="333047"/>
                </a:lnTo>
                <a:lnTo>
                  <a:pt x="472326" y="330879"/>
                </a:lnTo>
                <a:lnTo>
                  <a:pt x="470144" y="326749"/>
                </a:lnTo>
                <a:lnTo>
                  <a:pt x="470215" y="284921"/>
                </a:lnTo>
                <a:lnTo>
                  <a:pt x="472639" y="280161"/>
                </a:lnTo>
                <a:lnTo>
                  <a:pt x="475241" y="277804"/>
                </a:lnTo>
                <a:lnTo>
                  <a:pt x="476579" y="277213"/>
                </a:lnTo>
                <a:lnTo>
                  <a:pt x="478080" y="277015"/>
                </a:lnTo>
                <a:lnTo>
                  <a:pt x="500799" y="276717"/>
                </a:lnTo>
                <a:lnTo>
                  <a:pt x="514482" y="277249"/>
                </a:lnTo>
                <a:close/>
                <a:moveTo>
                  <a:pt x="21462" y="257272"/>
                </a:moveTo>
                <a:lnTo>
                  <a:pt x="1344" y="257449"/>
                </a:lnTo>
                <a:lnTo>
                  <a:pt x="0" y="259110"/>
                </a:lnTo>
                <a:lnTo>
                  <a:pt x="0" y="276294"/>
                </a:lnTo>
                <a:lnTo>
                  <a:pt x="1344" y="277956"/>
                </a:lnTo>
                <a:lnTo>
                  <a:pt x="51303" y="278133"/>
                </a:lnTo>
                <a:lnTo>
                  <a:pt x="54706" y="279580"/>
                </a:lnTo>
                <a:lnTo>
                  <a:pt x="56136" y="280525"/>
                </a:lnTo>
                <a:lnTo>
                  <a:pt x="58693" y="283896"/>
                </a:lnTo>
                <a:lnTo>
                  <a:pt x="58604" y="291608"/>
                </a:lnTo>
                <a:lnTo>
                  <a:pt x="58162" y="293503"/>
                </a:lnTo>
                <a:lnTo>
                  <a:pt x="56466" y="294107"/>
                </a:lnTo>
                <a:lnTo>
                  <a:pt x="53728" y="294300"/>
                </a:lnTo>
                <a:lnTo>
                  <a:pt x="25917" y="294680"/>
                </a:lnTo>
                <a:lnTo>
                  <a:pt x="25244" y="295678"/>
                </a:lnTo>
                <a:lnTo>
                  <a:pt x="24886" y="298083"/>
                </a:lnTo>
                <a:lnTo>
                  <a:pt x="24842" y="310589"/>
                </a:lnTo>
                <a:lnTo>
                  <a:pt x="25360" y="314545"/>
                </a:lnTo>
                <a:lnTo>
                  <a:pt x="25850" y="315382"/>
                </a:lnTo>
                <a:lnTo>
                  <a:pt x="26453" y="315673"/>
                </a:lnTo>
                <a:lnTo>
                  <a:pt x="57208" y="315965"/>
                </a:lnTo>
                <a:lnTo>
                  <a:pt x="58870" y="317308"/>
                </a:lnTo>
                <a:lnTo>
                  <a:pt x="58337" y="327807"/>
                </a:lnTo>
                <a:lnTo>
                  <a:pt x="57583" y="329210"/>
                </a:lnTo>
                <a:lnTo>
                  <a:pt x="55795" y="330931"/>
                </a:lnTo>
                <a:lnTo>
                  <a:pt x="51798" y="333113"/>
                </a:lnTo>
                <a:lnTo>
                  <a:pt x="1485" y="333467"/>
                </a:lnTo>
                <a:lnTo>
                  <a:pt x="0" y="334810"/>
                </a:lnTo>
                <a:lnTo>
                  <a:pt x="0" y="352665"/>
                </a:lnTo>
                <a:lnTo>
                  <a:pt x="1344" y="354327"/>
                </a:lnTo>
                <a:lnTo>
                  <a:pt x="50083" y="354354"/>
                </a:lnTo>
                <a:lnTo>
                  <a:pt x="56928" y="353914"/>
                </a:lnTo>
                <a:lnTo>
                  <a:pt x="62123" y="353207"/>
                </a:lnTo>
                <a:lnTo>
                  <a:pt x="65588" y="352202"/>
                </a:lnTo>
                <a:lnTo>
                  <a:pt x="70326" y="350195"/>
                </a:lnTo>
                <a:lnTo>
                  <a:pt x="74615" y="346555"/>
                </a:lnTo>
                <a:lnTo>
                  <a:pt x="77397" y="342496"/>
                </a:lnTo>
                <a:lnTo>
                  <a:pt x="78862" y="339054"/>
                </a:lnTo>
                <a:lnTo>
                  <a:pt x="80557" y="333497"/>
                </a:lnTo>
                <a:lnTo>
                  <a:pt x="80988" y="330324"/>
                </a:lnTo>
                <a:lnTo>
                  <a:pt x="81516" y="313570"/>
                </a:lnTo>
                <a:lnTo>
                  <a:pt x="81136" y="284020"/>
                </a:lnTo>
                <a:lnTo>
                  <a:pt x="80507" y="277368"/>
                </a:lnTo>
                <a:lnTo>
                  <a:pt x="77936" y="269335"/>
                </a:lnTo>
                <a:lnTo>
                  <a:pt x="76064" y="266205"/>
                </a:lnTo>
                <a:lnTo>
                  <a:pt x="74882" y="264812"/>
                </a:lnTo>
                <a:lnTo>
                  <a:pt x="72017" y="262361"/>
                </a:lnTo>
                <a:lnTo>
                  <a:pt x="68470" y="260347"/>
                </a:lnTo>
                <a:lnTo>
                  <a:pt x="62767" y="258314"/>
                </a:lnTo>
                <a:lnTo>
                  <a:pt x="58161" y="257585"/>
                </a:lnTo>
                <a:lnTo>
                  <a:pt x="50892" y="257226"/>
                </a:lnTo>
                <a:lnTo>
                  <a:pt x="21462" y="257272"/>
                </a:lnTo>
                <a:close/>
                <a:moveTo>
                  <a:pt x="161335" y="257201"/>
                </a:moveTo>
                <a:lnTo>
                  <a:pt x="159122" y="257570"/>
                </a:lnTo>
                <a:lnTo>
                  <a:pt x="158683" y="257873"/>
                </a:lnTo>
                <a:lnTo>
                  <a:pt x="158494" y="258578"/>
                </a:lnTo>
                <a:lnTo>
                  <a:pt x="157870" y="291851"/>
                </a:lnTo>
                <a:lnTo>
                  <a:pt x="156526" y="293336"/>
                </a:lnTo>
                <a:lnTo>
                  <a:pt x="124966" y="293300"/>
                </a:lnTo>
                <a:lnTo>
                  <a:pt x="113850" y="292983"/>
                </a:lnTo>
                <a:lnTo>
                  <a:pt x="112983" y="291697"/>
                </a:lnTo>
                <a:lnTo>
                  <a:pt x="112567" y="287626"/>
                </a:lnTo>
                <a:lnTo>
                  <a:pt x="112436" y="258368"/>
                </a:lnTo>
                <a:lnTo>
                  <a:pt x="111096" y="257589"/>
                </a:lnTo>
                <a:lnTo>
                  <a:pt x="109240" y="257369"/>
                </a:lnTo>
                <a:lnTo>
                  <a:pt x="91575" y="257272"/>
                </a:lnTo>
                <a:lnTo>
                  <a:pt x="90161" y="258686"/>
                </a:lnTo>
                <a:lnTo>
                  <a:pt x="90161" y="352736"/>
                </a:lnTo>
                <a:lnTo>
                  <a:pt x="91160" y="353681"/>
                </a:lnTo>
                <a:lnTo>
                  <a:pt x="92829" y="354237"/>
                </a:lnTo>
                <a:lnTo>
                  <a:pt x="94906" y="354419"/>
                </a:lnTo>
                <a:lnTo>
                  <a:pt x="110986" y="354327"/>
                </a:lnTo>
                <a:lnTo>
                  <a:pt x="112506" y="352807"/>
                </a:lnTo>
                <a:lnTo>
                  <a:pt x="112490" y="323234"/>
                </a:lnTo>
                <a:lnTo>
                  <a:pt x="112962" y="316259"/>
                </a:lnTo>
                <a:lnTo>
                  <a:pt x="113492" y="315166"/>
                </a:lnTo>
                <a:lnTo>
                  <a:pt x="114193" y="314843"/>
                </a:lnTo>
                <a:lnTo>
                  <a:pt x="122159" y="314614"/>
                </a:lnTo>
                <a:lnTo>
                  <a:pt x="156597" y="314550"/>
                </a:lnTo>
                <a:lnTo>
                  <a:pt x="158046" y="316424"/>
                </a:lnTo>
                <a:lnTo>
                  <a:pt x="158046" y="352772"/>
                </a:lnTo>
                <a:lnTo>
                  <a:pt x="159814" y="354539"/>
                </a:lnTo>
                <a:lnTo>
                  <a:pt x="178518" y="354327"/>
                </a:lnTo>
                <a:lnTo>
                  <a:pt x="180109" y="352736"/>
                </a:lnTo>
                <a:lnTo>
                  <a:pt x="179968" y="259040"/>
                </a:lnTo>
                <a:lnTo>
                  <a:pt x="179019" y="257841"/>
                </a:lnTo>
                <a:lnTo>
                  <a:pt x="177187" y="257525"/>
                </a:lnTo>
                <a:lnTo>
                  <a:pt x="161335" y="257201"/>
                </a:lnTo>
                <a:close/>
                <a:moveTo>
                  <a:pt x="211259" y="257661"/>
                </a:moveTo>
                <a:lnTo>
                  <a:pt x="207490" y="258570"/>
                </a:lnTo>
                <a:lnTo>
                  <a:pt x="202375" y="260486"/>
                </a:lnTo>
                <a:lnTo>
                  <a:pt x="199697" y="261974"/>
                </a:lnTo>
                <a:lnTo>
                  <a:pt x="197276" y="264108"/>
                </a:lnTo>
                <a:lnTo>
                  <a:pt x="195209" y="266612"/>
                </a:lnTo>
                <a:lnTo>
                  <a:pt x="192844" y="270942"/>
                </a:lnTo>
                <a:lnTo>
                  <a:pt x="191805" y="274133"/>
                </a:lnTo>
                <a:lnTo>
                  <a:pt x="190575" y="280219"/>
                </a:lnTo>
                <a:lnTo>
                  <a:pt x="190275" y="293515"/>
                </a:lnTo>
                <a:lnTo>
                  <a:pt x="190398" y="330992"/>
                </a:lnTo>
                <a:lnTo>
                  <a:pt x="191999" y="337858"/>
                </a:lnTo>
                <a:lnTo>
                  <a:pt x="194441" y="343605"/>
                </a:lnTo>
                <a:lnTo>
                  <a:pt x="196734" y="346641"/>
                </a:lnTo>
                <a:lnTo>
                  <a:pt x="201308" y="350192"/>
                </a:lnTo>
                <a:lnTo>
                  <a:pt x="206795" y="352644"/>
                </a:lnTo>
                <a:lnTo>
                  <a:pt x="210953" y="353579"/>
                </a:lnTo>
                <a:lnTo>
                  <a:pt x="217296" y="354083"/>
                </a:lnTo>
                <a:lnTo>
                  <a:pt x="227487" y="354288"/>
                </a:lnTo>
                <a:lnTo>
                  <a:pt x="269492" y="354327"/>
                </a:lnTo>
                <a:lnTo>
                  <a:pt x="270836" y="352665"/>
                </a:lnTo>
                <a:lnTo>
                  <a:pt x="270778" y="337329"/>
                </a:lnTo>
                <a:lnTo>
                  <a:pt x="270588" y="335133"/>
                </a:lnTo>
                <a:lnTo>
                  <a:pt x="269863" y="333769"/>
                </a:lnTo>
                <a:lnTo>
                  <a:pt x="268519" y="333435"/>
                </a:lnTo>
                <a:lnTo>
                  <a:pt x="263818" y="333344"/>
                </a:lnTo>
                <a:lnTo>
                  <a:pt x="219745" y="333113"/>
                </a:lnTo>
                <a:lnTo>
                  <a:pt x="216267" y="331394"/>
                </a:lnTo>
                <a:lnTo>
                  <a:pt x="213823" y="329191"/>
                </a:lnTo>
                <a:lnTo>
                  <a:pt x="212525" y="325960"/>
                </a:lnTo>
                <a:lnTo>
                  <a:pt x="212143" y="321233"/>
                </a:lnTo>
                <a:lnTo>
                  <a:pt x="212334" y="317661"/>
                </a:lnTo>
                <a:lnTo>
                  <a:pt x="213628" y="316142"/>
                </a:lnTo>
                <a:lnTo>
                  <a:pt x="269457" y="315505"/>
                </a:lnTo>
                <a:lnTo>
                  <a:pt x="270285" y="314592"/>
                </a:lnTo>
                <a:lnTo>
                  <a:pt x="270597" y="313233"/>
                </a:lnTo>
                <a:lnTo>
                  <a:pt x="270836" y="304863"/>
                </a:lnTo>
                <a:lnTo>
                  <a:pt x="270836" y="296235"/>
                </a:lnTo>
                <a:lnTo>
                  <a:pt x="269492" y="294574"/>
                </a:lnTo>
                <a:lnTo>
                  <a:pt x="213568" y="293956"/>
                </a:lnTo>
                <a:lnTo>
                  <a:pt x="212853" y="293752"/>
                </a:lnTo>
                <a:lnTo>
                  <a:pt x="212483" y="293280"/>
                </a:lnTo>
                <a:lnTo>
                  <a:pt x="212153" y="290490"/>
                </a:lnTo>
                <a:lnTo>
                  <a:pt x="212514" y="285226"/>
                </a:lnTo>
                <a:lnTo>
                  <a:pt x="214285" y="281481"/>
                </a:lnTo>
                <a:lnTo>
                  <a:pt x="215343" y="280250"/>
                </a:lnTo>
                <a:lnTo>
                  <a:pt x="216268" y="279686"/>
                </a:lnTo>
                <a:lnTo>
                  <a:pt x="220593" y="278133"/>
                </a:lnTo>
                <a:lnTo>
                  <a:pt x="268962" y="278133"/>
                </a:lnTo>
                <a:lnTo>
                  <a:pt x="270836" y="276683"/>
                </a:lnTo>
                <a:lnTo>
                  <a:pt x="270836" y="258368"/>
                </a:lnTo>
                <a:lnTo>
                  <a:pt x="269171" y="257589"/>
                </a:lnTo>
                <a:lnTo>
                  <a:pt x="261881" y="257336"/>
                </a:lnTo>
                <a:lnTo>
                  <a:pt x="211259" y="257661"/>
                </a:lnTo>
                <a:close/>
                <a:moveTo>
                  <a:pt x="282751" y="257908"/>
                </a:moveTo>
                <a:lnTo>
                  <a:pt x="282150" y="258580"/>
                </a:lnTo>
                <a:lnTo>
                  <a:pt x="282150" y="352772"/>
                </a:lnTo>
                <a:lnTo>
                  <a:pt x="283883" y="354504"/>
                </a:lnTo>
                <a:lnTo>
                  <a:pt x="297098" y="354475"/>
                </a:lnTo>
                <a:lnTo>
                  <a:pt x="302084" y="354099"/>
                </a:lnTo>
                <a:lnTo>
                  <a:pt x="303251" y="353658"/>
                </a:lnTo>
                <a:lnTo>
                  <a:pt x="304001" y="352984"/>
                </a:lnTo>
                <a:lnTo>
                  <a:pt x="304271" y="351651"/>
                </a:lnTo>
                <a:lnTo>
                  <a:pt x="304534" y="323383"/>
                </a:lnTo>
                <a:lnTo>
                  <a:pt x="304835" y="320586"/>
                </a:lnTo>
                <a:lnTo>
                  <a:pt x="305417" y="319328"/>
                </a:lnTo>
                <a:lnTo>
                  <a:pt x="306370" y="318793"/>
                </a:lnTo>
                <a:lnTo>
                  <a:pt x="308556" y="318647"/>
                </a:lnTo>
                <a:lnTo>
                  <a:pt x="336207" y="318441"/>
                </a:lnTo>
                <a:lnTo>
                  <a:pt x="344885" y="317990"/>
                </a:lnTo>
                <a:lnTo>
                  <a:pt x="352652" y="316141"/>
                </a:lnTo>
                <a:lnTo>
                  <a:pt x="355656" y="314831"/>
                </a:lnTo>
                <a:lnTo>
                  <a:pt x="358323" y="313214"/>
                </a:lnTo>
                <a:lnTo>
                  <a:pt x="361660" y="310238"/>
                </a:lnTo>
                <a:lnTo>
                  <a:pt x="363778" y="307340"/>
                </a:lnTo>
                <a:lnTo>
                  <a:pt x="364939" y="304680"/>
                </a:lnTo>
                <a:lnTo>
                  <a:pt x="366724" y="298463"/>
                </a:lnTo>
                <a:lnTo>
                  <a:pt x="366927" y="281252"/>
                </a:lnTo>
                <a:lnTo>
                  <a:pt x="366596" y="277060"/>
                </a:lnTo>
                <a:lnTo>
                  <a:pt x="364519" y="269769"/>
                </a:lnTo>
                <a:lnTo>
                  <a:pt x="363050" y="267042"/>
                </a:lnTo>
                <a:lnTo>
                  <a:pt x="361094" y="264533"/>
                </a:lnTo>
                <a:lnTo>
                  <a:pt x="358790" y="262394"/>
                </a:lnTo>
                <a:lnTo>
                  <a:pt x="356277" y="260774"/>
                </a:lnTo>
                <a:lnTo>
                  <a:pt x="349609" y="258141"/>
                </a:lnTo>
                <a:lnTo>
                  <a:pt x="344202" y="257484"/>
                </a:lnTo>
                <a:lnTo>
                  <a:pt x="330890" y="257285"/>
                </a:lnTo>
                <a:lnTo>
                  <a:pt x="283317" y="257272"/>
                </a:lnTo>
                <a:lnTo>
                  <a:pt x="282751" y="257908"/>
                </a:lnTo>
                <a:close/>
                <a:moveTo>
                  <a:pt x="337484" y="278522"/>
                </a:moveTo>
                <a:lnTo>
                  <a:pt x="340999" y="279887"/>
                </a:lnTo>
                <a:lnTo>
                  <a:pt x="342615" y="281072"/>
                </a:lnTo>
                <a:lnTo>
                  <a:pt x="343726" y="282549"/>
                </a:lnTo>
                <a:lnTo>
                  <a:pt x="344591" y="285452"/>
                </a:lnTo>
                <a:lnTo>
                  <a:pt x="344657" y="288643"/>
                </a:lnTo>
                <a:lnTo>
                  <a:pt x="344074" y="292142"/>
                </a:lnTo>
                <a:lnTo>
                  <a:pt x="342812" y="294008"/>
                </a:lnTo>
                <a:lnTo>
                  <a:pt x="340179" y="296058"/>
                </a:lnTo>
                <a:lnTo>
                  <a:pt x="338765" y="296554"/>
                </a:lnTo>
                <a:lnTo>
                  <a:pt x="334019" y="296770"/>
                </a:lnTo>
                <a:lnTo>
                  <a:pt x="305875" y="296872"/>
                </a:lnTo>
                <a:lnTo>
                  <a:pt x="304425" y="294998"/>
                </a:lnTo>
                <a:lnTo>
                  <a:pt x="304643" y="281644"/>
                </a:lnTo>
                <a:lnTo>
                  <a:pt x="305244" y="279366"/>
                </a:lnTo>
                <a:lnTo>
                  <a:pt x="306405" y="278309"/>
                </a:lnTo>
                <a:lnTo>
                  <a:pt x="321626" y="278031"/>
                </a:lnTo>
                <a:lnTo>
                  <a:pt x="337484" y="278522"/>
                </a:lnTo>
                <a:close/>
                <a:moveTo>
                  <a:pt x="395823" y="257802"/>
                </a:moveTo>
                <a:lnTo>
                  <a:pt x="392508" y="258654"/>
                </a:lnTo>
                <a:lnTo>
                  <a:pt x="387752" y="260399"/>
                </a:lnTo>
                <a:lnTo>
                  <a:pt x="385327" y="261855"/>
                </a:lnTo>
                <a:lnTo>
                  <a:pt x="382913" y="263888"/>
                </a:lnTo>
                <a:lnTo>
                  <a:pt x="380750" y="266265"/>
                </a:lnTo>
                <a:lnTo>
                  <a:pt x="379077" y="268752"/>
                </a:lnTo>
                <a:lnTo>
                  <a:pt x="376380" y="275635"/>
                </a:lnTo>
                <a:lnTo>
                  <a:pt x="375749" y="282901"/>
                </a:lnTo>
                <a:lnTo>
                  <a:pt x="375564" y="292448"/>
                </a:lnTo>
                <a:lnTo>
                  <a:pt x="375493" y="352772"/>
                </a:lnTo>
                <a:lnTo>
                  <a:pt x="377225" y="354504"/>
                </a:lnTo>
                <a:lnTo>
                  <a:pt x="393403" y="354334"/>
                </a:lnTo>
                <a:lnTo>
                  <a:pt x="395957" y="353828"/>
                </a:lnTo>
                <a:lnTo>
                  <a:pt x="397025" y="352807"/>
                </a:lnTo>
                <a:lnTo>
                  <a:pt x="397326" y="344489"/>
                </a:lnTo>
                <a:lnTo>
                  <a:pt x="397618" y="289120"/>
                </a:lnTo>
                <a:lnTo>
                  <a:pt x="397972" y="284990"/>
                </a:lnTo>
                <a:lnTo>
                  <a:pt x="399277" y="281588"/>
                </a:lnTo>
                <a:lnTo>
                  <a:pt x="401660" y="279803"/>
                </a:lnTo>
                <a:lnTo>
                  <a:pt x="405917" y="278361"/>
                </a:lnTo>
                <a:lnTo>
                  <a:pt x="413137" y="278044"/>
                </a:lnTo>
                <a:lnTo>
                  <a:pt x="439560" y="277956"/>
                </a:lnTo>
                <a:lnTo>
                  <a:pt x="440904" y="276294"/>
                </a:lnTo>
                <a:lnTo>
                  <a:pt x="440806" y="260313"/>
                </a:lnTo>
                <a:lnTo>
                  <a:pt x="440587" y="258594"/>
                </a:lnTo>
                <a:lnTo>
                  <a:pt x="439808" y="257272"/>
                </a:lnTo>
                <a:lnTo>
                  <a:pt x="404700" y="257395"/>
                </a:lnTo>
                <a:lnTo>
                  <a:pt x="395823" y="257802"/>
                </a:lnTo>
                <a:close/>
                <a:moveTo>
                  <a:pt x="615391" y="266147"/>
                </a:moveTo>
                <a:lnTo>
                  <a:pt x="612417" y="267922"/>
                </a:lnTo>
                <a:lnTo>
                  <a:pt x="609445" y="269066"/>
                </a:lnTo>
                <a:lnTo>
                  <a:pt x="607285" y="270434"/>
                </a:lnTo>
                <a:lnTo>
                  <a:pt x="601032" y="276042"/>
                </a:lnTo>
                <a:lnTo>
                  <a:pt x="597889" y="278185"/>
                </a:lnTo>
                <a:lnTo>
                  <a:pt x="596750" y="279704"/>
                </a:lnTo>
                <a:lnTo>
                  <a:pt x="596475" y="280961"/>
                </a:lnTo>
                <a:lnTo>
                  <a:pt x="596752" y="281584"/>
                </a:lnTo>
                <a:lnTo>
                  <a:pt x="601486" y="286704"/>
                </a:lnTo>
                <a:lnTo>
                  <a:pt x="602364" y="288540"/>
                </a:lnTo>
                <a:lnTo>
                  <a:pt x="601575" y="294034"/>
                </a:lnTo>
                <a:lnTo>
                  <a:pt x="601176" y="302005"/>
                </a:lnTo>
                <a:lnTo>
                  <a:pt x="600796" y="303415"/>
                </a:lnTo>
                <a:lnTo>
                  <a:pt x="599723" y="305086"/>
                </a:lnTo>
                <a:lnTo>
                  <a:pt x="597642" y="307196"/>
                </a:lnTo>
                <a:lnTo>
                  <a:pt x="592374" y="306029"/>
                </a:lnTo>
                <a:lnTo>
                  <a:pt x="588136" y="307520"/>
                </a:lnTo>
                <a:lnTo>
                  <a:pt x="586412" y="307731"/>
                </a:lnTo>
                <a:lnTo>
                  <a:pt x="580784" y="306193"/>
                </a:lnTo>
                <a:lnTo>
                  <a:pt x="578630" y="306065"/>
                </a:lnTo>
                <a:lnTo>
                  <a:pt x="577705" y="306312"/>
                </a:lnTo>
                <a:lnTo>
                  <a:pt x="575910" y="307526"/>
                </a:lnTo>
                <a:lnTo>
                  <a:pt x="571632" y="312632"/>
                </a:lnTo>
                <a:lnTo>
                  <a:pt x="568431" y="315675"/>
                </a:lnTo>
                <a:lnTo>
                  <a:pt x="565134" y="317703"/>
                </a:lnTo>
                <a:lnTo>
                  <a:pt x="563082" y="318354"/>
                </a:lnTo>
                <a:lnTo>
                  <a:pt x="561251" y="318547"/>
                </a:lnTo>
                <a:lnTo>
                  <a:pt x="559182" y="319930"/>
                </a:lnTo>
                <a:lnTo>
                  <a:pt x="558444" y="321464"/>
                </a:lnTo>
                <a:lnTo>
                  <a:pt x="558346" y="323232"/>
                </a:lnTo>
                <a:lnTo>
                  <a:pt x="558996" y="325016"/>
                </a:lnTo>
                <a:lnTo>
                  <a:pt x="560093" y="326225"/>
                </a:lnTo>
                <a:lnTo>
                  <a:pt x="561499" y="327054"/>
                </a:lnTo>
                <a:lnTo>
                  <a:pt x="562996" y="327450"/>
                </a:lnTo>
                <a:lnTo>
                  <a:pt x="564938" y="327106"/>
                </a:lnTo>
                <a:lnTo>
                  <a:pt x="566346" y="325965"/>
                </a:lnTo>
                <a:lnTo>
                  <a:pt x="574548" y="321047"/>
                </a:lnTo>
                <a:lnTo>
                  <a:pt x="579350" y="315454"/>
                </a:lnTo>
                <a:lnTo>
                  <a:pt x="580878" y="314276"/>
                </a:lnTo>
                <a:lnTo>
                  <a:pt x="581969" y="314239"/>
                </a:lnTo>
                <a:lnTo>
                  <a:pt x="585929" y="315744"/>
                </a:lnTo>
                <a:lnTo>
                  <a:pt x="588051" y="316102"/>
                </a:lnTo>
                <a:lnTo>
                  <a:pt x="589811" y="315762"/>
                </a:lnTo>
                <a:lnTo>
                  <a:pt x="591949" y="314197"/>
                </a:lnTo>
                <a:lnTo>
                  <a:pt x="598153" y="314502"/>
                </a:lnTo>
                <a:lnTo>
                  <a:pt x="600085" y="314328"/>
                </a:lnTo>
                <a:lnTo>
                  <a:pt x="602416" y="313338"/>
                </a:lnTo>
                <a:lnTo>
                  <a:pt x="609661" y="307320"/>
                </a:lnTo>
                <a:lnTo>
                  <a:pt x="610198" y="306198"/>
                </a:lnTo>
                <a:lnTo>
                  <a:pt x="610208" y="305316"/>
                </a:lnTo>
                <a:lnTo>
                  <a:pt x="608730" y="301318"/>
                </a:lnTo>
                <a:lnTo>
                  <a:pt x="608472" y="296937"/>
                </a:lnTo>
                <a:lnTo>
                  <a:pt x="609163" y="293643"/>
                </a:lnTo>
                <a:lnTo>
                  <a:pt x="610871" y="289265"/>
                </a:lnTo>
                <a:lnTo>
                  <a:pt x="611078" y="287498"/>
                </a:lnTo>
                <a:lnTo>
                  <a:pt x="610367" y="285168"/>
                </a:lnTo>
                <a:lnTo>
                  <a:pt x="608324" y="282427"/>
                </a:lnTo>
                <a:lnTo>
                  <a:pt x="607789" y="281032"/>
                </a:lnTo>
                <a:lnTo>
                  <a:pt x="608568" y="279428"/>
                </a:lnTo>
                <a:lnTo>
                  <a:pt x="610623" y="277483"/>
                </a:lnTo>
                <a:lnTo>
                  <a:pt x="617317" y="273471"/>
                </a:lnTo>
                <a:lnTo>
                  <a:pt x="618443" y="272294"/>
                </a:lnTo>
                <a:lnTo>
                  <a:pt x="619146" y="269009"/>
                </a:lnTo>
                <a:lnTo>
                  <a:pt x="618997" y="266818"/>
                </a:lnTo>
                <a:lnTo>
                  <a:pt x="617473" y="265859"/>
                </a:lnTo>
                <a:lnTo>
                  <a:pt x="615391" y="266147"/>
                </a:lnTo>
                <a:close/>
                <a:moveTo>
                  <a:pt x="469295" y="372854"/>
                </a:moveTo>
                <a:lnTo>
                  <a:pt x="455082" y="373067"/>
                </a:lnTo>
                <a:lnTo>
                  <a:pt x="453455" y="374693"/>
                </a:lnTo>
                <a:lnTo>
                  <a:pt x="453379" y="462691"/>
                </a:lnTo>
                <a:lnTo>
                  <a:pt x="453455" y="468248"/>
                </a:lnTo>
                <a:lnTo>
                  <a:pt x="453872" y="469132"/>
                </a:lnTo>
                <a:lnTo>
                  <a:pt x="455665" y="469892"/>
                </a:lnTo>
                <a:lnTo>
                  <a:pt x="458165" y="470110"/>
                </a:lnTo>
                <a:lnTo>
                  <a:pt x="473609" y="470087"/>
                </a:lnTo>
                <a:lnTo>
                  <a:pt x="475200" y="468602"/>
                </a:lnTo>
                <a:lnTo>
                  <a:pt x="475288" y="405118"/>
                </a:lnTo>
                <a:lnTo>
                  <a:pt x="475440" y="397716"/>
                </a:lnTo>
                <a:lnTo>
                  <a:pt x="475864" y="395666"/>
                </a:lnTo>
                <a:lnTo>
                  <a:pt x="476862" y="394847"/>
                </a:lnTo>
                <a:lnTo>
                  <a:pt x="481478" y="394625"/>
                </a:lnTo>
                <a:lnTo>
                  <a:pt x="514165" y="394484"/>
                </a:lnTo>
                <a:lnTo>
                  <a:pt x="519306" y="394862"/>
                </a:lnTo>
                <a:lnTo>
                  <a:pt x="519927" y="395971"/>
                </a:lnTo>
                <a:lnTo>
                  <a:pt x="520129" y="397369"/>
                </a:lnTo>
                <a:lnTo>
                  <a:pt x="520421" y="407824"/>
                </a:lnTo>
                <a:lnTo>
                  <a:pt x="520740" y="468920"/>
                </a:lnTo>
                <a:lnTo>
                  <a:pt x="521725" y="469647"/>
                </a:lnTo>
                <a:lnTo>
                  <a:pt x="524228" y="470004"/>
                </a:lnTo>
                <a:lnTo>
                  <a:pt x="541565" y="470122"/>
                </a:lnTo>
                <a:lnTo>
                  <a:pt x="542768" y="468778"/>
                </a:lnTo>
                <a:lnTo>
                  <a:pt x="542820" y="394251"/>
                </a:lnTo>
                <a:lnTo>
                  <a:pt x="542706" y="377051"/>
                </a:lnTo>
                <a:lnTo>
                  <a:pt x="542445" y="374065"/>
                </a:lnTo>
                <a:lnTo>
                  <a:pt x="540611" y="373159"/>
                </a:lnTo>
                <a:lnTo>
                  <a:pt x="537640" y="372902"/>
                </a:lnTo>
                <a:lnTo>
                  <a:pt x="469295" y="372854"/>
                </a:lnTo>
                <a:close/>
                <a:moveTo>
                  <a:pt x="114204" y="373774"/>
                </a:moveTo>
                <a:lnTo>
                  <a:pt x="107532" y="375233"/>
                </a:lnTo>
                <a:lnTo>
                  <a:pt x="104678" y="376244"/>
                </a:lnTo>
                <a:lnTo>
                  <a:pt x="99862" y="378874"/>
                </a:lnTo>
                <a:lnTo>
                  <a:pt x="97873" y="380512"/>
                </a:lnTo>
                <a:lnTo>
                  <a:pt x="96145" y="382378"/>
                </a:lnTo>
                <a:lnTo>
                  <a:pt x="93416" y="386831"/>
                </a:lnTo>
                <a:lnTo>
                  <a:pt x="91057" y="394130"/>
                </a:lnTo>
                <a:lnTo>
                  <a:pt x="90622" y="398648"/>
                </a:lnTo>
                <a:lnTo>
                  <a:pt x="90404" y="413075"/>
                </a:lnTo>
                <a:lnTo>
                  <a:pt x="90334" y="461713"/>
                </a:lnTo>
                <a:lnTo>
                  <a:pt x="90550" y="469485"/>
                </a:lnTo>
                <a:lnTo>
                  <a:pt x="91014" y="470185"/>
                </a:lnTo>
                <a:lnTo>
                  <a:pt x="91968" y="470620"/>
                </a:lnTo>
                <a:lnTo>
                  <a:pt x="97025" y="470893"/>
                </a:lnTo>
                <a:lnTo>
                  <a:pt x="111128" y="470652"/>
                </a:lnTo>
                <a:lnTo>
                  <a:pt x="112436" y="468884"/>
                </a:lnTo>
                <a:lnTo>
                  <a:pt x="112818" y="403869"/>
                </a:lnTo>
                <a:lnTo>
                  <a:pt x="113037" y="400574"/>
                </a:lnTo>
                <a:lnTo>
                  <a:pt x="114672" y="397945"/>
                </a:lnTo>
                <a:lnTo>
                  <a:pt x="116573" y="396084"/>
                </a:lnTo>
                <a:lnTo>
                  <a:pt x="119876" y="395404"/>
                </a:lnTo>
                <a:lnTo>
                  <a:pt x="128646" y="394912"/>
                </a:lnTo>
                <a:lnTo>
                  <a:pt x="154049" y="394631"/>
                </a:lnTo>
                <a:lnTo>
                  <a:pt x="155042" y="394118"/>
                </a:lnTo>
                <a:lnTo>
                  <a:pt x="155505" y="393130"/>
                </a:lnTo>
                <a:lnTo>
                  <a:pt x="155895" y="388281"/>
                </a:lnTo>
                <a:lnTo>
                  <a:pt x="155925" y="375082"/>
                </a:lnTo>
                <a:lnTo>
                  <a:pt x="154581" y="373420"/>
                </a:lnTo>
                <a:lnTo>
                  <a:pt x="122984" y="373415"/>
                </a:lnTo>
                <a:lnTo>
                  <a:pt x="114204" y="373774"/>
                </a:lnTo>
                <a:close/>
                <a:moveTo>
                  <a:pt x="167699" y="373668"/>
                </a:moveTo>
                <a:lnTo>
                  <a:pt x="166709" y="374622"/>
                </a:lnTo>
                <a:lnTo>
                  <a:pt x="166554" y="381043"/>
                </a:lnTo>
                <a:lnTo>
                  <a:pt x="167052" y="467471"/>
                </a:lnTo>
                <a:lnTo>
                  <a:pt x="167910" y="469742"/>
                </a:lnTo>
                <a:lnTo>
                  <a:pt x="168406" y="470263"/>
                </a:lnTo>
                <a:lnTo>
                  <a:pt x="169425" y="470566"/>
                </a:lnTo>
                <a:lnTo>
                  <a:pt x="187575" y="470843"/>
                </a:lnTo>
                <a:lnTo>
                  <a:pt x="188810" y="469663"/>
                </a:lnTo>
                <a:lnTo>
                  <a:pt x="189092" y="467810"/>
                </a:lnTo>
                <a:lnTo>
                  <a:pt x="189252" y="440313"/>
                </a:lnTo>
                <a:lnTo>
                  <a:pt x="189466" y="437462"/>
                </a:lnTo>
                <a:lnTo>
                  <a:pt x="189877" y="436129"/>
                </a:lnTo>
                <a:lnTo>
                  <a:pt x="190540" y="435613"/>
                </a:lnTo>
                <a:lnTo>
                  <a:pt x="191626" y="435529"/>
                </a:lnTo>
                <a:lnTo>
                  <a:pt x="221765" y="435090"/>
                </a:lnTo>
                <a:lnTo>
                  <a:pt x="229007" y="434669"/>
                </a:lnTo>
                <a:lnTo>
                  <a:pt x="232338" y="434124"/>
                </a:lnTo>
                <a:lnTo>
                  <a:pt x="237608" y="432670"/>
                </a:lnTo>
                <a:lnTo>
                  <a:pt x="241089" y="431154"/>
                </a:lnTo>
                <a:lnTo>
                  <a:pt x="244039" y="429214"/>
                </a:lnTo>
                <a:lnTo>
                  <a:pt x="246502" y="426815"/>
                </a:lnTo>
                <a:lnTo>
                  <a:pt x="248519" y="423924"/>
                </a:lnTo>
                <a:lnTo>
                  <a:pt x="250323" y="420013"/>
                </a:lnTo>
                <a:lnTo>
                  <a:pt x="250924" y="417641"/>
                </a:lnTo>
                <a:lnTo>
                  <a:pt x="251354" y="409720"/>
                </a:lnTo>
                <a:lnTo>
                  <a:pt x="251212" y="390392"/>
                </a:lnTo>
                <a:lnTo>
                  <a:pt x="248631" y="384765"/>
                </a:lnTo>
                <a:lnTo>
                  <a:pt x="247357" y="382844"/>
                </a:lnTo>
                <a:lnTo>
                  <a:pt x="244184" y="379517"/>
                </a:lnTo>
                <a:lnTo>
                  <a:pt x="240192" y="376887"/>
                </a:lnTo>
                <a:lnTo>
                  <a:pt x="237894" y="375838"/>
                </a:lnTo>
                <a:lnTo>
                  <a:pt x="232706" y="374279"/>
                </a:lnTo>
                <a:lnTo>
                  <a:pt x="227059" y="373608"/>
                </a:lnTo>
                <a:lnTo>
                  <a:pt x="214719" y="373372"/>
                </a:lnTo>
                <a:lnTo>
                  <a:pt x="180841" y="373312"/>
                </a:lnTo>
                <a:lnTo>
                  <a:pt x="167699" y="373668"/>
                </a:lnTo>
                <a:close/>
                <a:moveTo>
                  <a:pt x="221901" y="394988"/>
                </a:moveTo>
                <a:lnTo>
                  <a:pt x="224681" y="395791"/>
                </a:lnTo>
                <a:lnTo>
                  <a:pt x="226608" y="396752"/>
                </a:lnTo>
                <a:lnTo>
                  <a:pt x="227902" y="397992"/>
                </a:lnTo>
                <a:lnTo>
                  <a:pt x="229114" y="400009"/>
                </a:lnTo>
                <a:lnTo>
                  <a:pt x="229114" y="408494"/>
                </a:lnTo>
                <a:lnTo>
                  <a:pt x="227245" y="410841"/>
                </a:lnTo>
                <a:lnTo>
                  <a:pt x="224058" y="413020"/>
                </a:lnTo>
                <a:lnTo>
                  <a:pt x="190646" y="413232"/>
                </a:lnTo>
                <a:lnTo>
                  <a:pt x="189161" y="411323"/>
                </a:lnTo>
                <a:lnTo>
                  <a:pt x="189309" y="397832"/>
                </a:lnTo>
                <a:lnTo>
                  <a:pt x="189760" y="395759"/>
                </a:lnTo>
                <a:lnTo>
                  <a:pt x="190681" y="394917"/>
                </a:lnTo>
                <a:lnTo>
                  <a:pt x="211484" y="394473"/>
                </a:lnTo>
                <a:lnTo>
                  <a:pt x="218624" y="394595"/>
                </a:lnTo>
                <a:lnTo>
                  <a:pt x="221901" y="394988"/>
                </a:lnTo>
                <a:close/>
                <a:moveTo>
                  <a:pt x="353536" y="373915"/>
                </a:moveTo>
                <a:lnTo>
                  <a:pt x="352688" y="374587"/>
                </a:lnTo>
                <a:lnTo>
                  <a:pt x="352602" y="454035"/>
                </a:lnTo>
                <a:lnTo>
                  <a:pt x="352736" y="464619"/>
                </a:lnTo>
                <a:lnTo>
                  <a:pt x="353370" y="470121"/>
                </a:lnTo>
                <a:lnTo>
                  <a:pt x="354208" y="470617"/>
                </a:lnTo>
                <a:lnTo>
                  <a:pt x="355659" y="470721"/>
                </a:lnTo>
                <a:lnTo>
                  <a:pt x="370321" y="470876"/>
                </a:lnTo>
                <a:lnTo>
                  <a:pt x="372528" y="470478"/>
                </a:lnTo>
                <a:lnTo>
                  <a:pt x="374255" y="469132"/>
                </a:lnTo>
                <a:lnTo>
                  <a:pt x="374438" y="403723"/>
                </a:lnTo>
                <a:lnTo>
                  <a:pt x="374574" y="396296"/>
                </a:lnTo>
                <a:lnTo>
                  <a:pt x="375055" y="395399"/>
                </a:lnTo>
                <a:lnTo>
                  <a:pt x="377884" y="394687"/>
                </a:lnTo>
                <a:lnTo>
                  <a:pt x="382716" y="394507"/>
                </a:lnTo>
                <a:lnTo>
                  <a:pt x="417214" y="394458"/>
                </a:lnTo>
                <a:lnTo>
                  <a:pt x="419406" y="396438"/>
                </a:lnTo>
                <a:lnTo>
                  <a:pt x="419443" y="449898"/>
                </a:lnTo>
                <a:lnTo>
                  <a:pt x="419760" y="468814"/>
                </a:lnTo>
                <a:lnTo>
                  <a:pt x="422341" y="470829"/>
                </a:lnTo>
                <a:lnTo>
                  <a:pt x="435024" y="470795"/>
                </a:lnTo>
                <a:lnTo>
                  <a:pt x="440116" y="470494"/>
                </a:lnTo>
                <a:lnTo>
                  <a:pt x="441611" y="468566"/>
                </a:lnTo>
                <a:lnTo>
                  <a:pt x="441611" y="374976"/>
                </a:lnTo>
                <a:lnTo>
                  <a:pt x="439878" y="373243"/>
                </a:lnTo>
                <a:lnTo>
                  <a:pt x="354349" y="373243"/>
                </a:lnTo>
                <a:lnTo>
                  <a:pt x="353536" y="373915"/>
                </a:lnTo>
                <a:close/>
                <a:moveTo>
                  <a:pt x="260441" y="374764"/>
                </a:moveTo>
                <a:lnTo>
                  <a:pt x="259465" y="376404"/>
                </a:lnTo>
                <a:lnTo>
                  <a:pt x="259286" y="378203"/>
                </a:lnTo>
                <a:lnTo>
                  <a:pt x="259355" y="408271"/>
                </a:lnTo>
                <a:lnTo>
                  <a:pt x="259672" y="417020"/>
                </a:lnTo>
                <a:lnTo>
                  <a:pt x="260618" y="421005"/>
                </a:lnTo>
                <a:lnTo>
                  <a:pt x="262719" y="424564"/>
                </a:lnTo>
                <a:lnTo>
                  <a:pt x="264769" y="427083"/>
                </a:lnTo>
                <a:lnTo>
                  <a:pt x="267167" y="429249"/>
                </a:lnTo>
                <a:lnTo>
                  <a:pt x="271454" y="431866"/>
                </a:lnTo>
                <a:lnTo>
                  <a:pt x="279004" y="434453"/>
                </a:lnTo>
                <a:lnTo>
                  <a:pt x="287022" y="435121"/>
                </a:lnTo>
                <a:lnTo>
                  <a:pt x="318780" y="435649"/>
                </a:lnTo>
                <a:lnTo>
                  <a:pt x="320204" y="436169"/>
                </a:lnTo>
                <a:lnTo>
                  <a:pt x="320751" y="436904"/>
                </a:lnTo>
                <a:lnTo>
                  <a:pt x="321172" y="440006"/>
                </a:lnTo>
                <a:lnTo>
                  <a:pt x="321220" y="445195"/>
                </a:lnTo>
                <a:lnTo>
                  <a:pt x="318258" y="448580"/>
                </a:lnTo>
                <a:lnTo>
                  <a:pt x="315903" y="449596"/>
                </a:lnTo>
                <a:lnTo>
                  <a:pt x="307638" y="450236"/>
                </a:lnTo>
                <a:lnTo>
                  <a:pt x="271857" y="450419"/>
                </a:lnTo>
                <a:lnTo>
                  <a:pt x="265432" y="450614"/>
                </a:lnTo>
                <a:lnTo>
                  <a:pt x="264535" y="450895"/>
                </a:lnTo>
                <a:lnTo>
                  <a:pt x="263833" y="451622"/>
                </a:lnTo>
                <a:lnTo>
                  <a:pt x="263393" y="452987"/>
                </a:lnTo>
                <a:lnTo>
                  <a:pt x="263096" y="456905"/>
                </a:lnTo>
                <a:lnTo>
                  <a:pt x="263226" y="468413"/>
                </a:lnTo>
                <a:lnTo>
                  <a:pt x="263531" y="470130"/>
                </a:lnTo>
                <a:lnTo>
                  <a:pt x="264066" y="471045"/>
                </a:lnTo>
                <a:lnTo>
                  <a:pt x="265372" y="471580"/>
                </a:lnTo>
                <a:lnTo>
                  <a:pt x="272453" y="471801"/>
                </a:lnTo>
                <a:lnTo>
                  <a:pt x="320866" y="471890"/>
                </a:lnTo>
                <a:lnTo>
                  <a:pt x="330722" y="468853"/>
                </a:lnTo>
                <a:lnTo>
                  <a:pt x="334769" y="466532"/>
                </a:lnTo>
                <a:lnTo>
                  <a:pt x="337167" y="464425"/>
                </a:lnTo>
                <a:lnTo>
                  <a:pt x="339963" y="460925"/>
                </a:lnTo>
                <a:lnTo>
                  <a:pt x="341732" y="457119"/>
                </a:lnTo>
                <a:lnTo>
                  <a:pt x="342681" y="453009"/>
                </a:lnTo>
                <a:lnTo>
                  <a:pt x="342740" y="388310"/>
                </a:lnTo>
                <a:lnTo>
                  <a:pt x="342584" y="379630"/>
                </a:lnTo>
                <a:lnTo>
                  <a:pt x="341891" y="374963"/>
                </a:lnTo>
                <a:lnTo>
                  <a:pt x="340218" y="374196"/>
                </a:lnTo>
                <a:lnTo>
                  <a:pt x="331809" y="373942"/>
                </a:lnTo>
                <a:lnTo>
                  <a:pt x="323468" y="374196"/>
                </a:lnTo>
                <a:lnTo>
                  <a:pt x="322740" y="374339"/>
                </a:lnTo>
                <a:lnTo>
                  <a:pt x="321940" y="374994"/>
                </a:lnTo>
                <a:lnTo>
                  <a:pt x="321290" y="377800"/>
                </a:lnTo>
                <a:lnTo>
                  <a:pt x="321126" y="382157"/>
                </a:lnTo>
                <a:lnTo>
                  <a:pt x="321149" y="412136"/>
                </a:lnTo>
                <a:lnTo>
                  <a:pt x="320166" y="413172"/>
                </a:lnTo>
                <a:lnTo>
                  <a:pt x="318246" y="413828"/>
                </a:lnTo>
                <a:lnTo>
                  <a:pt x="315556" y="414053"/>
                </a:lnTo>
                <a:lnTo>
                  <a:pt x="291378" y="414293"/>
                </a:lnTo>
                <a:lnTo>
                  <a:pt x="286122" y="413003"/>
                </a:lnTo>
                <a:lnTo>
                  <a:pt x="284033" y="412123"/>
                </a:lnTo>
                <a:lnTo>
                  <a:pt x="282463" y="410232"/>
                </a:lnTo>
                <a:lnTo>
                  <a:pt x="281177" y="407028"/>
                </a:lnTo>
                <a:lnTo>
                  <a:pt x="280858" y="404062"/>
                </a:lnTo>
                <a:lnTo>
                  <a:pt x="281827" y="398320"/>
                </a:lnTo>
                <a:lnTo>
                  <a:pt x="282035" y="383044"/>
                </a:lnTo>
                <a:lnTo>
                  <a:pt x="281832" y="377928"/>
                </a:lnTo>
                <a:lnTo>
                  <a:pt x="281132" y="375715"/>
                </a:lnTo>
                <a:lnTo>
                  <a:pt x="279145" y="374127"/>
                </a:lnTo>
                <a:lnTo>
                  <a:pt x="261289" y="373915"/>
                </a:lnTo>
                <a:lnTo>
                  <a:pt x="260441" y="374764"/>
                </a:lnTo>
                <a:close/>
              </a:path>
            </a:pathLst>
          </a:cu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ker"/>
          <p:cNvSpPr/>
          <p:nvPr/>
        </p:nvSpPr>
        <p:spPr>
          <a:xfrm>
            <a:off x="576000" y="158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itle: ДЕКОРАТИВНОЕ"/>
          <p:cNvSpPr txBox="1"/>
          <p:nvPr/>
        </p:nvSpPr>
        <p:spPr>
          <a:xfrm>
            <a:off x="547200" y="1894293"/>
            <a:ext cx="6408000" cy="1131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-6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ДЕКОРАТИВНОЕ</a:t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-6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И АРХИТЕКТУРНОЕ</a:t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-6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ОСВЕЩЕНИЕ</a:t>
            </a:r>
          </a:p>
        </p:txBody>
      </p:sp>
      <p:cxnSp>
        <p:nvCxnSpPr>
          <p:cNvPr id="5" name="motif"/>
          <p:cNvCxnSpPr/>
          <p:nvPr/>
        </p:nvCxnSpPr>
        <p:spPr>
          <a:xfrm>
            <a:off x="576000" y="3462998"/>
            <a:ext cx="50688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6" name="marker"/>
          <p:cNvSpPr/>
          <p:nvPr/>
        </p:nvSpPr>
        <p:spPr>
          <a:xfrm>
            <a:off x="576000" y="3640438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item: Проектирование"/>
          <p:cNvSpPr txBox="1"/>
          <p:nvPr/>
        </p:nvSpPr>
        <p:spPr>
          <a:xfrm>
            <a:off x="774000" y="3580747"/>
            <a:ext cx="48708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Проектирование</a:t>
            </a:r>
          </a:p>
        </p:txBody>
      </p:sp>
      <p:cxnSp>
        <p:nvCxnSpPr>
          <p:cNvPr id="8" name="motif"/>
          <p:cNvCxnSpPr/>
          <p:nvPr/>
        </p:nvCxnSpPr>
        <p:spPr>
          <a:xfrm>
            <a:off x="576000" y="3898522"/>
            <a:ext cx="50688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9" name="marker"/>
          <p:cNvSpPr/>
          <p:nvPr/>
        </p:nvSpPr>
        <p:spPr>
          <a:xfrm>
            <a:off x="576000" y="4075962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item: Монтажные работы"/>
          <p:cNvSpPr txBox="1"/>
          <p:nvPr/>
        </p:nvSpPr>
        <p:spPr>
          <a:xfrm>
            <a:off x="774000" y="4016272"/>
            <a:ext cx="48708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Монтажные работы</a:t>
            </a:r>
          </a:p>
        </p:txBody>
      </p:sp>
      <p:cxnSp>
        <p:nvCxnSpPr>
          <p:cNvPr id="11" name="motif"/>
          <p:cNvCxnSpPr/>
          <p:nvPr/>
        </p:nvCxnSpPr>
        <p:spPr>
          <a:xfrm>
            <a:off x="576000" y="4334047"/>
            <a:ext cx="50688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pic>
        <p:nvPicPr>
          <p:cNvPr id="12" name="image" descr="daaa25e8b85e41fb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5132160"/>
            <a:ext cx="7560000" cy="5559840"/>
          </a:xfrm>
          <a:prstGeom prst="rect">
            <a:avLst/>
          </a:prstGeom>
        </p:spPr>
      </p:pic>
      <p:sp>
        <p:nvSpPr>
          <p:cNvPr id="13" name="plate"/>
          <p:cNvSpPr/>
          <p:nvPr/>
        </p:nvSpPr>
        <p:spPr>
          <a:xfrm>
            <a:off x="468000" y="10173600"/>
            <a:ext cx="317346" cy="5184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folio: 16"/>
          <p:cNvSpPr txBox="1"/>
          <p:nvPr/>
        </p:nvSpPr>
        <p:spPr>
          <a:xfrm>
            <a:off x="576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F7F5F1"/>
                </a:solidFill>
                <a:latin typeface="Onest SemiBold"/>
                <a:ea typeface="Onest SemiBold"/>
                <a:cs typeface="Onest SemiBol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marker"/>
          <p:cNvSpPr/>
          <p:nvPr/>
        </p:nvSpPr>
        <p:spPr>
          <a:xfrm>
            <a:off x="648000" y="158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itle: НАРУЖНОЕ"/>
          <p:cNvSpPr txBox="1"/>
          <p:nvPr/>
        </p:nvSpPr>
        <p:spPr>
          <a:xfrm>
            <a:off x="619200" y="1894293"/>
            <a:ext cx="6408000" cy="7886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-6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НАРУЖНОЕ</a:t>
            </a:r>
          </a:p>
          <a:p>
            <a:pPr algn="l">
              <a:lnSpc>
                <a:spcPts val="2700"/>
              </a:lnSpc>
              <a:spcBef>
                <a:spcPts val="0"/>
              </a:spcBef>
              <a:spcAft>
                <a:spcPts val="0"/>
              </a:spcAft>
            </a:pPr>
            <a:r>
              <a:rPr sz="2700" b="0" i="0" spc="-68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ЭЛЕКТРООСВЕЩЕНИЕ</a:t>
            </a:r>
          </a:p>
        </p:txBody>
      </p:sp>
      <p:cxnSp>
        <p:nvCxnSpPr>
          <p:cNvPr id="7" name="motif"/>
          <p:cNvCxnSpPr/>
          <p:nvPr/>
        </p:nvCxnSpPr>
        <p:spPr>
          <a:xfrm>
            <a:off x="648000" y="3120098"/>
            <a:ext cx="50688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8" name="marker"/>
          <p:cNvSpPr/>
          <p:nvPr/>
        </p:nvSpPr>
        <p:spPr>
          <a:xfrm>
            <a:off x="648000" y="3297538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item: Проектирование"/>
          <p:cNvSpPr txBox="1"/>
          <p:nvPr/>
        </p:nvSpPr>
        <p:spPr>
          <a:xfrm>
            <a:off x="846000" y="3237848"/>
            <a:ext cx="48708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Проектирование</a:t>
            </a:r>
          </a:p>
        </p:txBody>
      </p:sp>
      <p:cxnSp>
        <p:nvCxnSpPr>
          <p:cNvPr id="10" name="motif"/>
          <p:cNvCxnSpPr/>
          <p:nvPr/>
        </p:nvCxnSpPr>
        <p:spPr>
          <a:xfrm>
            <a:off x="648000" y="3555622"/>
            <a:ext cx="50688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1" name="marker"/>
          <p:cNvSpPr/>
          <p:nvPr/>
        </p:nvSpPr>
        <p:spPr>
          <a:xfrm>
            <a:off x="648000" y="3733062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item: Строительство"/>
          <p:cNvSpPr txBox="1"/>
          <p:nvPr/>
        </p:nvSpPr>
        <p:spPr>
          <a:xfrm>
            <a:off x="846000" y="3673372"/>
            <a:ext cx="48708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Строительство</a:t>
            </a:r>
          </a:p>
        </p:txBody>
      </p:sp>
      <p:cxnSp>
        <p:nvCxnSpPr>
          <p:cNvPr id="13" name="motif"/>
          <p:cNvCxnSpPr/>
          <p:nvPr/>
        </p:nvCxnSpPr>
        <p:spPr>
          <a:xfrm>
            <a:off x="648000" y="3991148"/>
            <a:ext cx="50688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pic>
        <p:nvPicPr>
          <p:cNvPr id="14" name="image" descr="bb97f3d5bbb17078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5132160"/>
            <a:ext cx="7560000" cy="5559840"/>
          </a:xfrm>
          <a:prstGeom prst="rect">
            <a:avLst/>
          </a:prstGeom>
        </p:spPr>
      </p:pic>
      <p:sp>
        <p:nvSpPr>
          <p:cNvPr id="15" name="plate"/>
          <p:cNvSpPr/>
          <p:nvPr/>
        </p:nvSpPr>
        <p:spPr>
          <a:xfrm>
            <a:off x="540000" y="10268156"/>
            <a:ext cx="1015338" cy="423844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caption: Участок а/д. М11"/>
          <p:cNvSpPr txBox="1"/>
          <p:nvPr/>
        </p:nvSpPr>
        <p:spPr>
          <a:xfrm>
            <a:off x="648000" y="10351699"/>
            <a:ext cx="63360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5">
                <a:solidFill>
                  <a:srgbClr val="F7F5F1"/>
                </a:solidFill>
                <a:latin typeface="Onest SemiBold"/>
                <a:ea typeface="Onest SemiBold"/>
                <a:cs typeface="Onest SemiBold"/>
              </a:rPr>
              <a:t>Участок а/д. М11</a:t>
            </a:r>
          </a:p>
        </p:txBody>
      </p:sp>
      <p:sp>
        <p:nvSpPr>
          <p:cNvPr id="17" name="plate"/>
          <p:cNvSpPr/>
          <p:nvPr/>
        </p:nvSpPr>
        <p:spPr>
          <a:xfrm>
            <a:off x="6785513" y="10173600"/>
            <a:ext cx="306487" cy="5184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folio: 17"/>
          <p:cNvSpPr txBox="1"/>
          <p:nvPr/>
        </p:nvSpPr>
        <p:spPr>
          <a:xfrm>
            <a:off x="6264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F7F5F1"/>
                </a:solidFill>
                <a:latin typeface="Onest SemiBold"/>
                <a:ea typeface="Onest SemiBold"/>
                <a:cs typeface="Onest SemiBol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frame"/>
          <p:cNvCxnSpPr/>
          <p:nvPr/>
        </p:nvCxnSpPr>
        <p:spPr>
          <a:xfrm>
            <a:off x="360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792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8" name="folio: 18"/>
          <p:cNvSpPr txBox="1"/>
          <p:nvPr/>
        </p:nvSpPr>
        <p:spPr>
          <a:xfrm>
            <a:off x="360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18</a:t>
            </a:r>
          </a:p>
        </p:txBody>
      </p:sp>
      <p:sp>
        <p:nvSpPr>
          <p:cNvPr id="49" name="marker"/>
          <p:cNvSpPr/>
          <p:nvPr/>
        </p:nvSpPr>
        <p:spPr>
          <a:xfrm>
            <a:off x="720000" y="122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itle: ПУСКОНАЛАДОЧНЫЕ"/>
          <p:cNvSpPr txBox="1"/>
          <p:nvPr/>
        </p:nvSpPr>
        <p:spPr>
          <a:xfrm>
            <a:off x="691200" y="1540770"/>
            <a:ext cx="6192000" cy="876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ПУСКОНАЛАДОЧНЫЕ</a:t>
            </a:r>
          </a:p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РАБОТЫ</a:t>
            </a:r>
          </a:p>
        </p:txBody>
      </p:sp>
      <p:cxnSp>
        <p:nvCxnSpPr>
          <p:cNvPr id="51" name="motif"/>
          <p:cNvCxnSpPr/>
          <p:nvPr/>
        </p:nvCxnSpPr>
        <p:spPr>
          <a:xfrm>
            <a:off x="720000" y="2846775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2" name="marker"/>
          <p:cNvSpPr/>
          <p:nvPr/>
        </p:nvSpPr>
        <p:spPr>
          <a:xfrm>
            <a:off x="720000" y="3026247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item: Комплексы работ, выполняемые с"/>
          <p:cNvSpPr txBox="1"/>
          <p:nvPr/>
        </p:nvSpPr>
        <p:spPr>
          <a:xfrm>
            <a:off x="918000" y="2963572"/>
            <a:ext cx="5922000" cy="5680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Комплексы работ, выполняемые с целью наладки работоспособности систем, проверка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на соответствие параметрам проектной документации и технологическим требованиям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на этапе ввода систем в эксплуатацию</a:t>
            </a:r>
          </a:p>
        </p:txBody>
      </p:sp>
      <p:cxnSp>
        <p:nvCxnSpPr>
          <p:cNvPr id="54" name="motif"/>
          <p:cNvCxnSpPr/>
          <p:nvPr/>
        </p:nvCxnSpPr>
        <p:spPr>
          <a:xfrm>
            <a:off x="720000" y="3642440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pic>
        <p:nvPicPr>
          <p:cNvPr id="55" name="image" descr="1b25f5a9675a3133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5773680"/>
            <a:ext cx="6408000" cy="434232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6768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8" name="frame"/>
          <p:cNvCxnSpPr/>
          <p:nvPr/>
        </p:nvCxnSpPr>
        <p:spPr>
          <a:xfrm>
            <a:off x="6768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9" name="folio: 19"/>
          <p:cNvSpPr txBox="1"/>
          <p:nvPr/>
        </p:nvSpPr>
        <p:spPr>
          <a:xfrm>
            <a:off x="6768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19</a:t>
            </a:r>
          </a:p>
        </p:txBody>
      </p:sp>
      <p:sp>
        <p:nvSpPr>
          <p:cNvPr id="50" name="logo"/>
          <p:cNvSpPr/>
          <p:nvPr/>
        </p:nvSpPr>
        <p:spPr>
          <a:xfrm>
            <a:off x="5917789" y="684923"/>
            <a:ext cx="915433" cy="557688"/>
          </a:xfrm>
          <a:custGeom>
            <a:avLst/>
            <a:gdLst/>
            <a:ahLst/>
            <a:cxnLst/>
            <a:rect l="0" t="0" r="r" b="b"/>
            <a:pathLst>
              <a:path w="915433" h="557688">
                <a:moveTo>
                  <a:pt x="858111" y="266"/>
                </a:moveTo>
                <a:lnTo>
                  <a:pt x="853463" y="2115"/>
                </a:lnTo>
                <a:lnTo>
                  <a:pt x="849623" y="4145"/>
                </a:lnTo>
                <a:lnTo>
                  <a:pt x="843946" y="13345"/>
                </a:lnTo>
                <a:lnTo>
                  <a:pt x="819094" y="25899"/>
                </a:lnTo>
                <a:lnTo>
                  <a:pt x="811387" y="31009"/>
                </a:lnTo>
                <a:lnTo>
                  <a:pt x="802219" y="38294"/>
                </a:lnTo>
                <a:lnTo>
                  <a:pt x="799654" y="41244"/>
                </a:lnTo>
                <a:lnTo>
                  <a:pt x="797023" y="45753"/>
                </a:lnTo>
                <a:lnTo>
                  <a:pt x="792628" y="51177"/>
                </a:lnTo>
                <a:lnTo>
                  <a:pt x="791421" y="53752"/>
                </a:lnTo>
                <a:lnTo>
                  <a:pt x="791373" y="55684"/>
                </a:lnTo>
                <a:lnTo>
                  <a:pt x="792210" y="57654"/>
                </a:lnTo>
                <a:lnTo>
                  <a:pt x="795817" y="60988"/>
                </a:lnTo>
                <a:lnTo>
                  <a:pt x="796310" y="62078"/>
                </a:lnTo>
                <a:lnTo>
                  <a:pt x="794953" y="62875"/>
                </a:lnTo>
                <a:lnTo>
                  <a:pt x="790868" y="63989"/>
                </a:lnTo>
                <a:lnTo>
                  <a:pt x="789532" y="64939"/>
                </a:lnTo>
                <a:lnTo>
                  <a:pt x="786893" y="70284"/>
                </a:lnTo>
                <a:lnTo>
                  <a:pt x="781022" y="76463"/>
                </a:lnTo>
                <a:lnTo>
                  <a:pt x="779077" y="79310"/>
                </a:lnTo>
                <a:lnTo>
                  <a:pt x="776964" y="83462"/>
                </a:lnTo>
                <a:lnTo>
                  <a:pt x="775584" y="83955"/>
                </a:lnTo>
                <a:lnTo>
                  <a:pt x="773687" y="83799"/>
                </a:lnTo>
                <a:lnTo>
                  <a:pt x="768554" y="81356"/>
                </a:lnTo>
                <a:lnTo>
                  <a:pt x="767201" y="81090"/>
                </a:lnTo>
                <a:lnTo>
                  <a:pt x="761837" y="82375"/>
                </a:lnTo>
                <a:lnTo>
                  <a:pt x="758028" y="83830"/>
                </a:lnTo>
                <a:lnTo>
                  <a:pt x="755555" y="85435"/>
                </a:lnTo>
                <a:lnTo>
                  <a:pt x="754261" y="86887"/>
                </a:lnTo>
                <a:lnTo>
                  <a:pt x="748309" y="95867"/>
                </a:lnTo>
                <a:lnTo>
                  <a:pt x="744705" y="98534"/>
                </a:lnTo>
                <a:lnTo>
                  <a:pt x="742150" y="99336"/>
                </a:lnTo>
                <a:lnTo>
                  <a:pt x="740271" y="99350"/>
                </a:lnTo>
                <a:lnTo>
                  <a:pt x="735088" y="96041"/>
                </a:lnTo>
                <a:lnTo>
                  <a:pt x="732066" y="95265"/>
                </a:lnTo>
                <a:lnTo>
                  <a:pt x="728863" y="95415"/>
                </a:lnTo>
                <a:lnTo>
                  <a:pt x="725641" y="96484"/>
                </a:lnTo>
                <a:lnTo>
                  <a:pt x="719601" y="100274"/>
                </a:lnTo>
                <a:lnTo>
                  <a:pt x="703971" y="107876"/>
                </a:lnTo>
                <a:lnTo>
                  <a:pt x="702340" y="109136"/>
                </a:lnTo>
                <a:lnTo>
                  <a:pt x="700788" y="111667"/>
                </a:lnTo>
                <a:lnTo>
                  <a:pt x="701565" y="118091"/>
                </a:lnTo>
                <a:lnTo>
                  <a:pt x="703511" y="122238"/>
                </a:lnTo>
                <a:lnTo>
                  <a:pt x="703421" y="124192"/>
                </a:lnTo>
                <a:lnTo>
                  <a:pt x="701570" y="125583"/>
                </a:lnTo>
                <a:lnTo>
                  <a:pt x="696269" y="127243"/>
                </a:lnTo>
                <a:lnTo>
                  <a:pt x="693324" y="129322"/>
                </a:lnTo>
                <a:lnTo>
                  <a:pt x="691634" y="128930"/>
                </a:lnTo>
                <a:lnTo>
                  <a:pt x="688617" y="127130"/>
                </a:lnTo>
                <a:lnTo>
                  <a:pt x="682037" y="122772"/>
                </a:lnTo>
                <a:lnTo>
                  <a:pt x="673845" y="116697"/>
                </a:lnTo>
                <a:lnTo>
                  <a:pt x="657531" y="105851"/>
                </a:lnTo>
                <a:lnTo>
                  <a:pt x="647924" y="99069"/>
                </a:lnTo>
                <a:lnTo>
                  <a:pt x="636176" y="89885"/>
                </a:lnTo>
                <a:lnTo>
                  <a:pt x="616545" y="75645"/>
                </a:lnTo>
                <a:lnTo>
                  <a:pt x="613507" y="73926"/>
                </a:lnTo>
                <a:lnTo>
                  <a:pt x="612062" y="74111"/>
                </a:lnTo>
                <a:lnTo>
                  <a:pt x="611388" y="75142"/>
                </a:lnTo>
                <a:lnTo>
                  <a:pt x="611958" y="77336"/>
                </a:lnTo>
                <a:lnTo>
                  <a:pt x="612782" y="78599"/>
                </a:lnTo>
                <a:lnTo>
                  <a:pt x="614919" y="80371"/>
                </a:lnTo>
                <a:lnTo>
                  <a:pt x="631538" y="92543"/>
                </a:lnTo>
                <a:lnTo>
                  <a:pt x="651501" y="106510"/>
                </a:lnTo>
                <a:lnTo>
                  <a:pt x="663667" y="115694"/>
                </a:lnTo>
                <a:lnTo>
                  <a:pt x="668578" y="119003"/>
                </a:lnTo>
                <a:lnTo>
                  <a:pt x="672656" y="120954"/>
                </a:lnTo>
                <a:lnTo>
                  <a:pt x="677277" y="123804"/>
                </a:lnTo>
                <a:lnTo>
                  <a:pt x="680901" y="126689"/>
                </a:lnTo>
                <a:lnTo>
                  <a:pt x="682657" y="128703"/>
                </a:lnTo>
                <a:lnTo>
                  <a:pt x="683258" y="130221"/>
                </a:lnTo>
                <a:lnTo>
                  <a:pt x="683823" y="139204"/>
                </a:lnTo>
                <a:lnTo>
                  <a:pt x="681634" y="139233"/>
                </a:lnTo>
                <a:lnTo>
                  <a:pt x="680214" y="138295"/>
                </a:lnTo>
                <a:lnTo>
                  <a:pt x="678941" y="136477"/>
                </a:lnTo>
                <a:lnTo>
                  <a:pt x="677406" y="133100"/>
                </a:lnTo>
                <a:lnTo>
                  <a:pt x="675922" y="131149"/>
                </a:lnTo>
                <a:lnTo>
                  <a:pt x="668855" y="123911"/>
                </a:lnTo>
                <a:lnTo>
                  <a:pt x="666737" y="122141"/>
                </a:lnTo>
                <a:lnTo>
                  <a:pt x="665166" y="121431"/>
                </a:lnTo>
                <a:lnTo>
                  <a:pt x="663750" y="121606"/>
                </a:lnTo>
                <a:lnTo>
                  <a:pt x="660047" y="123325"/>
                </a:lnTo>
                <a:lnTo>
                  <a:pt x="652776" y="123534"/>
                </a:lnTo>
                <a:lnTo>
                  <a:pt x="649575" y="127906"/>
                </a:lnTo>
                <a:lnTo>
                  <a:pt x="648321" y="132868"/>
                </a:lnTo>
                <a:lnTo>
                  <a:pt x="647199" y="133705"/>
                </a:lnTo>
                <a:lnTo>
                  <a:pt x="644783" y="134599"/>
                </a:lnTo>
                <a:lnTo>
                  <a:pt x="642926" y="134578"/>
                </a:lnTo>
                <a:lnTo>
                  <a:pt x="638671" y="132254"/>
                </a:lnTo>
                <a:lnTo>
                  <a:pt x="636203" y="131526"/>
                </a:lnTo>
                <a:lnTo>
                  <a:pt x="629204" y="133150"/>
                </a:lnTo>
                <a:lnTo>
                  <a:pt x="626261" y="133449"/>
                </a:lnTo>
                <a:lnTo>
                  <a:pt x="624382" y="133208"/>
                </a:lnTo>
                <a:lnTo>
                  <a:pt x="620817" y="130387"/>
                </a:lnTo>
                <a:lnTo>
                  <a:pt x="619264" y="128131"/>
                </a:lnTo>
                <a:lnTo>
                  <a:pt x="620563" y="123332"/>
                </a:lnTo>
                <a:lnTo>
                  <a:pt x="621211" y="115917"/>
                </a:lnTo>
                <a:lnTo>
                  <a:pt x="620977" y="112754"/>
                </a:lnTo>
                <a:lnTo>
                  <a:pt x="619611" y="110632"/>
                </a:lnTo>
                <a:lnTo>
                  <a:pt x="614668" y="106026"/>
                </a:lnTo>
                <a:lnTo>
                  <a:pt x="611673" y="104047"/>
                </a:lnTo>
                <a:lnTo>
                  <a:pt x="609159" y="103476"/>
                </a:lnTo>
                <a:lnTo>
                  <a:pt x="602035" y="103248"/>
                </a:lnTo>
                <a:lnTo>
                  <a:pt x="599432" y="102814"/>
                </a:lnTo>
                <a:lnTo>
                  <a:pt x="598625" y="102106"/>
                </a:lnTo>
                <a:lnTo>
                  <a:pt x="597853" y="98823"/>
                </a:lnTo>
                <a:lnTo>
                  <a:pt x="597034" y="97455"/>
                </a:lnTo>
                <a:lnTo>
                  <a:pt x="595404" y="96437"/>
                </a:lnTo>
                <a:lnTo>
                  <a:pt x="591393" y="94995"/>
                </a:lnTo>
                <a:lnTo>
                  <a:pt x="586823" y="96677"/>
                </a:lnTo>
                <a:lnTo>
                  <a:pt x="584039" y="98964"/>
                </a:lnTo>
                <a:lnTo>
                  <a:pt x="584527" y="109102"/>
                </a:lnTo>
                <a:lnTo>
                  <a:pt x="585183" y="112200"/>
                </a:lnTo>
                <a:lnTo>
                  <a:pt x="585532" y="112597"/>
                </a:lnTo>
                <a:lnTo>
                  <a:pt x="586504" y="112568"/>
                </a:lnTo>
                <a:lnTo>
                  <a:pt x="589889" y="110595"/>
                </a:lnTo>
                <a:lnTo>
                  <a:pt x="591315" y="110649"/>
                </a:lnTo>
                <a:lnTo>
                  <a:pt x="592906" y="111289"/>
                </a:lnTo>
                <a:lnTo>
                  <a:pt x="601214" y="117455"/>
                </a:lnTo>
                <a:lnTo>
                  <a:pt x="607516" y="123404"/>
                </a:lnTo>
                <a:lnTo>
                  <a:pt x="607935" y="125404"/>
                </a:lnTo>
                <a:lnTo>
                  <a:pt x="607634" y="126556"/>
                </a:lnTo>
                <a:lnTo>
                  <a:pt x="605981" y="129415"/>
                </a:lnTo>
                <a:lnTo>
                  <a:pt x="601738" y="134922"/>
                </a:lnTo>
                <a:lnTo>
                  <a:pt x="600637" y="137786"/>
                </a:lnTo>
                <a:lnTo>
                  <a:pt x="600646" y="139245"/>
                </a:lnTo>
                <a:lnTo>
                  <a:pt x="601284" y="141593"/>
                </a:lnTo>
                <a:lnTo>
                  <a:pt x="602443" y="143616"/>
                </a:lnTo>
                <a:lnTo>
                  <a:pt x="603989" y="145171"/>
                </a:lnTo>
                <a:lnTo>
                  <a:pt x="606665" y="146350"/>
                </a:lnTo>
                <a:lnTo>
                  <a:pt x="610013" y="146521"/>
                </a:lnTo>
                <a:lnTo>
                  <a:pt x="614826" y="145819"/>
                </a:lnTo>
                <a:lnTo>
                  <a:pt x="619531" y="144077"/>
                </a:lnTo>
                <a:lnTo>
                  <a:pt x="623150" y="144605"/>
                </a:lnTo>
                <a:lnTo>
                  <a:pt x="627606" y="143541"/>
                </a:lnTo>
                <a:lnTo>
                  <a:pt x="629650" y="144356"/>
                </a:lnTo>
                <a:lnTo>
                  <a:pt x="657484" y="167917"/>
                </a:lnTo>
                <a:lnTo>
                  <a:pt x="658694" y="169349"/>
                </a:lnTo>
                <a:lnTo>
                  <a:pt x="661813" y="171567"/>
                </a:lnTo>
                <a:lnTo>
                  <a:pt x="670253" y="178777"/>
                </a:lnTo>
                <a:lnTo>
                  <a:pt x="678590" y="186344"/>
                </a:lnTo>
                <a:lnTo>
                  <a:pt x="684278" y="190526"/>
                </a:lnTo>
                <a:lnTo>
                  <a:pt x="686503" y="193258"/>
                </a:lnTo>
                <a:lnTo>
                  <a:pt x="693039" y="198768"/>
                </a:lnTo>
                <a:lnTo>
                  <a:pt x="697304" y="201877"/>
                </a:lnTo>
                <a:lnTo>
                  <a:pt x="698296" y="203039"/>
                </a:lnTo>
                <a:lnTo>
                  <a:pt x="700492" y="203450"/>
                </a:lnTo>
                <a:lnTo>
                  <a:pt x="701435" y="202737"/>
                </a:lnTo>
                <a:lnTo>
                  <a:pt x="701385" y="201740"/>
                </a:lnTo>
                <a:lnTo>
                  <a:pt x="697995" y="198475"/>
                </a:lnTo>
                <a:lnTo>
                  <a:pt x="694690" y="196061"/>
                </a:lnTo>
                <a:lnTo>
                  <a:pt x="689611" y="191311"/>
                </a:lnTo>
                <a:lnTo>
                  <a:pt x="685395" y="188884"/>
                </a:lnTo>
                <a:lnTo>
                  <a:pt x="682408" y="186636"/>
                </a:lnTo>
                <a:lnTo>
                  <a:pt x="680737" y="184647"/>
                </a:lnTo>
                <a:lnTo>
                  <a:pt x="673886" y="179695"/>
                </a:lnTo>
                <a:lnTo>
                  <a:pt x="641655" y="149671"/>
                </a:lnTo>
                <a:lnTo>
                  <a:pt x="640267" y="147711"/>
                </a:lnTo>
                <a:lnTo>
                  <a:pt x="640269" y="145590"/>
                </a:lnTo>
                <a:lnTo>
                  <a:pt x="642070" y="144334"/>
                </a:lnTo>
                <a:lnTo>
                  <a:pt x="649417" y="142920"/>
                </a:lnTo>
                <a:lnTo>
                  <a:pt x="653274" y="141439"/>
                </a:lnTo>
                <a:lnTo>
                  <a:pt x="655339" y="139924"/>
                </a:lnTo>
                <a:lnTo>
                  <a:pt x="656901" y="138059"/>
                </a:lnTo>
                <a:lnTo>
                  <a:pt x="659112" y="133291"/>
                </a:lnTo>
                <a:lnTo>
                  <a:pt x="660779" y="132532"/>
                </a:lnTo>
                <a:lnTo>
                  <a:pt x="662711" y="132498"/>
                </a:lnTo>
                <a:lnTo>
                  <a:pt x="665747" y="133599"/>
                </a:lnTo>
                <a:lnTo>
                  <a:pt x="667819" y="135318"/>
                </a:lnTo>
                <a:lnTo>
                  <a:pt x="668780" y="142087"/>
                </a:lnTo>
                <a:lnTo>
                  <a:pt x="678592" y="149311"/>
                </a:lnTo>
                <a:lnTo>
                  <a:pt x="681699" y="149998"/>
                </a:lnTo>
                <a:lnTo>
                  <a:pt x="695356" y="150779"/>
                </a:lnTo>
                <a:lnTo>
                  <a:pt x="696687" y="149451"/>
                </a:lnTo>
                <a:lnTo>
                  <a:pt x="696928" y="148470"/>
                </a:lnTo>
                <a:lnTo>
                  <a:pt x="695123" y="143902"/>
                </a:lnTo>
                <a:lnTo>
                  <a:pt x="695053" y="141716"/>
                </a:lnTo>
                <a:lnTo>
                  <a:pt x="696360" y="140490"/>
                </a:lnTo>
                <a:lnTo>
                  <a:pt x="699386" y="140412"/>
                </a:lnTo>
                <a:lnTo>
                  <a:pt x="706003" y="144200"/>
                </a:lnTo>
                <a:lnTo>
                  <a:pt x="711355" y="148094"/>
                </a:lnTo>
                <a:lnTo>
                  <a:pt x="716447" y="151087"/>
                </a:lnTo>
                <a:lnTo>
                  <a:pt x="738627" y="165937"/>
                </a:lnTo>
                <a:lnTo>
                  <a:pt x="740052" y="166487"/>
                </a:lnTo>
                <a:lnTo>
                  <a:pt x="741365" y="166309"/>
                </a:lnTo>
                <a:lnTo>
                  <a:pt x="741833" y="165959"/>
                </a:lnTo>
                <a:lnTo>
                  <a:pt x="741974" y="164861"/>
                </a:lnTo>
                <a:lnTo>
                  <a:pt x="741152" y="163409"/>
                </a:lnTo>
                <a:lnTo>
                  <a:pt x="739487" y="161819"/>
                </a:lnTo>
                <a:lnTo>
                  <a:pt x="716244" y="146271"/>
                </a:lnTo>
                <a:lnTo>
                  <a:pt x="711804" y="142824"/>
                </a:lnTo>
                <a:lnTo>
                  <a:pt x="706483" y="139519"/>
                </a:lnTo>
                <a:lnTo>
                  <a:pt x="703733" y="136696"/>
                </a:lnTo>
                <a:lnTo>
                  <a:pt x="703208" y="135382"/>
                </a:lnTo>
                <a:lnTo>
                  <a:pt x="703454" y="134803"/>
                </a:lnTo>
                <a:lnTo>
                  <a:pt x="707688" y="133145"/>
                </a:lnTo>
                <a:lnTo>
                  <a:pt x="715789" y="125456"/>
                </a:lnTo>
                <a:lnTo>
                  <a:pt x="715570" y="122097"/>
                </a:lnTo>
                <a:lnTo>
                  <a:pt x="711485" y="116596"/>
                </a:lnTo>
                <a:lnTo>
                  <a:pt x="711183" y="115517"/>
                </a:lnTo>
                <a:lnTo>
                  <a:pt x="711587" y="114207"/>
                </a:lnTo>
                <a:lnTo>
                  <a:pt x="715724" y="111617"/>
                </a:lnTo>
                <a:lnTo>
                  <a:pt x="723728" y="108394"/>
                </a:lnTo>
                <a:lnTo>
                  <a:pt x="732492" y="109248"/>
                </a:lnTo>
                <a:lnTo>
                  <a:pt x="750680" y="106193"/>
                </a:lnTo>
                <a:lnTo>
                  <a:pt x="752452" y="105000"/>
                </a:lnTo>
                <a:lnTo>
                  <a:pt x="753804" y="103529"/>
                </a:lnTo>
                <a:lnTo>
                  <a:pt x="760785" y="93305"/>
                </a:lnTo>
                <a:lnTo>
                  <a:pt x="763050" y="91142"/>
                </a:lnTo>
                <a:lnTo>
                  <a:pt x="764161" y="90545"/>
                </a:lnTo>
                <a:lnTo>
                  <a:pt x="765280" y="90263"/>
                </a:lnTo>
                <a:lnTo>
                  <a:pt x="767594" y="90627"/>
                </a:lnTo>
                <a:lnTo>
                  <a:pt x="771077" y="92738"/>
                </a:lnTo>
                <a:lnTo>
                  <a:pt x="774160" y="93555"/>
                </a:lnTo>
                <a:lnTo>
                  <a:pt x="779053" y="93822"/>
                </a:lnTo>
                <a:lnTo>
                  <a:pt x="781342" y="93088"/>
                </a:lnTo>
                <a:lnTo>
                  <a:pt x="783144" y="91262"/>
                </a:lnTo>
                <a:lnTo>
                  <a:pt x="786206" y="84977"/>
                </a:lnTo>
                <a:lnTo>
                  <a:pt x="788015" y="82203"/>
                </a:lnTo>
                <a:lnTo>
                  <a:pt x="795898" y="73428"/>
                </a:lnTo>
                <a:lnTo>
                  <a:pt x="803725" y="68394"/>
                </a:lnTo>
                <a:lnTo>
                  <a:pt x="807410" y="64885"/>
                </a:lnTo>
                <a:lnTo>
                  <a:pt x="807718" y="63655"/>
                </a:lnTo>
                <a:lnTo>
                  <a:pt x="807295" y="61938"/>
                </a:lnTo>
                <a:lnTo>
                  <a:pt x="803692" y="55154"/>
                </a:lnTo>
                <a:lnTo>
                  <a:pt x="803341" y="53700"/>
                </a:lnTo>
                <a:lnTo>
                  <a:pt x="804033" y="51373"/>
                </a:lnTo>
                <a:lnTo>
                  <a:pt x="806940" y="46561"/>
                </a:lnTo>
                <a:lnTo>
                  <a:pt x="810070" y="43115"/>
                </a:lnTo>
                <a:lnTo>
                  <a:pt x="816159" y="38500"/>
                </a:lnTo>
                <a:lnTo>
                  <a:pt x="825805" y="32319"/>
                </a:lnTo>
                <a:lnTo>
                  <a:pt x="827951" y="31285"/>
                </a:lnTo>
                <a:lnTo>
                  <a:pt x="829812" y="31057"/>
                </a:lnTo>
                <a:lnTo>
                  <a:pt x="831786" y="32172"/>
                </a:lnTo>
                <a:lnTo>
                  <a:pt x="846350" y="44675"/>
                </a:lnTo>
                <a:lnTo>
                  <a:pt x="852211" y="48367"/>
                </a:lnTo>
                <a:lnTo>
                  <a:pt x="853226" y="49973"/>
                </a:lnTo>
                <a:lnTo>
                  <a:pt x="854918" y="55204"/>
                </a:lnTo>
                <a:lnTo>
                  <a:pt x="856544" y="57769"/>
                </a:lnTo>
                <a:lnTo>
                  <a:pt x="859118" y="59307"/>
                </a:lnTo>
                <a:lnTo>
                  <a:pt x="867163" y="61696"/>
                </a:lnTo>
                <a:lnTo>
                  <a:pt x="868614" y="62686"/>
                </a:lnTo>
                <a:lnTo>
                  <a:pt x="870104" y="64408"/>
                </a:lnTo>
                <a:lnTo>
                  <a:pt x="869974" y="75509"/>
                </a:lnTo>
                <a:lnTo>
                  <a:pt x="872909" y="93684"/>
                </a:lnTo>
                <a:lnTo>
                  <a:pt x="874609" y="100312"/>
                </a:lnTo>
                <a:lnTo>
                  <a:pt x="874726" y="102824"/>
                </a:lnTo>
                <a:lnTo>
                  <a:pt x="873818" y="104738"/>
                </a:lnTo>
                <a:lnTo>
                  <a:pt x="870692" y="107498"/>
                </a:lnTo>
                <a:lnTo>
                  <a:pt x="868715" y="110262"/>
                </a:lnTo>
                <a:lnTo>
                  <a:pt x="867301" y="114459"/>
                </a:lnTo>
                <a:lnTo>
                  <a:pt x="865305" y="123301"/>
                </a:lnTo>
                <a:lnTo>
                  <a:pt x="864361" y="125045"/>
                </a:lnTo>
                <a:lnTo>
                  <a:pt x="863323" y="125020"/>
                </a:lnTo>
                <a:lnTo>
                  <a:pt x="859553" y="121623"/>
                </a:lnTo>
                <a:lnTo>
                  <a:pt x="856459" y="118087"/>
                </a:lnTo>
                <a:lnTo>
                  <a:pt x="853275" y="113250"/>
                </a:lnTo>
                <a:lnTo>
                  <a:pt x="850955" y="111356"/>
                </a:lnTo>
                <a:lnTo>
                  <a:pt x="849592" y="111609"/>
                </a:lnTo>
                <a:lnTo>
                  <a:pt x="848096" y="112556"/>
                </a:lnTo>
                <a:lnTo>
                  <a:pt x="836958" y="121792"/>
                </a:lnTo>
                <a:lnTo>
                  <a:pt x="836556" y="122875"/>
                </a:lnTo>
                <a:lnTo>
                  <a:pt x="836890" y="124161"/>
                </a:lnTo>
                <a:lnTo>
                  <a:pt x="841568" y="130054"/>
                </a:lnTo>
                <a:lnTo>
                  <a:pt x="842301" y="131635"/>
                </a:lnTo>
                <a:lnTo>
                  <a:pt x="842125" y="132828"/>
                </a:lnTo>
                <a:lnTo>
                  <a:pt x="841032" y="133667"/>
                </a:lnTo>
                <a:lnTo>
                  <a:pt x="836886" y="134872"/>
                </a:lnTo>
                <a:lnTo>
                  <a:pt x="833427" y="137230"/>
                </a:lnTo>
                <a:lnTo>
                  <a:pt x="829855" y="141009"/>
                </a:lnTo>
                <a:lnTo>
                  <a:pt x="825895" y="146725"/>
                </a:lnTo>
                <a:lnTo>
                  <a:pt x="826183" y="156175"/>
                </a:lnTo>
                <a:lnTo>
                  <a:pt x="829258" y="170522"/>
                </a:lnTo>
                <a:lnTo>
                  <a:pt x="831856" y="176726"/>
                </a:lnTo>
                <a:lnTo>
                  <a:pt x="832149" y="178967"/>
                </a:lnTo>
                <a:lnTo>
                  <a:pt x="831933" y="179851"/>
                </a:lnTo>
                <a:lnTo>
                  <a:pt x="831471" y="180587"/>
                </a:lnTo>
                <a:lnTo>
                  <a:pt x="829798" y="181645"/>
                </a:lnTo>
                <a:lnTo>
                  <a:pt x="822704" y="182989"/>
                </a:lnTo>
                <a:lnTo>
                  <a:pt x="819141" y="184410"/>
                </a:lnTo>
                <a:lnTo>
                  <a:pt x="817637" y="185388"/>
                </a:lnTo>
                <a:lnTo>
                  <a:pt x="816297" y="186558"/>
                </a:lnTo>
                <a:lnTo>
                  <a:pt x="814048" y="189524"/>
                </a:lnTo>
                <a:lnTo>
                  <a:pt x="811348" y="195348"/>
                </a:lnTo>
                <a:lnTo>
                  <a:pt x="809619" y="197600"/>
                </a:lnTo>
                <a:lnTo>
                  <a:pt x="809447" y="198853"/>
                </a:lnTo>
                <a:lnTo>
                  <a:pt x="810527" y="200196"/>
                </a:lnTo>
                <a:lnTo>
                  <a:pt x="812967" y="201875"/>
                </a:lnTo>
                <a:lnTo>
                  <a:pt x="815309" y="202882"/>
                </a:lnTo>
                <a:lnTo>
                  <a:pt x="816583" y="202838"/>
                </a:lnTo>
                <a:lnTo>
                  <a:pt x="818512" y="201683"/>
                </a:lnTo>
                <a:lnTo>
                  <a:pt x="820766" y="199326"/>
                </a:lnTo>
                <a:lnTo>
                  <a:pt x="822317" y="193486"/>
                </a:lnTo>
                <a:lnTo>
                  <a:pt x="824008" y="191473"/>
                </a:lnTo>
                <a:lnTo>
                  <a:pt x="826312" y="190935"/>
                </a:lnTo>
                <a:lnTo>
                  <a:pt x="830013" y="193701"/>
                </a:lnTo>
                <a:lnTo>
                  <a:pt x="832330" y="194152"/>
                </a:lnTo>
                <a:lnTo>
                  <a:pt x="834056" y="193945"/>
                </a:lnTo>
                <a:lnTo>
                  <a:pt x="835469" y="193276"/>
                </a:lnTo>
                <a:lnTo>
                  <a:pt x="837152" y="191255"/>
                </a:lnTo>
                <a:lnTo>
                  <a:pt x="839514" y="185433"/>
                </a:lnTo>
                <a:lnTo>
                  <a:pt x="841841" y="181668"/>
                </a:lnTo>
                <a:lnTo>
                  <a:pt x="844588" y="178156"/>
                </a:lnTo>
                <a:lnTo>
                  <a:pt x="845372" y="175763"/>
                </a:lnTo>
                <a:lnTo>
                  <a:pt x="844504" y="173758"/>
                </a:lnTo>
                <a:lnTo>
                  <a:pt x="840168" y="171589"/>
                </a:lnTo>
                <a:lnTo>
                  <a:pt x="838458" y="168865"/>
                </a:lnTo>
                <a:lnTo>
                  <a:pt x="836698" y="162744"/>
                </a:lnTo>
                <a:lnTo>
                  <a:pt x="835526" y="156971"/>
                </a:lnTo>
                <a:lnTo>
                  <a:pt x="835004" y="152214"/>
                </a:lnTo>
                <a:lnTo>
                  <a:pt x="835213" y="149149"/>
                </a:lnTo>
                <a:lnTo>
                  <a:pt x="837511" y="145764"/>
                </a:lnTo>
                <a:lnTo>
                  <a:pt x="839403" y="144239"/>
                </a:lnTo>
                <a:lnTo>
                  <a:pt x="840436" y="143884"/>
                </a:lnTo>
                <a:lnTo>
                  <a:pt x="846211" y="146766"/>
                </a:lnTo>
                <a:lnTo>
                  <a:pt x="849681" y="146887"/>
                </a:lnTo>
                <a:lnTo>
                  <a:pt x="850690" y="146434"/>
                </a:lnTo>
                <a:lnTo>
                  <a:pt x="851362" y="143978"/>
                </a:lnTo>
                <a:lnTo>
                  <a:pt x="851979" y="130861"/>
                </a:lnTo>
                <a:lnTo>
                  <a:pt x="852357" y="129270"/>
                </a:lnTo>
                <a:lnTo>
                  <a:pt x="853315" y="128633"/>
                </a:lnTo>
                <a:lnTo>
                  <a:pt x="854536" y="129321"/>
                </a:lnTo>
                <a:lnTo>
                  <a:pt x="855317" y="131077"/>
                </a:lnTo>
                <a:lnTo>
                  <a:pt x="856412" y="145476"/>
                </a:lnTo>
                <a:lnTo>
                  <a:pt x="859318" y="158378"/>
                </a:lnTo>
                <a:lnTo>
                  <a:pt x="861679" y="166881"/>
                </a:lnTo>
                <a:lnTo>
                  <a:pt x="861902" y="169360"/>
                </a:lnTo>
                <a:lnTo>
                  <a:pt x="861054" y="175071"/>
                </a:lnTo>
                <a:lnTo>
                  <a:pt x="861161" y="177504"/>
                </a:lnTo>
                <a:lnTo>
                  <a:pt x="863638" y="183069"/>
                </a:lnTo>
                <a:lnTo>
                  <a:pt x="866385" y="191770"/>
                </a:lnTo>
                <a:lnTo>
                  <a:pt x="869163" y="195755"/>
                </a:lnTo>
                <a:lnTo>
                  <a:pt x="872982" y="199971"/>
                </a:lnTo>
                <a:lnTo>
                  <a:pt x="876025" y="202717"/>
                </a:lnTo>
                <a:lnTo>
                  <a:pt x="880832" y="206209"/>
                </a:lnTo>
                <a:lnTo>
                  <a:pt x="897604" y="216643"/>
                </a:lnTo>
                <a:lnTo>
                  <a:pt x="908965" y="223110"/>
                </a:lnTo>
                <a:lnTo>
                  <a:pt x="912045" y="224077"/>
                </a:lnTo>
                <a:lnTo>
                  <a:pt x="914343" y="223943"/>
                </a:lnTo>
                <a:lnTo>
                  <a:pt x="915081" y="223146"/>
                </a:lnTo>
                <a:lnTo>
                  <a:pt x="915433" y="221622"/>
                </a:lnTo>
                <a:lnTo>
                  <a:pt x="915107" y="213165"/>
                </a:lnTo>
                <a:lnTo>
                  <a:pt x="909418" y="202253"/>
                </a:lnTo>
                <a:lnTo>
                  <a:pt x="908874" y="192366"/>
                </a:lnTo>
                <a:lnTo>
                  <a:pt x="907293" y="190058"/>
                </a:lnTo>
                <a:lnTo>
                  <a:pt x="902989" y="185210"/>
                </a:lnTo>
                <a:lnTo>
                  <a:pt x="905594" y="179005"/>
                </a:lnTo>
                <a:lnTo>
                  <a:pt x="905747" y="175370"/>
                </a:lnTo>
                <a:lnTo>
                  <a:pt x="904005" y="172591"/>
                </a:lnTo>
                <a:lnTo>
                  <a:pt x="899437" y="169784"/>
                </a:lnTo>
                <a:lnTo>
                  <a:pt x="898638" y="168820"/>
                </a:lnTo>
                <a:lnTo>
                  <a:pt x="898126" y="166377"/>
                </a:lnTo>
                <a:lnTo>
                  <a:pt x="897766" y="158509"/>
                </a:lnTo>
                <a:lnTo>
                  <a:pt x="895222" y="157046"/>
                </a:lnTo>
                <a:lnTo>
                  <a:pt x="890579" y="156044"/>
                </a:lnTo>
                <a:lnTo>
                  <a:pt x="885940" y="151518"/>
                </a:lnTo>
                <a:lnTo>
                  <a:pt x="884003" y="150246"/>
                </a:lnTo>
                <a:lnTo>
                  <a:pt x="882775" y="150106"/>
                </a:lnTo>
                <a:lnTo>
                  <a:pt x="878510" y="151254"/>
                </a:lnTo>
                <a:lnTo>
                  <a:pt x="876915" y="151196"/>
                </a:lnTo>
                <a:lnTo>
                  <a:pt x="874421" y="147494"/>
                </a:lnTo>
                <a:lnTo>
                  <a:pt x="869394" y="137783"/>
                </a:lnTo>
                <a:lnTo>
                  <a:pt x="872571" y="131840"/>
                </a:lnTo>
                <a:lnTo>
                  <a:pt x="875188" y="128812"/>
                </a:lnTo>
                <a:lnTo>
                  <a:pt x="875975" y="127264"/>
                </a:lnTo>
                <a:lnTo>
                  <a:pt x="875510" y="118407"/>
                </a:lnTo>
                <a:lnTo>
                  <a:pt x="876279" y="114654"/>
                </a:lnTo>
                <a:lnTo>
                  <a:pt x="878127" y="113365"/>
                </a:lnTo>
                <a:lnTo>
                  <a:pt x="884646" y="110624"/>
                </a:lnTo>
                <a:lnTo>
                  <a:pt x="885779" y="109463"/>
                </a:lnTo>
                <a:lnTo>
                  <a:pt x="885970" y="108747"/>
                </a:lnTo>
                <a:lnTo>
                  <a:pt x="885690" y="106857"/>
                </a:lnTo>
                <a:lnTo>
                  <a:pt x="883633" y="101509"/>
                </a:lnTo>
                <a:lnTo>
                  <a:pt x="882511" y="97047"/>
                </a:lnTo>
                <a:lnTo>
                  <a:pt x="879394" y="78648"/>
                </a:lnTo>
                <a:lnTo>
                  <a:pt x="878754" y="70717"/>
                </a:lnTo>
                <a:lnTo>
                  <a:pt x="878754" y="67918"/>
                </a:lnTo>
                <a:lnTo>
                  <a:pt x="885439" y="60898"/>
                </a:lnTo>
                <a:lnTo>
                  <a:pt x="885439" y="57179"/>
                </a:lnTo>
                <a:lnTo>
                  <a:pt x="881965" y="54264"/>
                </a:lnTo>
                <a:lnTo>
                  <a:pt x="879720" y="53240"/>
                </a:lnTo>
                <a:lnTo>
                  <a:pt x="876989" y="53006"/>
                </a:lnTo>
                <a:lnTo>
                  <a:pt x="872192" y="53408"/>
                </a:lnTo>
                <a:lnTo>
                  <a:pt x="867372" y="53245"/>
                </a:lnTo>
                <a:lnTo>
                  <a:pt x="864045" y="52457"/>
                </a:lnTo>
                <a:lnTo>
                  <a:pt x="862924" y="51269"/>
                </a:lnTo>
                <a:lnTo>
                  <a:pt x="861554" y="43583"/>
                </a:lnTo>
                <a:lnTo>
                  <a:pt x="859234" y="39146"/>
                </a:lnTo>
                <a:lnTo>
                  <a:pt x="859752" y="36851"/>
                </a:lnTo>
                <a:lnTo>
                  <a:pt x="861802" y="33396"/>
                </a:lnTo>
                <a:lnTo>
                  <a:pt x="863512" y="31309"/>
                </a:lnTo>
                <a:lnTo>
                  <a:pt x="868210" y="29813"/>
                </a:lnTo>
                <a:lnTo>
                  <a:pt x="872893" y="26053"/>
                </a:lnTo>
                <a:lnTo>
                  <a:pt x="877320" y="23248"/>
                </a:lnTo>
                <a:lnTo>
                  <a:pt x="879109" y="20841"/>
                </a:lnTo>
                <a:lnTo>
                  <a:pt x="879408" y="18016"/>
                </a:lnTo>
                <a:lnTo>
                  <a:pt x="878754" y="15978"/>
                </a:lnTo>
                <a:lnTo>
                  <a:pt x="877610" y="14254"/>
                </a:lnTo>
                <a:lnTo>
                  <a:pt x="870715" y="11448"/>
                </a:lnTo>
                <a:lnTo>
                  <a:pt x="868793" y="9987"/>
                </a:lnTo>
                <a:lnTo>
                  <a:pt x="867953" y="8389"/>
                </a:lnTo>
                <a:lnTo>
                  <a:pt x="866919" y="4601"/>
                </a:lnTo>
                <a:lnTo>
                  <a:pt x="864515" y="1144"/>
                </a:lnTo>
                <a:lnTo>
                  <a:pt x="861956" y="0"/>
                </a:lnTo>
                <a:lnTo>
                  <a:pt x="858111" y="266"/>
                </a:lnTo>
                <a:close/>
                <a:moveTo>
                  <a:pt x="858446" y="14098"/>
                </a:moveTo>
                <a:lnTo>
                  <a:pt x="862741" y="18392"/>
                </a:lnTo>
                <a:lnTo>
                  <a:pt x="863549" y="20778"/>
                </a:lnTo>
                <a:lnTo>
                  <a:pt x="862295" y="21750"/>
                </a:lnTo>
                <a:lnTo>
                  <a:pt x="858164" y="22632"/>
                </a:lnTo>
                <a:lnTo>
                  <a:pt x="856482" y="23343"/>
                </a:lnTo>
                <a:lnTo>
                  <a:pt x="853010" y="29055"/>
                </a:lnTo>
                <a:lnTo>
                  <a:pt x="850945" y="29906"/>
                </a:lnTo>
                <a:lnTo>
                  <a:pt x="845192" y="29969"/>
                </a:lnTo>
                <a:lnTo>
                  <a:pt x="840003" y="29380"/>
                </a:lnTo>
                <a:lnTo>
                  <a:pt x="837598" y="28380"/>
                </a:lnTo>
                <a:lnTo>
                  <a:pt x="837662" y="27526"/>
                </a:lnTo>
                <a:lnTo>
                  <a:pt x="842985" y="23123"/>
                </a:lnTo>
                <a:lnTo>
                  <a:pt x="848989" y="23508"/>
                </a:lnTo>
                <a:lnTo>
                  <a:pt x="851295" y="23024"/>
                </a:lnTo>
                <a:lnTo>
                  <a:pt x="852281" y="21558"/>
                </a:lnTo>
                <a:lnTo>
                  <a:pt x="852799" y="17843"/>
                </a:lnTo>
                <a:lnTo>
                  <a:pt x="855548" y="13635"/>
                </a:lnTo>
                <a:lnTo>
                  <a:pt x="857133" y="12591"/>
                </a:lnTo>
                <a:lnTo>
                  <a:pt x="858446" y="14098"/>
                </a:lnTo>
                <a:close/>
                <a:moveTo>
                  <a:pt x="609069" y="113088"/>
                </a:moveTo>
                <a:lnTo>
                  <a:pt x="610866" y="114492"/>
                </a:lnTo>
                <a:lnTo>
                  <a:pt x="611758" y="116498"/>
                </a:lnTo>
                <a:lnTo>
                  <a:pt x="611609" y="119052"/>
                </a:lnTo>
                <a:lnTo>
                  <a:pt x="610495" y="120108"/>
                </a:lnTo>
                <a:lnTo>
                  <a:pt x="609499" y="120120"/>
                </a:lnTo>
                <a:lnTo>
                  <a:pt x="608487" y="119522"/>
                </a:lnTo>
                <a:lnTo>
                  <a:pt x="604664" y="116060"/>
                </a:lnTo>
                <a:lnTo>
                  <a:pt x="604261" y="115176"/>
                </a:lnTo>
                <a:lnTo>
                  <a:pt x="604425" y="113345"/>
                </a:lnTo>
                <a:lnTo>
                  <a:pt x="605470" y="112351"/>
                </a:lnTo>
                <a:lnTo>
                  <a:pt x="607361" y="112430"/>
                </a:lnTo>
                <a:lnTo>
                  <a:pt x="609069" y="113088"/>
                </a:lnTo>
                <a:close/>
                <a:moveTo>
                  <a:pt x="873154" y="160724"/>
                </a:moveTo>
                <a:lnTo>
                  <a:pt x="875417" y="162245"/>
                </a:lnTo>
                <a:lnTo>
                  <a:pt x="876996" y="162739"/>
                </a:lnTo>
                <a:lnTo>
                  <a:pt x="880293" y="161300"/>
                </a:lnTo>
                <a:lnTo>
                  <a:pt x="881622" y="161345"/>
                </a:lnTo>
                <a:lnTo>
                  <a:pt x="886498" y="163738"/>
                </a:lnTo>
                <a:lnTo>
                  <a:pt x="888447" y="165417"/>
                </a:lnTo>
                <a:lnTo>
                  <a:pt x="888990" y="170635"/>
                </a:lnTo>
                <a:lnTo>
                  <a:pt x="889451" y="172110"/>
                </a:lnTo>
                <a:lnTo>
                  <a:pt x="890847" y="174200"/>
                </a:lnTo>
                <a:lnTo>
                  <a:pt x="895092" y="178483"/>
                </a:lnTo>
                <a:lnTo>
                  <a:pt x="894443" y="184084"/>
                </a:lnTo>
                <a:lnTo>
                  <a:pt x="894637" y="188067"/>
                </a:lnTo>
                <a:lnTo>
                  <a:pt x="896016" y="191136"/>
                </a:lnTo>
                <a:lnTo>
                  <a:pt x="899814" y="195489"/>
                </a:lnTo>
                <a:lnTo>
                  <a:pt x="900263" y="201202"/>
                </a:lnTo>
                <a:lnTo>
                  <a:pt x="901153" y="205001"/>
                </a:lnTo>
                <a:lnTo>
                  <a:pt x="901176" y="205603"/>
                </a:lnTo>
                <a:lnTo>
                  <a:pt x="900622" y="206388"/>
                </a:lnTo>
                <a:lnTo>
                  <a:pt x="898633" y="206457"/>
                </a:lnTo>
                <a:lnTo>
                  <a:pt x="896801" y="205717"/>
                </a:lnTo>
                <a:lnTo>
                  <a:pt x="883171" y="197081"/>
                </a:lnTo>
                <a:lnTo>
                  <a:pt x="879204" y="193610"/>
                </a:lnTo>
                <a:lnTo>
                  <a:pt x="874724" y="187794"/>
                </a:lnTo>
                <a:lnTo>
                  <a:pt x="872950" y="183792"/>
                </a:lnTo>
                <a:lnTo>
                  <a:pt x="870617" y="175314"/>
                </a:lnTo>
                <a:lnTo>
                  <a:pt x="870673" y="168595"/>
                </a:lnTo>
                <a:lnTo>
                  <a:pt x="869179" y="162050"/>
                </a:lnTo>
                <a:lnTo>
                  <a:pt x="869260" y="160306"/>
                </a:lnTo>
                <a:lnTo>
                  <a:pt x="869987" y="158789"/>
                </a:lnTo>
                <a:lnTo>
                  <a:pt x="870668" y="158920"/>
                </a:lnTo>
                <a:lnTo>
                  <a:pt x="873154" y="160724"/>
                </a:lnTo>
                <a:close/>
                <a:moveTo>
                  <a:pt x="567074" y="7746"/>
                </a:moveTo>
                <a:lnTo>
                  <a:pt x="566001" y="9684"/>
                </a:lnTo>
                <a:lnTo>
                  <a:pt x="565341" y="12411"/>
                </a:lnTo>
                <a:lnTo>
                  <a:pt x="563724" y="22708"/>
                </a:lnTo>
                <a:lnTo>
                  <a:pt x="561847" y="30617"/>
                </a:lnTo>
                <a:lnTo>
                  <a:pt x="561252" y="38463"/>
                </a:lnTo>
                <a:lnTo>
                  <a:pt x="560416" y="41066"/>
                </a:lnTo>
                <a:lnTo>
                  <a:pt x="558938" y="43056"/>
                </a:lnTo>
                <a:lnTo>
                  <a:pt x="555846" y="45792"/>
                </a:lnTo>
                <a:lnTo>
                  <a:pt x="543413" y="50626"/>
                </a:lnTo>
                <a:lnTo>
                  <a:pt x="541984" y="51644"/>
                </a:lnTo>
                <a:lnTo>
                  <a:pt x="541131" y="53306"/>
                </a:lnTo>
                <a:lnTo>
                  <a:pt x="541549" y="54321"/>
                </a:lnTo>
                <a:lnTo>
                  <a:pt x="542617" y="54970"/>
                </a:lnTo>
                <a:lnTo>
                  <a:pt x="556307" y="56394"/>
                </a:lnTo>
                <a:lnTo>
                  <a:pt x="559009" y="57220"/>
                </a:lnTo>
                <a:lnTo>
                  <a:pt x="559983" y="57900"/>
                </a:lnTo>
                <a:lnTo>
                  <a:pt x="560049" y="58317"/>
                </a:lnTo>
                <a:lnTo>
                  <a:pt x="554287" y="62035"/>
                </a:lnTo>
                <a:lnTo>
                  <a:pt x="547022" y="64251"/>
                </a:lnTo>
                <a:lnTo>
                  <a:pt x="534591" y="69041"/>
                </a:lnTo>
                <a:lnTo>
                  <a:pt x="531256" y="70642"/>
                </a:lnTo>
                <a:lnTo>
                  <a:pt x="530052" y="71762"/>
                </a:lnTo>
                <a:lnTo>
                  <a:pt x="531974" y="73350"/>
                </a:lnTo>
                <a:lnTo>
                  <a:pt x="553627" y="73491"/>
                </a:lnTo>
                <a:lnTo>
                  <a:pt x="556059" y="73738"/>
                </a:lnTo>
                <a:lnTo>
                  <a:pt x="557874" y="74456"/>
                </a:lnTo>
                <a:lnTo>
                  <a:pt x="558408" y="75474"/>
                </a:lnTo>
                <a:lnTo>
                  <a:pt x="558739" y="81160"/>
                </a:lnTo>
                <a:lnTo>
                  <a:pt x="558572" y="92322"/>
                </a:lnTo>
                <a:lnTo>
                  <a:pt x="557707" y="102223"/>
                </a:lnTo>
                <a:lnTo>
                  <a:pt x="558178" y="105931"/>
                </a:lnTo>
                <a:lnTo>
                  <a:pt x="559291" y="106025"/>
                </a:lnTo>
                <a:lnTo>
                  <a:pt x="563774" y="103407"/>
                </a:lnTo>
                <a:lnTo>
                  <a:pt x="565498" y="99476"/>
                </a:lnTo>
                <a:lnTo>
                  <a:pt x="567220" y="98385"/>
                </a:lnTo>
                <a:lnTo>
                  <a:pt x="570417" y="97920"/>
                </a:lnTo>
                <a:lnTo>
                  <a:pt x="572645" y="100205"/>
                </a:lnTo>
                <a:lnTo>
                  <a:pt x="573310" y="101752"/>
                </a:lnTo>
                <a:lnTo>
                  <a:pt x="572877" y="102991"/>
                </a:lnTo>
                <a:lnTo>
                  <a:pt x="571416" y="103845"/>
                </a:lnTo>
                <a:lnTo>
                  <a:pt x="568997" y="104233"/>
                </a:lnTo>
                <a:lnTo>
                  <a:pt x="564734" y="104104"/>
                </a:lnTo>
                <a:lnTo>
                  <a:pt x="564119" y="108251"/>
                </a:lnTo>
                <a:lnTo>
                  <a:pt x="563731" y="109076"/>
                </a:lnTo>
                <a:lnTo>
                  <a:pt x="563001" y="109575"/>
                </a:lnTo>
                <a:lnTo>
                  <a:pt x="560275" y="109525"/>
                </a:lnTo>
                <a:lnTo>
                  <a:pt x="557348" y="107813"/>
                </a:lnTo>
                <a:lnTo>
                  <a:pt x="556795" y="108115"/>
                </a:lnTo>
                <a:lnTo>
                  <a:pt x="556155" y="109352"/>
                </a:lnTo>
                <a:lnTo>
                  <a:pt x="555095" y="115882"/>
                </a:lnTo>
                <a:lnTo>
                  <a:pt x="555207" y="125624"/>
                </a:lnTo>
                <a:lnTo>
                  <a:pt x="553308" y="130187"/>
                </a:lnTo>
                <a:lnTo>
                  <a:pt x="552052" y="135203"/>
                </a:lnTo>
                <a:lnTo>
                  <a:pt x="550092" y="149035"/>
                </a:lnTo>
                <a:lnTo>
                  <a:pt x="548443" y="155720"/>
                </a:lnTo>
                <a:lnTo>
                  <a:pt x="547105" y="167980"/>
                </a:lnTo>
                <a:lnTo>
                  <a:pt x="545930" y="172089"/>
                </a:lnTo>
                <a:lnTo>
                  <a:pt x="548113" y="173529"/>
                </a:lnTo>
                <a:lnTo>
                  <a:pt x="550165" y="173283"/>
                </a:lnTo>
                <a:lnTo>
                  <a:pt x="566155" y="161768"/>
                </a:lnTo>
                <a:lnTo>
                  <a:pt x="567912" y="160887"/>
                </a:lnTo>
                <a:lnTo>
                  <a:pt x="569074" y="160745"/>
                </a:lnTo>
                <a:lnTo>
                  <a:pt x="571386" y="161547"/>
                </a:lnTo>
                <a:lnTo>
                  <a:pt x="576324" y="165341"/>
                </a:lnTo>
                <a:lnTo>
                  <a:pt x="580665" y="168052"/>
                </a:lnTo>
                <a:lnTo>
                  <a:pt x="581844" y="169304"/>
                </a:lnTo>
                <a:lnTo>
                  <a:pt x="586527" y="172746"/>
                </a:lnTo>
                <a:lnTo>
                  <a:pt x="587786" y="173430"/>
                </a:lnTo>
                <a:lnTo>
                  <a:pt x="589455" y="173704"/>
                </a:lnTo>
                <a:lnTo>
                  <a:pt x="590668" y="173056"/>
                </a:lnTo>
                <a:lnTo>
                  <a:pt x="591070" y="172082"/>
                </a:lnTo>
                <a:lnTo>
                  <a:pt x="590928" y="167509"/>
                </a:lnTo>
                <a:lnTo>
                  <a:pt x="588531" y="155025"/>
                </a:lnTo>
                <a:lnTo>
                  <a:pt x="586813" y="141312"/>
                </a:lnTo>
                <a:lnTo>
                  <a:pt x="586099" y="138885"/>
                </a:lnTo>
                <a:lnTo>
                  <a:pt x="585220" y="137822"/>
                </a:lnTo>
                <a:lnTo>
                  <a:pt x="584441" y="137595"/>
                </a:lnTo>
                <a:lnTo>
                  <a:pt x="583944" y="138541"/>
                </a:lnTo>
                <a:lnTo>
                  <a:pt x="583538" y="142129"/>
                </a:lnTo>
                <a:lnTo>
                  <a:pt x="580372" y="142604"/>
                </a:lnTo>
                <a:lnTo>
                  <a:pt x="575598" y="139998"/>
                </a:lnTo>
                <a:lnTo>
                  <a:pt x="574719" y="139098"/>
                </a:lnTo>
                <a:lnTo>
                  <a:pt x="574880" y="137536"/>
                </a:lnTo>
                <a:lnTo>
                  <a:pt x="577312" y="134974"/>
                </a:lnTo>
                <a:lnTo>
                  <a:pt x="577479" y="134566"/>
                </a:lnTo>
                <a:lnTo>
                  <a:pt x="577131" y="134159"/>
                </a:lnTo>
                <a:lnTo>
                  <a:pt x="574229" y="134154"/>
                </a:lnTo>
                <a:lnTo>
                  <a:pt x="570256" y="135490"/>
                </a:lnTo>
                <a:lnTo>
                  <a:pt x="568878" y="135583"/>
                </a:lnTo>
                <a:lnTo>
                  <a:pt x="562344" y="133122"/>
                </a:lnTo>
                <a:lnTo>
                  <a:pt x="561475" y="132560"/>
                </a:lnTo>
                <a:lnTo>
                  <a:pt x="561233" y="131500"/>
                </a:lnTo>
                <a:lnTo>
                  <a:pt x="562065" y="129541"/>
                </a:lnTo>
                <a:lnTo>
                  <a:pt x="564037" y="127559"/>
                </a:lnTo>
                <a:lnTo>
                  <a:pt x="567392" y="125717"/>
                </a:lnTo>
                <a:lnTo>
                  <a:pt x="569741" y="125346"/>
                </a:lnTo>
                <a:lnTo>
                  <a:pt x="572715" y="126459"/>
                </a:lnTo>
                <a:lnTo>
                  <a:pt x="575605" y="128327"/>
                </a:lnTo>
                <a:lnTo>
                  <a:pt x="577007" y="129988"/>
                </a:lnTo>
                <a:lnTo>
                  <a:pt x="578577" y="133383"/>
                </a:lnTo>
                <a:lnTo>
                  <a:pt x="583617" y="135308"/>
                </a:lnTo>
                <a:lnTo>
                  <a:pt x="584280" y="135056"/>
                </a:lnTo>
                <a:lnTo>
                  <a:pt x="584624" y="134285"/>
                </a:lnTo>
                <a:lnTo>
                  <a:pt x="584762" y="131525"/>
                </a:lnTo>
                <a:lnTo>
                  <a:pt x="583992" y="125420"/>
                </a:lnTo>
                <a:lnTo>
                  <a:pt x="583931" y="121538"/>
                </a:lnTo>
                <a:lnTo>
                  <a:pt x="582501" y="114581"/>
                </a:lnTo>
                <a:lnTo>
                  <a:pt x="581294" y="110824"/>
                </a:lnTo>
                <a:lnTo>
                  <a:pt x="580127" y="97956"/>
                </a:lnTo>
                <a:lnTo>
                  <a:pt x="578533" y="91222"/>
                </a:lnTo>
                <a:lnTo>
                  <a:pt x="578276" y="85984"/>
                </a:lnTo>
                <a:lnTo>
                  <a:pt x="578528" y="81937"/>
                </a:lnTo>
                <a:lnTo>
                  <a:pt x="578109" y="78304"/>
                </a:lnTo>
                <a:lnTo>
                  <a:pt x="578678" y="76120"/>
                </a:lnTo>
                <a:lnTo>
                  <a:pt x="580096" y="74927"/>
                </a:lnTo>
                <a:lnTo>
                  <a:pt x="582702" y="73600"/>
                </a:lnTo>
                <a:lnTo>
                  <a:pt x="605339" y="73420"/>
                </a:lnTo>
                <a:lnTo>
                  <a:pt x="607272" y="73015"/>
                </a:lnTo>
                <a:lnTo>
                  <a:pt x="607999" y="71885"/>
                </a:lnTo>
                <a:lnTo>
                  <a:pt x="607611" y="71161"/>
                </a:lnTo>
                <a:lnTo>
                  <a:pt x="605594" y="69993"/>
                </a:lnTo>
                <a:lnTo>
                  <a:pt x="599398" y="67841"/>
                </a:lnTo>
                <a:lnTo>
                  <a:pt x="594494" y="66690"/>
                </a:lnTo>
                <a:lnTo>
                  <a:pt x="591163" y="64559"/>
                </a:lnTo>
                <a:lnTo>
                  <a:pt x="584787" y="62192"/>
                </a:lnTo>
                <a:lnTo>
                  <a:pt x="581599" y="60365"/>
                </a:lnTo>
                <a:lnTo>
                  <a:pt x="579715" y="58732"/>
                </a:lnTo>
                <a:lnTo>
                  <a:pt x="579586" y="58278"/>
                </a:lnTo>
                <a:lnTo>
                  <a:pt x="579970" y="57868"/>
                </a:lnTo>
                <a:lnTo>
                  <a:pt x="582062" y="56847"/>
                </a:lnTo>
                <a:lnTo>
                  <a:pt x="595608" y="56776"/>
                </a:lnTo>
                <a:lnTo>
                  <a:pt x="597247" y="56226"/>
                </a:lnTo>
                <a:lnTo>
                  <a:pt x="597749" y="55284"/>
                </a:lnTo>
                <a:lnTo>
                  <a:pt x="596015" y="53220"/>
                </a:lnTo>
                <a:lnTo>
                  <a:pt x="586917" y="47783"/>
                </a:lnTo>
                <a:lnTo>
                  <a:pt x="583470" y="46095"/>
                </a:lnTo>
                <a:lnTo>
                  <a:pt x="581239" y="44434"/>
                </a:lnTo>
                <a:lnTo>
                  <a:pt x="579137" y="42233"/>
                </a:lnTo>
                <a:lnTo>
                  <a:pt x="577738" y="38888"/>
                </a:lnTo>
                <a:lnTo>
                  <a:pt x="577207" y="32724"/>
                </a:lnTo>
                <a:lnTo>
                  <a:pt x="575438" y="25925"/>
                </a:lnTo>
                <a:lnTo>
                  <a:pt x="573953" y="16272"/>
                </a:lnTo>
                <a:lnTo>
                  <a:pt x="572502" y="10036"/>
                </a:lnTo>
                <a:lnTo>
                  <a:pt x="571754" y="8277"/>
                </a:lnTo>
                <a:lnTo>
                  <a:pt x="570661" y="7245"/>
                </a:lnTo>
                <a:lnTo>
                  <a:pt x="568763" y="6994"/>
                </a:lnTo>
                <a:lnTo>
                  <a:pt x="567074" y="7746"/>
                </a:lnTo>
                <a:close/>
                <a:moveTo>
                  <a:pt x="570584" y="32650"/>
                </a:moveTo>
                <a:lnTo>
                  <a:pt x="570252" y="34259"/>
                </a:lnTo>
                <a:lnTo>
                  <a:pt x="569513" y="34478"/>
                </a:lnTo>
                <a:lnTo>
                  <a:pt x="568671" y="34217"/>
                </a:lnTo>
                <a:lnTo>
                  <a:pt x="567894" y="32828"/>
                </a:lnTo>
                <a:lnTo>
                  <a:pt x="568071" y="31221"/>
                </a:lnTo>
                <a:lnTo>
                  <a:pt x="568852" y="30818"/>
                </a:lnTo>
                <a:lnTo>
                  <a:pt x="570170" y="31021"/>
                </a:lnTo>
                <a:lnTo>
                  <a:pt x="570584" y="32650"/>
                </a:lnTo>
                <a:close/>
                <a:moveTo>
                  <a:pt x="563439" y="47317"/>
                </a:moveTo>
                <a:lnTo>
                  <a:pt x="564097" y="48149"/>
                </a:lnTo>
                <a:lnTo>
                  <a:pt x="563416" y="49288"/>
                </a:lnTo>
                <a:lnTo>
                  <a:pt x="561144" y="49500"/>
                </a:lnTo>
                <a:lnTo>
                  <a:pt x="560192" y="48892"/>
                </a:lnTo>
                <a:lnTo>
                  <a:pt x="560315" y="48274"/>
                </a:lnTo>
                <a:lnTo>
                  <a:pt x="561516" y="47440"/>
                </a:lnTo>
                <a:lnTo>
                  <a:pt x="562436" y="47103"/>
                </a:lnTo>
                <a:lnTo>
                  <a:pt x="563439" y="47317"/>
                </a:lnTo>
                <a:close/>
                <a:moveTo>
                  <a:pt x="583705" y="49783"/>
                </a:moveTo>
                <a:lnTo>
                  <a:pt x="584797" y="50712"/>
                </a:lnTo>
                <a:lnTo>
                  <a:pt x="584749" y="52170"/>
                </a:lnTo>
                <a:lnTo>
                  <a:pt x="583122" y="53097"/>
                </a:lnTo>
                <a:lnTo>
                  <a:pt x="581406" y="53084"/>
                </a:lnTo>
                <a:lnTo>
                  <a:pt x="580001" y="52507"/>
                </a:lnTo>
                <a:lnTo>
                  <a:pt x="578921" y="51447"/>
                </a:lnTo>
                <a:lnTo>
                  <a:pt x="578356" y="50121"/>
                </a:lnTo>
                <a:lnTo>
                  <a:pt x="578314" y="48613"/>
                </a:lnTo>
                <a:lnTo>
                  <a:pt x="581473" y="49046"/>
                </a:lnTo>
                <a:lnTo>
                  <a:pt x="583705" y="49783"/>
                </a:lnTo>
                <a:close/>
                <a:moveTo>
                  <a:pt x="558257" y="49574"/>
                </a:moveTo>
                <a:lnTo>
                  <a:pt x="558611" y="50110"/>
                </a:lnTo>
                <a:lnTo>
                  <a:pt x="558489" y="50814"/>
                </a:lnTo>
                <a:lnTo>
                  <a:pt x="557245" y="52120"/>
                </a:lnTo>
                <a:lnTo>
                  <a:pt x="555757" y="52441"/>
                </a:lnTo>
                <a:lnTo>
                  <a:pt x="554470" y="51908"/>
                </a:lnTo>
                <a:lnTo>
                  <a:pt x="554928" y="50634"/>
                </a:lnTo>
                <a:lnTo>
                  <a:pt x="556409" y="49463"/>
                </a:lnTo>
                <a:lnTo>
                  <a:pt x="557222" y="49201"/>
                </a:lnTo>
                <a:lnTo>
                  <a:pt x="558257" y="49574"/>
                </a:lnTo>
                <a:close/>
                <a:moveTo>
                  <a:pt x="558174" y="64449"/>
                </a:moveTo>
                <a:lnTo>
                  <a:pt x="559075" y="65746"/>
                </a:lnTo>
                <a:lnTo>
                  <a:pt x="558389" y="66803"/>
                </a:lnTo>
                <a:lnTo>
                  <a:pt x="556171" y="66964"/>
                </a:lnTo>
                <a:lnTo>
                  <a:pt x="555142" y="66148"/>
                </a:lnTo>
                <a:lnTo>
                  <a:pt x="554920" y="64705"/>
                </a:lnTo>
                <a:lnTo>
                  <a:pt x="555239" y="63906"/>
                </a:lnTo>
                <a:lnTo>
                  <a:pt x="556717" y="63854"/>
                </a:lnTo>
                <a:lnTo>
                  <a:pt x="558174" y="64449"/>
                </a:lnTo>
                <a:close/>
                <a:moveTo>
                  <a:pt x="581950" y="65285"/>
                </a:moveTo>
                <a:lnTo>
                  <a:pt x="581994" y="66170"/>
                </a:lnTo>
                <a:lnTo>
                  <a:pt x="581292" y="67080"/>
                </a:lnTo>
                <a:lnTo>
                  <a:pt x="580045" y="67299"/>
                </a:lnTo>
                <a:lnTo>
                  <a:pt x="579378" y="66862"/>
                </a:lnTo>
                <a:lnTo>
                  <a:pt x="579253" y="65814"/>
                </a:lnTo>
                <a:lnTo>
                  <a:pt x="580056" y="64846"/>
                </a:lnTo>
                <a:lnTo>
                  <a:pt x="581171" y="64669"/>
                </a:lnTo>
                <a:lnTo>
                  <a:pt x="581950" y="65285"/>
                </a:lnTo>
                <a:close/>
                <a:moveTo>
                  <a:pt x="563271" y="76734"/>
                </a:moveTo>
                <a:lnTo>
                  <a:pt x="562895" y="77570"/>
                </a:lnTo>
                <a:lnTo>
                  <a:pt x="562323" y="77273"/>
                </a:lnTo>
                <a:lnTo>
                  <a:pt x="562128" y="76639"/>
                </a:lnTo>
                <a:lnTo>
                  <a:pt x="562775" y="75904"/>
                </a:lnTo>
                <a:lnTo>
                  <a:pt x="563271" y="76734"/>
                </a:lnTo>
                <a:close/>
                <a:moveTo>
                  <a:pt x="571963" y="79910"/>
                </a:moveTo>
                <a:lnTo>
                  <a:pt x="572727" y="80915"/>
                </a:lnTo>
                <a:lnTo>
                  <a:pt x="572844" y="82218"/>
                </a:lnTo>
                <a:lnTo>
                  <a:pt x="572321" y="83507"/>
                </a:lnTo>
                <a:lnTo>
                  <a:pt x="571354" y="84321"/>
                </a:lnTo>
                <a:lnTo>
                  <a:pt x="569474" y="84533"/>
                </a:lnTo>
                <a:lnTo>
                  <a:pt x="567583" y="84097"/>
                </a:lnTo>
                <a:lnTo>
                  <a:pt x="566209" y="83434"/>
                </a:lnTo>
                <a:lnTo>
                  <a:pt x="565554" y="82422"/>
                </a:lnTo>
                <a:lnTo>
                  <a:pt x="565653" y="80537"/>
                </a:lnTo>
                <a:lnTo>
                  <a:pt x="567092" y="79625"/>
                </a:lnTo>
                <a:lnTo>
                  <a:pt x="570076" y="79321"/>
                </a:lnTo>
                <a:lnTo>
                  <a:pt x="571963" y="79910"/>
                </a:lnTo>
                <a:close/>
                <a:moveTo>
                  <a:pt x="563689" y="94953"/>
                </a:moveTo>
                <a:lnTo>
                  <a:pt x="564002" y="95693"/>
                </a:lnTo>
                <a:lnTo>
                  <a:pt x="563367" y="96398"/>
                </a:lnTo>
                <a:lnTo>
                  <a:pt x="562575" y="96588"/>
                </a:lnTo>
                <a:lnTo>
                  <a:pt x="561736" y="96086"/>
                </a:lnTo>
                <a:lnTo>
                  <a:pt x="561634" y="95197"/>
                </a:lnTo>
                <a:lnTo>
                  <a:pt x="562071" y="94438"/>
                </a:lnTo>
                <a:lnTo>
                  <a:pt x="562833" y="94330"/>
                </a:lnTo>
                <a:lnTo>
                  <a:pt x="563689" y="94953"/>
                </a:lnTo>
                <a:close/>
                <a:moveTo>
                  <a:pt x="577813" y="94995"/>
                </a:moveTo>
                <a:lnTo>
                  <a:pt x="576538" y="95877"/>
                </a:lnTo>
                <a:lnTo>
                  <a:pt x="575625" y="95794"/>
                </a:lnTo>
                <a:lnTo>
                  <a:pt x="575389" y="95413"/>
                </a:lnTo>
                <a:lnTo>
                  <a:pt x="575609" y="94654"/>
                </a:lnTo>
                <a:lnTo>
                  <a:pt x="576341" y="94321"/>
                </a:lnTo>
                <a:lnTo>
                  <a:pt x="577605" y="94390"/>
                </a:lnTo>
                <a:lnTo>
                  <a:pt x="577813" y="94995"/>
                </a:lnTo>
                <a:close/>
                <a:moveTo>
                  <a:pt x="577604" y="105065"/>
                </a:moveTo>
                <a:lnTo>
                  <a:pt x="578453" y="106726"/>
                </a:lnTo>
                <a:lnTo>
                  <a:pt x="578583" y="108139"/>
                </a:lnTo>
                <a:lnTo>
                  <a:pt x="577659" y="109802"/>
                </a:lnTo>
                <a:lnTo>
                  <a:pt x="574632" y="111443"/>
                </a:lnTo>
                <a:lnTo>
                  <a:pt x="575795" y="114863"/>
                </a:lnTo>
                <a:lnTo>
                  <a:pt x="575085" y="116613"/>
                </a:lnTo>
                <a:lnTo>
                  <a:pt x="572386" y="118253"/>
                </a:lnTo>
                <a:lnTo>
                  <a:pt x="569889" y="119126"/>
                </a:lnTo>
                <a:lnTo>
                  <a:pt x="567774" y="118314"/>
                </a:lnTo>
                <a:lnTo>
                  <a:pt x="564694" y="116061"/>
                </a:lnTo>
                <a:lnTo>
                  <a:pt x="564354" y="114399"/>
                </a:lnTo>
                <a:lnTo>
                  <a:pt x="566183" y="111690"/>
                </a:lnTo>
                <a:lnTo>
                  <a:pt x="568625" y="110431"/>
                </a:lnTo>
                <a:lnTo>
                  <a:pt x="573682" y="110021"/>
                </a:lnTo>
                <a:lnTo>
                  <a:pt x="575013" y="104856"/>
                </a:lnTo>
                <a:lnTo>
                  <a:pt x="576262" y="104349"/>
                </a:lnTo>
                <a:lnTo>
                  <a:pt x="577604" y="105065"/>
                </a:lnTo>
                <a:close/>
                <a:moveTo>
                  <a:pt x="562436" y="119523"/>
                </a:moveTo>
                <a:lnTo>
                  <a:pt x="564298" y="121440"/>
                </a:lnTo>
                <a:lnTo>
                  <a:pt x="564292" y="122348"/>
                </a:lnTo>
                <a:lnTo>
                  <a:pt x="563658" y="123405"/>
                </a:lnTo>
                <a:lnTo>
                  <a:pt x="559949" y="126710"/>
                </a:lnTo>
                <a:lnTo>
                  <a:pt x="558916" y="126749"/>
                </a:lnTo>
                <a:lnTo>
                  <a:pt x="557423" y="125980"/>
                </a:lnTo>
                <a:lnTo>
                  <a:pt x="556842" y="125227"/>
                </a:lnTo>
                <a:lnTo>
                  <a:pt x="556763" y="123534"/>
                </a:lnTo>
                <a:lnTo>
                  <a:pt x="557322" y="120369"/>
                </a:lnTo>
                <a:lnTo>
                  <a:pt x="558067" y="118798"/>
                </a:lnTo>
                <a:lnTo>
                  <a:pt x="558555" y="118363"/>
                </a:lnTo>
                <a:lnTo>
                  <a:pt x="559797" y="118174"/>
                </a:lnTo>
                <a:lnTo>
                  <a:pt x="562436" y="119523"/>
                </a:lnTo>
                <a:close/>
                <a:moveTo>
                  <a:pt x="581156" y="119021"/>
                </a:moveTo>
                <a:lnTo>
                  <a:pt x="581662" y="121501"/>
                </a:lnTo>
                <a:lnTo>
                  <a:pt x="581399" y="124854"/>
                </a:lnTo>
                <a:lnTo>
                  <a:pt x="580716" y="126026"/>
                </a:lnTo>
                <a:lnTo>
                  <a:pt x="579174" y="126377"/>
                </a:lnTo>
                <a:lnTo>
                  <a:pt x="575211" y="123460"/>
                </a:lnTo>
                <a:lnTo>
                  <a:pt x="574491" y="122323"/>
                </a:lnTo>
                <a:lnTo>
                  <a:pt x="574402" y="121140"/>
                </a:lnTo>
                <a:lnTo>
                  <a:pt x="575115" y="119967"/>
                </a:lnTo>
                <a:lnTo>
                  <a:pt x="577106" y="118952"/>
                </a:lnTo>
                <a:lnTo>
                  <a:pt x="579476" y="118556"/>
                </a:lnTo>
                <a:lnTo>
                  <a:pt x="581156" y="119021"/>
                </a:lnTo>
                <a:close/>
                <a:moveTo>
                  <a:pt x="559511" y="135318"/>
                </a:moveTo>
                <a:lnTo>
                  <a:pt x="562603" y="138577"/>
                </a:lnTo>
                <a:lnTo>
                  <a:pt x="560623" y="140118"/>
                </a:lnTo>
                <a:lnTo>
                  <a:pt x="556043" y="141669"/>
                </a:lnTo>
                <a:lnTo>
                  <a:pt x="555037" y="140293"/>
                </a:lnTo>
                <a:lnTo>
                  <a:pt x="554672" y="139106"/>
                </a:lnTo>
                <a:lnTo>
                  <a:pt x="554493" y="136963"/>
                </a:lnTo>
                <a:lnTo>
                  <a:pt x="554788" y="135225"/>
                </a:lnTo>
                <a:lnTo>
                  <a:pt x="555277" y="134692"/>
                </a:lnTo>
                <a:lnTo>
                  <a:pt x="556496" y="134415"/>
                </a:lnTo>
                <a:lnTo>
                  <a:pt x="559511" y="135318"/>
                </a:lnTo>
                <a:close/>
                <a:moveTo>
                  <a:pt x="572005" y="142129"/>
                </a:moveTo>
                <a:lnTo>
                  <a:pt x="576837" y="144501"/>
                </a:lnTo>
                <a:lnTo>
                  <a:pt x="577693" y="145685"/>
                </a:lnTo>
                <a:lnTo>
                  <a:pt x="577779" y="147823"/>
                </a:lnTo>
                <a:lnTo>
                  <a:pt x="576309" y="149650"/>
                </a:lnTo>
                <a:lnTo>
                  <a:pt x="572131" y="152734"/>
                </a:lnTo>
                <a:lnTo>
                  <a:pt x="569506" y="153932"/>
                </a:lnTo>
                <a:lnTo>
                  <a:pt x="567129" y="153759"/>
                </a:lnTo>
                <a:lnTo>
                  <a:pt x="565716" y="152874"/>
                </a:lnTo>
                <a:lnTo>
                  <a:pt x="561130" y="148994"/>
                </a:lnTo>
                <a:lnTo>
                  <a:pt x="559148" y="145854"/>
                </a:lnTo>
                <a:lnTo>
                  <a:pt x="559151" y="145056"/>
                </a:lnTo>
                <a:lnTo>
                  <a:pt x="559680" y="144416"/>
                </a:lnTo>
                <a:lnTo>
                  <a:pt x="566705" y="140821"/>
                </a:lnTo>
                <a:lnTo>
                  <a:pt x="568858" y="140735"/>
                </a:lnTo>
                <a:lnTo>
                  <a:pt x="572005" y="142129"/>
                </a:lnTo>
                <a:close/>
                <a:moveTo>
                  <a:pt x="558383" y="151698"/>
                </a:moveTo>
                <a:lnTo>
                  <a:pt x="562734" y="155239"/>
                </a:lnTo>
                <a:lnTo>
                  <a:pt x="563856" y="157249"/>
                </a:lnTo>
                <a:lnTo>
                  <a:pt x="563898" y="158634"/>
                </a:lnTo>
                <a:lnTo>
                  <a:pt x="563158" y="159468"/>
                </a:lnTo>
                <a:lnTo>
                  <a:pt x="560635" y="160907"/>
                </a:lnTo>
                <a:lnTo>
                  <a:pt x="555145" y="164999"/>
                </a:lnTo>
                <a:lnTo>
                  <a:pt x="553369" y="166069"/>
                </a:lnTo>
                <a:lnTo>
                  <a:pt x="552655" y="166024"/>
                </a:lnTo>
                <a:lnTo>
                  <a:pt x="551973" y="165057"/>
                </a:lnTo>
                <a:lnTo>
                  <a:pt x="551589" y="162284"/>
                </a:lnTo>
                <a:lnTo>
                  <a:pt x="552877" y="155161"/>
                </a:lnTo>
                <a:lnTo>
                  <a:pt x="553008" y="152440"/>
                </a:lnTo>
                <a:lnTo>
                  <a:pt x="554236" y="150961"/>
                </a:lnTo>
                <a:lnTo>
                  <a:pt x="555585" y="150338"/>
                </a:lnTo>
                <a:lnTo>
                  <a:pt x="556955" y="150586"/>
                </a:lnTo>
                <a:lnTo>
                  <a:pt x="558383" y="151698"/>
                </a:lnTo>
                <a:close/>
                <a:moveTo>
                  <a:pt x="583872" y="151280"/>
                </a:moveTo>
                <a:lnTo>
                  <a:pt x="584553" y="154404"/>
                </a:lnTo>
                <a:lnTo>
                  <a:pt x="585149" y="163922"/>
                </a:lnTo>
                <a:lnTo>
                  <a:pt x="584908" y="165477"/>
                </a:lnTo>
                <a:lnTo>
                  <a:pt x="583453" y="166060"/>
                </a:lnTo>
                <a:lnTo>
                  <a:pt x="581821" y="165258"/>
                </a:lnTo>
                <a:lnTo>
                  <a:pt x="577330" y="161322"/>
                </a:lnTo>
                <a:lnTo>
                  <a:pt x="574847" y="159758"/>
                </a:lnTo>
                <a:lnTo>
                  <a:pt x="574282" y="158054"/>
                </a:lnTo>
                <a:lnTo>
                  <a:pt x="574994" y="156300"/>
                </a:lnTo>
                <a:lnTo>
                  <a:pt x="579523" y="152457"/>
                </a:lnTo>
                <a:lnTo>
                  <a:pt x="582576" y="150695"/>
                </a:lnTo>
                <a:lnTo>
                  <a:pt x="583872" y="151280"/>
                </a:lnTo>
                <a:close/>
                <a:moveTo>
                  <a:pt x="279170" y="9794"/>
                </a:moveTo>
                <a:lnTo>
                  <a:pt x="278009" y="10595"/>
                </a:lnTo>
                <a:lnTo>
                  <a:pt x="277326" y="12101"/>
                </a:lnTo>
                <a:lnTo>
                  <a:pt x="276137" y="19952"/>
                </a:lnTo>
                <a:lnTo>
                  <a:pt x="274245" y="28587"/>
                </a:lnTo>
                <a:lnTo>
                  <a:pt x="273059" y="37792"/>
                </a:lnTo>
                <a:lnTo>
                  <a:pt x="271568" y="44079"/>
                </a:lnTo>
                <a:lnTo>
                  <a:pt x="269952" y="53978"/>
                </a:lnTo>
                <a:lnTo>
                  <a:pt x="269185" y="55695"/>
                </a:lnTo>
                <a:lnTo>
                  <a:pt x="267208" y="57957"/>
                </a:lnTo>
                <a:lnTo>
                  <a:pt x="265435" y="59154"/>
                </a:lnTo>
                <a:lnTo>
                  <a:pt x="261093" y="60913"/>
                </a:lnTo>
                <a:lnTo>
                  <a:pt x="257377" y="63053"/>
                </a:lnTo>
                <a:lnTo>
                  <a:pt x="246582" y="67452"/>
                </a:lnTo>
                <a:lnTo>
                  <a:pt x="244855" y="68714"/>
                </a:lnTo>
                <a:lnTo>
                  <a:pt x="243631" y="70692"/>
                </a:lnTo>
                <a:lnTo>
                  <a:pt x="243981" y="71739"/>
                </a:lnTo>
                <a:lnTo>
                  <a:pt x="246435" y="72407"/>
                </a:lnTo>
                <a:lnTo>
                  <a:pt x="266952" y="73642"/>
                </a:lnTo>
                <a:lnTo>
                  <a:pt x="269140" y="74509"/>
                </a:lnTo>
                <a:lnTo>
                  <a:pt x="269894" y="75230"/>
                </a:lnTo>
                <a:lnTo>
                  <a:pt x="269887" y="76039"/>
                </a:lnTo>
                <a:lnTo>
                  <a:pt x="267749" y="78359"/>
                </a:lnTo>
                <a:lnTo>
                  <a:pt x="265305" y="79805"/>
                </a:lnTo>
                <a:lnTo>
                  <a:pt x="258215" y="82757"/>
                </a:lnTo>
                <a:lnTo>
                  <a:pt x="253028" y="84365"/>
                </a:lnTo>
                <a:lnTo>
                  <a:pt x="248665" y="86276"/>
                </a:lnTo>
                <a:lnTo>
                  <a:pt x="234623" y="91238"/>
                </a:lnTo>
                <a:lnTo>
                  <a:pt x="231475" y="92944"/>
                </a:lnTo>
                <a:lnTo>
                  <a:pt x="230583" y="93705"/>
                </a:lnTo>
                <a:lnTo>
                  <a:pt x="230138" y="95062"/>
                </a:lnTo>
                <a:lnTo>
                  <a:pt x="231257" y="95937"/>
                </a:lnTo>
                <a:lnTo>
                  <a:pt x="234204" y="96186"/>
                </a:lnTo>
                <a:lnTo>
                  <a:pt x="263966" y="96583"/>
                </a:lnTo>
                <a:lnTo>
                  <a:pt x="266912" y="97202"/>
                </a:lnTo>
                <a:lnTo>
                  <a:pt x="267972" y="97961"/>
                </a:lnTo>
                <a:lnTo>
                  <a:pt x="268407" y="99025"/>
                </a:lnTo>
                <a:lnTo>
                  <a:pt x="268652" y="105082"/>
                </a:lnTo>
                <a:lnTo>
                  <a:pt x="267893" y="111729"/>
                </a:lnTo>
                <a:lnTo>
                  <a:pt x="266522" y="134763"/>
                </a:lnTo>
                <a:lnTo>
                  <a:pt x="264838" y="139243"/>
                </a:lnTo>
                <a:lnTo>
                  <a:pt x="263190" y="154385"/>
                </a:lnTo>
                <a:lnTo>
                  <a:pt x="261111" y="162144"/>
                </a:lnTo>
                <a:lnTo>
                  <a:pt x="259797" y="174643"/>
                </a:lnTo>
                <a:lnTo>
                  <a:pt x="257875" y="182557"/>
                </a:lnTo>
                <a:lnTo>
                  <a:pt x="256408" y="194988"/>
                </a:lnTo>
                <a:lnTo>
                  <a:pt x="254491" y="203793"/>
                </a:lnTo>
                <a:lnTo>
                  <a:pt x="252408" y="220166"/>
                </a:lnTo>
                <a:lnTo>
                  <a:pt x="251256" y="224560"/>
                </a:lnTo>
                <a:lnTo>
                  <a:pt x="251230" y="226631"/>
                </a:lnTo>
                <a:lnTo>
                  <a:pt x="251675" y="227790"/>
                </a:lnTo>
                <a:lnTo>
                  <a:pt x="253170" y="228320"/>
                </a:lnTo>
                <a:lnTo>
                  <a:pt x="256011" y="227349"/>
                </a:lnTo>
                <a:lnTo>
                  <a:pt x="272946" y="215586"/>
                </a:lnTo>
                <a:lnTo>
                  <a:pt x="278485" y="211303"/>
                </a:lnTo>
                <a:lnTo>
                  <a:pt x="280058" y="210636"/>
                </a:lnTo>
                <a:lnTo>
                  <a:pt x="281581" y="210498"/>
                </a:lnTo>
                <a:lnTo>
                  <a:pt x="283749" y="211293"/>
                </a:lnTo>
                <a:lnTo>
                  <a:pt x="296099" y="220749"/>
                </a:lnTo>
                <a:lnTo>
                  <a:pt x="304945" y="227015"/>
                </a:lnTo>
                <a:lnTo>
                  <a:pt x="307141" y="228145"/>
                </a:lnTo>
                <a:lnTo>
                  <a:pt x="308784" y="228327"/>
                </a:lnTo>
                <a:lnTo>
                  <a:pt x="309549" y="227915"/>
                </a:lnTo>
                <a:lnTo>
                  <a:pt x="309905" y="227059"/>
                </a:lnTo>
                <a:lnTo>
                  <a:pt x="309913" y="223372"/>
                </a:lnTo>
                <a:lnTo>
                  <a:pt x="307898" y="211088"/>
                </a:lnTo>
                <a:lnTo>
                  <a:pt x="306568" y="199780"/>
                </a:lnTo>
                <a:lnTo>
                  <a:pt x="304755" y="191074"/>
                </a:lnTo>
                <a:lnTo>
                  <a:pt x="303099" y="177360"/>
                </a:lnTo>
                <a:lnTo>
                  <a:pt x="300955" y="167384"/>
                </a:lnTo>
                <a:lnTo>
                  <a:pt x="299739" y="156968"/>
                </a:lnTo>
                <a:lnTo>
                  <a:pt x="297540" y="144366"/>
                </a:lnTo>
                <a:lnTo>
                  <a:pt x="296188" y="132414"/>
                </a:lnTo>
                <a:lnTo>
                  <a:pt x="295576" y="129942"/>
                </a:lnTo>
                <a:lnTo>
                  <a:pt x="294192" y="127258"/>
                </a:lnTo>
                <a:lnTo>
                  <a:pt x="293868" y="125263"/>
                </a:lnTo>
                <a:lnTo>
                  <a:pt x="293461" y="98714"/>
                </a:lnTo>
                <a:lnTo>
                  <a:pt x="295422" y="97143"/>
                </a:lnTo>
                <a:lnTo>
                  <a:pt x="298716" y="96598"/>
                </a:lnTo>
                <a:lnTo>
                  <a:pt x="330327" y="96835"/>
                </a:lnTo>
                <a:lnTo>
                  <a:pt x="331543" y="96382"/>
                </a:lnTo>
                <a:lnTo>
                  <a:pt x="332432" y="94770"/>
                </a:lnTo>
                <a:lnTo>
                  <a:pt x="330760" y="93479"/>
                </a:lnTo>
                <a:lnTo>
                  <a:pt x="326191" y="91261"/>
                </a:lnTo>
                <a:lnTo>
                  <a:pt x="316509" y="87267"/>
                </a:lnTo>
                <a:lnTo>
                  <a:pt x="303343" y="82558"/>
                </a:lnTo>
                <a:lnTo>
                  <a:pt x="296063" y="79476"/>
                </a:lnTo>
                <a:lnTo>
                  <a:pt x="294501" y="78128"/>
                </a:lnTo>
                <a:lnTo>
                  <a:pt x="294288" y="75579"/>
                </a:lnTo>
                <a:lnTo>
                  <a:pt x="294761" y="74759"/>
                </a:lnTo>
                <a:lnTo>
                  <a:pt x="295778" y="74267"/>
                </a:lnTo>
                <a:lnTo>
                  <a:pt x="303572" y="73902"/>
                </a:lnTo>
                <a:lnTo>
                  <a:pt x="316693" y="75003"/>
                </a:lnTo>
                <a:lnTo>
                  <a:pt x="318365" y="74269"/>
                </a:lnTo>
                <a:lnTo>
                  <a:pt x="319102" y="73297"/>
                </a:lnTo>
                <a:lnTo>
                  <a:pt x="319235" y="72396"/>
                </a:lnTo>
                <a:lnTo>
                  <a:pt x="317562" y="70580"/>
                </a:lnTo>
                <a:lnTo>
                  <a:pt x="310551" y="66805"/>
                </a:lnTo>
                <a:lnTo>
                  <a:pt x="300589" y="60519"/>
                </a:lnTo>
                <a:lnTo>
                  <a:pt x="297049" y="58761"/>
                </a:lnTo>
                <a:lnTo>
                  <a:pt x="293841" y="55862"/>
                </a:lnTo>
                <a:lnTo>
                  <a:pt x="293427" y="54933"/>
                </a:lnTo>
                <a:lnTo>
                  <a:pt x="293095" y="51114"/>
                </a:lnTo>
                <a:lnTo>
                  <a:pt x="291530" y="44641"/>
                </a:lnTo>
                <a:lnTo>
                  <a:pt x="289689" y="33122"/>
                </a:lnTo>
                <a:lnTo>
                  <a:pt x="287710" y="24471"/>
                </a:lnTo>
                <a:lnTo>
                  <a:pt x="285783" y="13272"/>
                </a:lnTo>
                <a:lnTo>
                  <a:pt x="284684" y="10895"/>
                </a:lnTo>
                <a:lnTo>
                  <a:pt x="282811" y="9435"/>
                </a:lnTo>
                <a:lnTo>
                  <a:pt x="281107" y="9097"/>
                </a:lnTo>
                <a:lnTo>
                  <a:pt x="279170" y="9794"/>
                </a:lnTo>
                <a:close/>
                <a:moveTo>
                  <a:pt x="282848" y="29684"/>
                </a:moveTo>
                <a:lnTo>
                  <a:pt x="283234" y="30861"/>
                </a:lnTo>
                <a:lnTo>
                  <a:pt x="282984" y="32344"/>
                </a:lnTo>
                <a:lnTo>
                  <a:pt x="281636" y="32650"/>
                </a:lnTo>
                <a:lnTo>
                  <a:pt x="280300" y="32362"/>
                </a:lnTo>
                <a:lnTo>
                  <a:pt x="280047" y="31019"/>
                </a:lnTo>
                <a:lnTo>
                  <a:pt x="280642" y="29717"/>
                </a:lnTo>
                <a:lnTo>
                  <a:pt x="281743" y="29163"/>
                </a:lnTo>
                <a:lnTo>
                  <a:pt x="282848" y="29684"/>
                </a:lnTo>
                <a:close/>
                <a:moveTo>
                  <a:pt x="283391" y="40673"/>
                </a:moveTo>
                <a:lnTo>
                  <a:pt x="284127" y="42642"/>
                </a:lnTo>
                <a:lnTo>
                  <a:pt x="283892" y="45144"/>
                </a:lnTo>
                <a:lnTo>
                  <a:pt x="282027" y="45813"/>
                </a:lnTo>
                <a:lnTo>
                  <a:pt x="279630" y="45479"/>
                </a:lnTo>
                <a:lnTo>
                  <a:pt x="278700" y="43534"/>
                </a:lnTo>
                <a:lnTo>
                  <a:pt x="278828" y="41627"/>
                </a:lnTo>
                <a:lnTo>
                  <a:pt x="279311" y="40623"/>
                </a:lnTo>
                <a:lnTo>
                  <a:pt x="281131" y="39978"/>
                </a:lnTo>
                <a:lnTo>
                  <a:pt x="283391" y="40673"/>
                </a:lnTo>
                <a:close/>
                <a:moveTo>
                  <a:pt x="276621" y="47693"/>
                </a:moveTo>
                <a:lnTo>
                  <a:pt x="276929" y="48736"/>
                </a:lnTo>
                <a:lnTo>
                  <a:pt x="276510" y="49760"/>
                </a:lnTo>
                <a:lnTo>
                  <a:pt x="275608" y="50320"/>
                </a:lnTo>
                <a:lnTo>
                  <a:pt x="274610" y="50072"/>
                </a:lnTo>
                <a:lnTo>
                  <a:pt x="274187" y="48491"/>
                </a:lnTo>
                <a:lnTo>
                  <a:pt x="274660" y="47401"/>
                </a:lnTo>
                <a:lnTo>
                  <a:pt x="275598" y="47070"/>
                </a:lnTo>
                <a:lnTo>
                  <a:pt x="276621" y="47693"/>
                </a:lnTo>
                <a:close/>
                <a:moveTo>
                  <a:pt x="288489" y="48445"/>
                </a:moveTo>
                <a:lnTo>
                  <a:pt x="289282" y="49030"/>
                </a:lnTo>
                <a:lnTo>
                  <a:pt x="288024" y="49370"/>
                </a:lnTo>
                <a:lnTo>
                  <a:pt x="286827" y="49025"/>
                </a:lnTo>
                <a:lnTo>
                  <a:pt x="286232" y="48320"/>
                </a:lnTo>
                <a:lnTo>
                  <a:pt x="287031" y="47928"/>
                </a:lnTo>
                <a:lnTo>
                  <a:pt x="288489" y="48445"/>
                </a:lnTo>
                <a:close/>
                <a:moveTo>
                  <a:pt x="283725" y="53543"/>
                </a:moveTo>
                <a:lnTo>
                  <a:pt x="284367" y="55194"/>
                </a:lnTo>
                <a:lnTo>
                  <a:pt x="283661" y="56044"/>
                </a:lnTo>
                <a:lnTo>
                  <a:pt x="282251" y="56752"/>
                </a:lnTo>
                <a:lnTo>
                  <a:pt x="281178" y="56769"/>
                </a:lnTo>
                <a:lnTo>
                  <a:pt x="279575" y="56193"/>
                </a:lnTo>
                <a:lnTo>
                  <a:pt x="278376" y="54713"/>
                </a:lnTo>
                <a:lnTo>
                  <a:pt x="278664" y="53641"/>
                </a:lnTo>
                <a:lnTo>
                  <a:pt x="280330" y="52718"/>
                </a:lnTo>
                <a:lnTo>
                  <a:pt x="282515" y="52810"/>
                </a:lnTo>
                <a:lnTo>
                  <a:pt x="283725" y="53543"/>
                </a:lnTo>
                <a:close/>
                <a:moveTo>
                  <a:pt x="289491" y="61775"/>
                </a:moveTo>
                <a:lnTo>
                  <a:pt x="289999" y="63412"/>
                </a:lnTo>
                <a:lnTo>
                  <a:pt x="289680" y="65306"/>
                </a:lnTo>
                <a:lnTo>
                  <a:pt x="288914" y="65945"/>
                </a:lnTo>
                <a:lnTo>
                  <a:pt x="287877" y="65806"/>
                </a:lnTo>
                <a:lnTo>
                  <a:pt x="286819" y="64789"/>
                </a:lnTo>
                <a:lnTo>
                  <a:pt x="286841" y="62960"/>
                </a:lnTo>
                <a:lnTo>
                  <a:pt x="288022" y="61537"/>
                </a:lnTo>
                <a:lnTo>
                  <a:pt x="288779" y="61404"/>
                </a:lnTo>
                <a:lnTo>
                  <a:pt x="289491" y="61775"/>
                </a:lnTo>
                <a:close/>
                <a:moveTo>
                  <a:pt x="275953" y="63070"/>
                </a:moveTo>
                <a:lnTo>
                  <a:pt x="276090" y="64441"/>
                </a:lnTo>
                <a:lnTo>
                  <a:pt x="274974" y="65285"/>
                </a:lnTo>
                <a:lnTo>
                  <a:pt x="272747" y="64893"/>
                </a:lnTo>
                <a:lnTo>
                  <a:pt x="271365" y="63930"/>
                </a:lnTo>
                <a:lnTo>
                  <a:pt x="272160" y="62284"/>
                </a:lnTo>
                <a:lnTo>
                  <a:pt x="273537" y="61677"/>
                </a:lnTo>
                <a:lnTo>
                  <a:pt x="274991" y="61960"/>
                </a:lnTo>
                <a:lnTo>
                  <a:pt x="275953" y="63070"/>
                </a:lnTo>
                <a:close/>
                <a:moveTo>
                  <a:pt x="298016" y="63906"/>
                </a:moveTo>
                <a:lnTo>
                  <a:pt x="303515" y="67480"/>
                </a:lnTo>
                <a:lnTo>
                  <a:pt x="304167" y="68286"/>
                </a:lnTo>
                <a:lnTo>
                  <a:pt x="303971" y="69104"/>
                </a:lnTo>
                <a:lnTo>
                  <a:pt x="302785" y="69720"/>
                </a:lnTo>
                <a:lnTo>
                  <a:pt x="299682" y="69995"/>
                </a:lnTo>
                <a:lnTo>
                  <a:pt x="296642" y="69783"/>
                </a:lnTo>
                <a:lnTo>
                  <a:pt x="294741" y="69088"/>
                </a:lnTo>
                <a:lnTo>
                  <a:pt x="294075" y="68238"/>
                </a:lnTo>
                <a:lnTo>
                  <a:pt x="293786" y="66996"/>
                </a:lnTo>
                <a:lnTo>
                  <a:pt x="294129" y="63920"/>
                </a:lnTo>
                <a:lnTo>
                  <a:pt x="295270" y="63006"/>
                </a:lnTo>
                <a:lnTo>
                  <a:pt x="298016" y="63906"/>
                </a:lnTo>
                <a:close/>
                <a:moveTo>
                  <a:pt x="268306" y="63864"/>
                </a:moveTo>
                <a:lnTo>
                  <a:pt x="269596" y="64439"/>
                </a:lnTo>
                <a:lnTo>
                  <a:pt x="269780" y="65170"/>
                </a:lnTo>
                <a:lnTo>
                  <a:pt x="268306" y="66539"/>
                </a:lnTo>
                <a:lnTo>
                  <a:pt x="266387" y="67504"/>
                </a:lnTo>
                <a:lnTo>
                  <a:pt x="264566" y="67904"/>
                </a:lnTo>
                <a:lnTo>
                  <a:pt x="263032" y="67754"/>
                </a:lnTo>
                <a:lnTo>
                  <a:pt x="261681" y="66534"/>
                </a:lnTo>
                <a:lnTo>
                  <a:pt x="261670" y="65257"/>
                </a:lnTo>
                <a:lnTo>
                  <a:pt x="262912" y="63912"/>
                </a:lnTo>
                <a:lnTo>
                  <a:pt x="265268" y="63408"/>
                </a:lnTo>
                <a:lnTo>
                  <a:pt x="268306" y="63864"/>
                </a:lnTo>
                <a:close/>
                <a:moveTo>
                  <a:pt x="289491" y="76609"/>
                </a:moveTo>
                <a:lnTo>
                  <a:pt x="288784" y="78202"/>
                </a:lnTo>
                <a:lnTo>
                  <a:pt x="287945" y="78425"/>
                </a:lnTo>
                <a:lnTo>
                  <a:pt x="287456" y="78009"/>
                </a:lnTo>
                <a:lnTo>
                  <a:pt x="287257" y="76564"/>
                </a:lnTo>
                <a:lnTo>
                  <a:pt x="288191" y="75220"/>
                </a:lnTo>
                <a:lnTo>
                  <a:pt x="289374" y="75222"/>
                </a:lnTo>
                <a:lnTo>
                  <a:pt x="289491" y="76609"/>
                </a:lnTo>
                <a:close/>
                <a:moveTo>
                  <a:pt x="275284" y="76901"/>
                </a:moveTo>
                <a:lnTo>
                  <a:pt x="275234" y="77810"/>
                </a:lnTo>
                <a:lnTo>
                  <a:pt x="274743" y="78210"/>
                </a:lnTo>
                <a:lnTo>
                  <a:pt x="273696" y="77779"/>
                </a:lnTo>
                <a:lnTo>
                  <a:pt x="273137" y="76943"/>
                </a:lnTo>
                <a:lnTo>
                  <a:pt x="273564" y="76246"/>
                </a:lnTo>
                <a:lnTo>
                  <a:pt x="274261" y="76002"/>
                </a:lnTo>
                <a:lnTo>
                  <a:pt x="274914" y="76236"/>
                </a:lnTo>
                <a:lnTo>
                  <a:pt x="275284" y="76901"/>
                </a:lnTo>
                <a:close/>
                <a:moveTo>
                  <a:pt x="282889" y="84047"/>
                </a:moveTo>
                <a:lnTo>
                  <a:pt x="283203" y="85124"/>
                </a:lnTo>
                <a:lnTo>
                  <a:pt x="282409" y="85824"/>
                </a:lnTo>
                <a:lnTo>
                  <a:pt x="280076" y="85749"/>
                </a:lnTo>
                <a:lnTo>
                  <a:pt x="279156" y="85044"/>
                </a:lnTo>
                <a:lnTo>
                  <a:pt x="279431" y="84156"/>
                </a:lnTo>
                <a:lnTo>
                  <a:pt x="280664" y="83551"/>
                </a:lnTo>
                <a:lnTo>
                  <a:pt x="282145" y="83588"/>
                </a:lnTo>
                <a:lnTo>
                  <a:pt x="282889" y="84047"/>
                </a:lnTo>
                <a:close/>
                <a:moveTo>
                  <a:pt x="268724" y="85091"/>
                </a:moveTo>
                <a:lnTo>
                  <a:pt x="269510" y="86507"/>
                </a:lnTo>
                <a:lnTo>
                  <a:pt x="269659" y="87652"/>
                </a:lnTo>
                <a:lnTo>
                  <a:pt x="268672" y="88884"/>
                </a:lnTo>
                <a:lnTo>
                  <a:pt x="264875" y="89608"/>
                </a:lnTo>
                <a:lnTo>
                  <a:pt x="263391" y="89103"/>
                </a:lnTo>
                <a:lnTo>
                  <a:pt x="262770" y="88389"/>
                </a:lnTo>
                <a:lnTo>
                  <a:pt x="262522" y="85569"/>
                </a:lnTo>
                <a:lnTo>
                  <a:pt x="263524" y="84188"/>
                </a:lnTo>
                <a:lnTo>
                  <a:pt x="267115" y="84053"/>
                </a:lnTo>
                <a:lnTo>
                  <a:pt x="268724" y="85091"/>
                </a:lnTo>
                <a:close/>
                <a:moveTo>
                  <a:pt x="299227" y="85468"/>
                </a:moveTo>
                <a:lnTo>
                  <a:pt x="300444" y="87516"/>
                </a:lnTo>
                <a:lnTo>
                  <a:pt x="299991" y="89139"/>
                </a:lnTo>
                <a:lnTo>
                  <a:pt x="298597" y="89814"/>
                </a:lnTo>
                <a:lnTo>
                  <a:pt x="296845" y="90083"/>
                </a:lnTo>
                <a:lnTo>
                  <a:pt x="294255" y="89604"/>
                </a:lnTo>
                <a:lnTo>
                  <a:pt x="293759" y="87264"/>
                </a:lnTo>
                <a:lnTo>
                  <a:pt x="294422" y="84924"/>
                </a:lnTo>
                <a:lnTo>
                  <a:pt x="295203" y="84415"/>
                </a:lnTo>
                <a:lnTo>
                  <a:pt x="296699" y="84256"/>
                </a:lnTo>
                <a:lnTo>
                  <a:pt x="299227" y="85468"/>
                </a:lnTo>
                <a:close/>
                <a:moveTo>
                  <a:pt x="289951" y="87348"/>
                </a:moveTo>
                <a:lnTo>
                  <a:pt x="290348" y="88733"/>
                </a:lnTo>
                <a:lnTo>
                  <a:pt x="289984" y="89994"/>
                </a:lnTo>
                <a:lnTo>
                  <a:pt x="288870" y="90565"/>
                </a:lnTo>
                <a:lnTo>
                  <a:pt x="287631" y="90234"/>
                </a:lnTo>
                <a:lnTo>
                  <a:pt x="286918" y="88866"/>
                </a:lnTo>
                <a:lnTo>
                  <a:pt x="287343" y="87345"/>
                </a:lnTo>
                <a:lnTo>
                  <a:pt x="288570" y="86676"/>
                </a:lnTo>
                <a:lnTo>
                  <a:pt x="289951" y="87348"/>
                </a:lnTo>
                <a:close/>
                <a:moveTo>
                  <a:pt x="274950" y="88643"/>
                </a:moveTo>
                <a:lnTo>
                  <a:pt x="274422" y="89262"/>
                </a:lnTo>
                <a:lnTo>
                  <a:pt x="273717" y="88962"/>
                </a:lnTo>
                <a:lnTo>
                  <a:pt x="274399" y="88034"/>
                </a:lnTo>
                <a:lnTo>
                  <a:pt x="274950" y="88643"/>
                </a:lnTo>
                <a:close/>
                <a:moveTo>
                  <a:pt x="313727" y="90565"/>
                </a:moveTo>
                <a:lnTo>
                  <a:pt x="315048" y="91339"/>
                </a:lnTo>
                <a:lnTo>
                  <a:pt x="315268" y="91913"/>
                </a:lnTo>
                <a:lnTo>
                  <a:pt x="314961" y="92477"/>
                </a:lnTo>
                <a:lnTo>
                  <a:pt x="312931" y="93304"/>
                </a:lnTo>
                <a:lnTo>
                  <a:pt x="311896" y="93095"/>
                </a:lnTo>
                <a:lnTo>
                  <a:pt x="311168" y="92493"/>
                </a:lnTo>
                <a:lnTo>
                  <a:pt x="310967" y="91284"/>
                </a:lnTo>
                <a:lnTo>
                  <a:pt x="311638" y="90565"/>
                </a:lnTo>
                <a:lnTo>
                  <a:pt x="312390" y="90106"/>
                </a:lnTo>
                <a:lnTo>
                  <a:pt x="313727" y="90565"/>
                </a:lnTo>
                <a:close/>
                <a:moveTo>
                  <a:pt x="290076" y="98755"/>
                </a:moveTo>
                <a:lnTo>
                  <a:pt x="290783" y="100360"/>
                </a:lnTo>
                <a:lnTo>
                  <a:pt x="290377" y="102789"/>
                </a:lnTo>
                <a:lnTo>
                  <a:pt x="288819" y="103809"/>
                </a:lnTo>
                <a:lnTo>
                  <a:pt x="286991" y="103592"/>
                </a:lnTo>
                <a:lnTo>
                  <a:pt x="286246" y="101899"/>
                </a:lnTo>
                <a:lnTo>
                  <a:pt x="286844" y="99524"/>
                </a:lnTo>
                <a:lnTo>
                  <a:pt x="288562" y="98097"/>
                </a:lnTo>
                <a:lnTo>
                  <a:pt x="290076" y="98755"/>
                </a:lnTo>
                <a:close/>
                <a:moveTo>
                  <a:pt x="276204" y="100176"/>
                </a:moveTo>
                <a:lnTo>
                  <a:pt x="276562" y="101864"/>
                </a:lnTo>
                <a:lnTo>
                  <a:pt x="275728" y="102851"/>
                </a:lnTo>
                <a:lnTo>
                  <a:pt x="274658" y="102995"/>
                </a:lnTo>
                <a:lnTo>
                  <a:pt x="273279" y="102641"/>
                </a:lnTo>
                <a:lnTo>
                  <a:pt x="271842" y="101424"/>
                </a:lnTo>
                <a:lnTo>
                  <a:pt x="272158" y="100318"/>
                </a:lnTo>
                <a:lnTo>
                  <a:pt x="273716" y="99412"/>
                </a:lnTo>
                <a:lnTo>
                  <a:pt x="275378" y="99472"/>
                </a:lnTo>
                <a:lnTo>
                  <a:pt x="276204" y="100176"/>
                </a:lnTo>
                <a:close/>
                <a:moveTo>
                  <a:pt x="284937" y="105358"/>
                </a:moveTo>
                <a:lnTo>
                  <a:pt x="286473" y="107594"/>
                </a:lnTo>
                <a:lnTo>
                  <a:pt x="286650" y="108732"/>
                </a:lnTo>
                <a:lnTo>
                  <a:pt x="286145" y="109639"/>
                </a:lnTo>
                <a:lnTo>
                  <a:pt x="284955" y="110360"/>
                </a:lnTo>
                <a:lnTo>
                  <a:pt x="282609" y="111046"/>
                </a:lnTo>
                <a:lnTo>
                  <a:pt x="280796" y="111123"/>
                </a:lnTo>
                <a:lnTo>
                  <a:pt x="277118" y="110468"/>
                </a:lnTo>
                <a:lnTo>
                  <a:pt x="275686" y="109661"/>
                </a:lnTo>
                <a:lnTo>
                  <a:pt x="275507" y="108822"/>
                </a:lnTo>
                <a:lnTo>
                  <a:pt x="276204" y="106820"/>
                </a:lnTo>
                <a:lnTo>
                  <a:pt x="277203" y="105035"/>
                </a:lnTo>
                <a:lnTo>
                  <a:pt x="278334" y="104185"/>
                </a:lnTo>
                <a:lnTo>
                  <a:pt x="283641" y="103895"/>
                </a:lnTo>
                <a:lnTo>
                  <a:pt x="284937" y="105358"/>
                </a:lnTo>
                <a:close/>
                <a:moveTo>
                  <a:pt x="290035" y="111751"/>
                </a:moveTo>
                <a:lnTo>
                  <a:pt x="290943" y="113694"/>
                </a:lnTo>
                <a:lnTo>
                  <a:pt x="290411" y="115762"/>
                </a:lnTo>
                <a:lnTo>
                  <a:pt x="288717" y="116422"/>
                </a:lnTo>
                <a:lnTo>
                  <a:pt x="287030" y="116070"/>
                </a:lnTo>
                <a:lnTo>
                  <a:pt x="286431" y="114547"/>
                </a:lnTo>
                <a:lnTo>
                  <a:pt x="287588" y="111782"/>
                </a:lnTo>
                <a:lnTo>
                  <a:pt x="288651" y="111060"/>
                </a:lnTo>
                <a:lnTo>
                  <a:pt x="290035" y="111751"/>
                </a:lnTo>
                <a:close/>
                <a:moveTo>
                  <a:pt x="274323" y="112252"/>
                </a:moveTo>
                <a:lnTo>
                  <a:pt x="275822" y="113751"/>
                </a:lnTo>
                <a:lnTo>
                  <a:pt x="275975" y="114878"/>
                </a:lnTo>
                <a:lnTo>
                  <a:pt x="275660" y="115470"/>
                </a:lnTo>
                <a:lnTo>
                  <a:pt x="273200" y="116081"/>
                </a:lnTo>
                <a:lnTo>
                  <a:pt x="270897" y="115344"/>
                </a:lnTo>
                <a:lnTo>
                  <a:pt x="270401" y="113976"/>
                </a:lnTo>
                <a:lnTo>
                  <a:pt x="271458" y="112419"/>
                </a:lnTo>
                <a:lnTo>
                  <a:pt x="272506" y="111897"/>
                </a:lnTo>
                <a:lnTo>
                  <a:pt x="274323" y="112252"/>
                </a:lnTo>
                <a:close/>
                <a:moveTo>
                  <a:pt x="274532" y="123743"/>
                </a:moveTo>
                <a:lnTo>
                  <a:pt x="275718" y="124925"/>
                </a:lnTo>
                <a:lnTo>
                  <a:pt x="275276" y="126234"/>
                </a:lnTo>
                <a:lnTo>
                  <a:pt x="273139" y="127481"/>
                </a:lnTo>
                <a:lnTo>
                  <a:pt x="272081" y="127598"/>
                </a:lnTo>
                <a:lnTo>
                  <a:pt x="271299" y="127241"/>
                </a:lnTo>
                <a:lnTo>
                  <a:pt x="270688" y="125849"/>
                </a:lnTo>
                <a:lnTo>
                  <a:pt x="271051" y="123733"/>
                </a:lnTo>
                <a:lnTo>
                  <a:pt x="272679" y="123147"/>
                </a:lnTo>
                <a:lnTo>
                  <a:pt x="274532" y="123743"/>
                </a:lnTo>
                <a:close/>
                <a:moveTo>
                  <a:pt x="290745" y="123785"/>
                </a:moveTo>
                <a:lnTo>
                  <a:pt x="291323" y="124363"/>
                </a:lnTo>
                <a:lnTo>
                  <a:pt x="291555" y="125347"/>
                </a:lnTo>
                <a:lnTo>
                  <a:pt x="290327" y="126877"/>
                </a:lnTo>
                <a:lnTo>
                  <a:pt x="288770" y="127219"/>
                </a:lnTo>
                <a:lnTo>
                  <a:pt x="287667" y="126642"/>
                </a:lnTo>
                <a:lnTo>
                  <a:pt x="286914" y="125729"/>
                </a:lnTo>
                <a:lnTo>
                  <a:pt x="286755" y="124333"/>
                </a:lnTo>
                <a:lnTo>
                  <a:pt x="287595" y="123325"/>
                </a:lnTo>
                <a:lnTo>
                  <a:pt x="289138" y="123166"/>
                </a:lnTo>
                <a:lnTo>
                  <a:pt x="290745" y="123785"/>
                </a:lnTo>
                <a:close/>
                <a:moveTo>
                  <a:pt x="285104" y="129635"/>
                </a:moveTo>
                <a:lnTo>
                  <a:pt x="287431" y="131363"/>
                </a:lnTo>
                <a:lnTo>
                  <a:pt x="287700" y="133170"/>
                </a:lnTo>
                <a:lnTo>
                  <a:pt x="286723" y="134536"/>
                </a:lnTo>
                <a:lnTo>
                  <a:pt x="284811" y="136112"/>
                </a:lnTo>
                <a:lnTo>
                  <a:pt x="282025" y="137321"/>
                </a:lnTo>
                <a:lnTo>
                  <a:pt x="279173" y="137072"/>
                </a:lnTo>
                <a:lnTo>
                  <a:pt x="277360" y="136123"/>
                </a:lnTo>
                <a:lnTo>
                  <a:pt x="275098" y="133824"/>
                </a:lnTo>
                <a:lnTo>
                  <a:pt x="274194" y="132168"/>
                </a:lnTo>
                <a:lnTo>
                  <a:pt x="274402" y="131341"/>
                </a:lnTo>
                <a:lnTo>
                  <a:pt x="275309" y="130549"/>
                </a:lnTo>
                <a:lnTo>
                  <a:pt x="279627" y="128477"/>
                </a:lnTo>
                <a:lnTo>
                  <a:pt x="281760" y="128311"/>
                </a:lnTo>
                <a:lnTo>
                  <a:pt x="285104" y="129635"/>
                </a:lnTo>
                <a:close/>
                <a:moveTo>
                  <a:pt x="274323" y="137156"/>
                </a:moveTo>
                <a:lnTo>
                  <a:pt x="275775" y="139392"/>
                </a:lnTo>
                <a:lnTo>
                  <a:pt x="276011" y="141018"/>
                </a:lnTo>
                <a:lnTo>
                  <a:pt x="275694" y="142028"/>
                </a:lnTo>
                <a:lnTo>
                  <a:pt x="270019" y="145681"/>
                </a:lnTo>
                <a:lnTo>
                  <a:pt x="268500" y="145971"/>
                </a:lnTo>
                <a:lnTo>
                  <a:pt x="267673" y="144796"/>
                </a:lnTo>
                <a:lnTo>
                  <a:pt x="267567" y="142693"/>
                </a:lnTo>
                <a:lnTo>
                  <a:pt x="268829" y="138983"/>
                </a:lnTo>
                <a:lnTo>
                  <a:pt x="270064" y="137442"/>
                </a:lnTo>
                <a:lnTo>
                  <a:pt x="271405" y="136636"/>
                </a:lnTo>
                <a:lnTo>
                  <a:pt x="272836" y="136539"/>
                </a:lnTo>
                <a:lnTo>
                  <a:pt x="274323" y="137156"/>
                </a:lnTo>
                <a:close/>
                <a:moveTo>
                  <a:pt x="292918" y="137115"/>
                </a:moveTo>
                <a:lnTo>
                  <a:pt x="293799" y="140322"/>
                </a:lnTo>
                <a:lnTo>
                  <a:pt x="294096" y="143896"/>
                </a:lnTo>
                <a:lnTo>
                  <a:pt x="293060" y="145648"/>
                </a:lnTo>
                <a:lnTo>
                  <a:pt x="291832" y="146053"/>
                </a:lnTo>
                <a:lnTo>
                  <a:pt x="287414" y="142693"/>
                </a:lnTo>
                <a:lnTo>
                  <a:pt x="286958" y="142025"/>
                </a:lnTo>
                <a:lnTo>
                  <a:pt x="286859" y="140735"/>
                </a:lnTo>
                <a:lnTo>
                  <a:pt x="287471" y="138870"/>
                </a:lnTo>
                <a:lnTo>
                  <a:pt x="289151" y="137202"/>
                </a:lnTo>
                <a:lnTo>
                  <a:pt x="291251" y="136499"/>
                </a:lnTo>
                <a:lnTo>
                  <a:pt x="292918" y="137115"/>
                </a:lnTo>
                <a:close/>
                <a:moveTo>
                  <a:pt x="284937" y="145012"/>
                </a:moveTo>
                <a:lnTo>
                  <a:pt x="288908" y="147441"/>
                </a:lnTo>
                <a:lnTo>
                  <a:pt x="290277" y="148712"/>
                </a:lnTo>
                <a:lnTo>
                  <a:pt x="290897" y="150915"/>
                </a:lnTo>
                <a:lnTo>
                  <a:pt x="289716" y="152905"/>
                </a:lnTo>
                <a:lnTo>
                  <a:pt x="284387" y="156323"/>
                </a:lnTo>
                <a:lnTo>
                  <a:pt x="282080" y="156796"/>
                </a:lnTo>
                <a:lnTo>
                  <a:pt x="279919" y="156140"/>
                </a:lnTo>
                <a:lnTo>
                  <a:pt x="274501" y="152210"/>
                </a:lnTo>
                <a:lnTo>
                  <a:pt x="274123" y="150736"/>
                </a:lnTo>
                <a:lnTo>
                  <a:pt x="274430" y="148650"/>
                </a:lnTo>
                <a:lnTo>
                  <a:pt x="278251" y="145639"/>
                </a:lnTo>
                <a:lnTo>
                  <a:pt x="279861" y="144647"/>
                </a:lnTo>
                <a:lnTo>
                  <a:pt x="282064" y="143962"/>
                </a:lnTo>
                <a:lnTo>
                  <a:pt x="283929" y="144259"/>
                </a:lnTo>
                <a:lnTo>
                  <a:pt x="284937" y="145012"/>
                </a:lnTo>
                <a:close/>
                <a:moveTo>
                  <a:pt x="270437" y="155250"/>
                </a:moveTo>
                <a:lnTo>
                  <a:pt x="274039" y="157663"/>
                </a:lnTo>
                <a:lnTo>
                  <a:pt x="275260" y="158877"/>
                </a:lnTo>
                <a:lnTo>
                  <a:pt x="275739" y="160196"/>
                </a:lnTo>
                <a:lnTo>
                  <a:pt x="275471" y="161510"/>
                </a:lnTo>
                <a:lnTo>
                  <a:pt x="274450" y="162709"/>
                </a:lnTo>
                <a:lnTo>
                  <a:pt x="269245" y="166229"/>
                </a:lnTo>
                <a:lnTo>
                  <a:pt x="266538" y="167405"/>
                </a:lnTo>
                <a:lnTo>
                  <a:pt x="265007" y="167546"/>
                </a:lnTo>
                <a:lnTo>
                  <a:pt x="264355" y="166795"/>
                </a:lnTo>
                <a:lnTo>
                  <a:pt x="264148" y="164440"/>
                </a:lnTo>
                <a:lnTo>
                  <a:pt x="264848" y="159584"/>
                </a:lnTo>
                <a:lnTo>
                  <a:pt x="265782" y="156629"/>
                </a:lnTo>
                <a:lnTo>
                  <a:pt x="266927" y="154832"/>
                </a:lnTo>
                <a:lnTo>
                  <a:pt x="267985" y="154174"/>
                </a:lnTo>
                <a:lnTo>
                  <a:pt x="268895" y="154176"/>
                </a:lnTo>
                <a:lnTo>
                  <a:pt x="270437" y="155250"/>
                </a:lnTo>
                <a:close/>
                <a:moveTo>
                  <a:pt x="296553" y="154957"/>
                </a:moveTo>
                <a:lnTo>
                  <a:pt x="297084" y="158309"/>
                </a:lnTo>
                <a:lnTo>
                  <a:pt x="297514" y="166114"/>
                </a:lnTo>
                <a:lnTo>
                  <a:pt x="295387" y="166937"/>
                </a:lnTo>
                <a:lnTo>
                  <a:pt x="288593" y="162329"/>
                </a:lnTo>
                <a:lnTo>
                  <a:pt x="287821" y="161318"/>
                </a:lnTo>
                <a:lnTo>
                  <a:pt x="287486" y="159512"/>
                </a:lnTo>
                <a:lnTo>
                  <a:pt x="288288" y="157867"/>
                </a:lnTo>
                <a:lnTo>
                  <a:pt x="291471" y="155574"/>
                </a:lnTo>
                <a:lnTo>
                  <a:pt x="295049" y="154476"/>
                </a:lnTo>
                <a:lnTo>
                  <a:pt x="296553" y="154957"/>
                </a:lnTo>
                <a:close/>
                <a:moveTo>
                  <a:pt x="285020" y="165195"/>
                </a:moveTo>
                <a:lnTo>
                  <a:pt x="292209" y="170357"/>
                </a:lnTo>
                <a:lnTo>
                  <a:pt x="293639" y="172001"/>
                </a:lnTo>
                <a:lnTo>
                  <a:pt x="293105" y="173227"/>
                </a:lnTo>
                <a:lnTo>
                  <a:pt x="286951" y="176546"/>
                </a:lnTo>
                <a:lnTo>
                  <a:pt x="282201" y="178444"/>
                </a:lnTo>
                <a:lnTo>
                  <a:pt x="280629" y="178627"/>
                </a:lnTo>
                <a:lnTo>
                  <a:pt x="274117" y="175835"/>
                </a:lnTo>
                <a:lnTo>
                  <a:pt x="271142" y="173864"/>
                </a:lnTo>
                <a:lnTo>
                  <a:pt x="269786" y="172486"/>
                </a:lnTo>
                <a:lnTo>
                  <a:pt x="269810" y="171421"/>
                </a:lnTo>
                <a:lnTo>
                  <a:pt x="270819" y="170402"/>
                </a:lnTo>
                <a:lnTo>
                  <a:pt x="279894" y="163847"/>
                </a:lnTo>
                <a:lnTo>
                  <a:pt x="281998" y="163618"/>
                </a:lnTo>
                <a:lnTo>
                  <a:pt x="285020" y="165195"/>
                </a:lnTo>
                <a:close/>
                <a:moveTo>
                  <a:pt x="268181" y="176978"/>
                </a:moveTo>
                <a:lnTo>
                  <a:pt x="272393" y="180155"/>
                </a:lnTo>
                <a:lnTo>
                  <a:pt x="273602" y="181659"/>
                </a:lnTo>
                <a:lnTo>
                  <a:pt x="273572" y="182372"/>
                </a:lnTo>
                <a:lnTo>
                  <a:pt x="272604" y="183130"/>
                </a:lnTo>
                <a:lnTo>
                  <a:pt x="268949" y="184573"/>
                </a:lnTo>
                <a:lnTo>
                  <a:pt x="265457" y="186481"/>
                </a:lnTo>
                <a:lnTo>
                  <a:pt x="264313" y="186563"/>
                </a:lnTo>
                <a:lnTo>
                  <a:pt x="262630" y="185908"/>
                </a:lnTo>
                <a:lnTo>
                  <a:pt x="261870" y="184927"/>
                </a:lnTo>
                <a:lnTo>
                  <a:pt x="261805" y="183274"/>
                </a:lnTo>
                <a:lnTo>
                  <a:pt x="262870" y="179231"/>
                </a:lnTo>
                <a:lnTo>
                  <a:pt x="264065" y="176506"/>
                </a:lnTo>
                <a:lnTo>
                  <a:pt x="265585" y="175915"/>
                </a:lnTo>
                <a:lnTo>
                  <a:pt x="268181" y="176978"/>
                </a:lnTo>
                <a:close/>
                <a:moveTo>
                  <a:pt x="298517" y="177145"/>
                </a:moveTo>
                <a:lnTo>
                  <a:pt x="299505" y="178921"/>
                </a:lnTo>
                <a:lnTo>
                  <a:pt x="300225" y="182891"/>
                </a:lnTo>
                <a:lnTo>
                  <a:pt x="299941" y="186635"/>
                </a:lnTo>
                <a:lnTo>
                  <a:pt x="299144" y="188010"/>
                </a:lnTo>
                <a:lnTo>
                  <a:pt x="297819" y="188013"/>
                </a:lnTo>
                <a:lnTo>
                  <a:pt x="294776" y="186812"/>
                </a:lnTo>
                <a:lnTo>
                  <a:pt x="287729" y="182352"/>
                </a:lnTo>
                <a:lnTo>
                  <a:pt x="287580" y="181737"/>
                </a:lnTo>
                <a:lnTo>
                  <a:pt x="288205" y="180598"/>
                </a:lnTo>
                <a:lnTo>
                  <a:pt x="292496" y="177249"/>
                </a:lnTo>
                <a:lnTo>
                  <a:pt x="294547" y="176419"/>
                </a:lnTo>
                <a:lnTo>
                  <a:pt x="296378" y="176217"/>
                </a:lnTo>
                <a:lnTo>
                  <a:pt x="298517" y="177145"/>
                </a:lnTo>
                <a:close/>
                <a:moveTo>
                  <a:pt x="285814" y="186840"/>
                </a:moveTo>
                <a:lnTo>
                  <a:pt x="293017" y="190945"/>
                </a:lnTo>
                <a:lnTo>
                  <a:pt x="293982" y="191813"/>
                </a:lnTo>
                <a:lnTo>
                  <a:pt x="294085" y="192800"/>
                </a:lnTo>
                <a:lnTo>
                  <a:pt x="293236" y="194408"/>
                </a:lnTo>
                <a:lnTo>
                  <a:pt x="291452" y="196208"/>
                </a:lnTo>
                <a:lnTo>
                  <a:pt x="282092" y="202915"/>
                </a:lnTo>
                <a:lnTo>
                  <a:pt x="279943" y="202618"/>
                </a:lnTo>
                <a:lnTo>
                  <a:pt x="277677" y="201390"/>
                </a:lnTo>
                <a:lnTo>
                  <a:pt x="269326" y="195051"/>
                </a:lnTo>
                <a:lnTo>
                  <a:pt x="266660" y="192205"/>
                </a:lnTo>
                <a:lnTo>
                  <a:pt x="266981" y="191125"/>
                </a:lnTo>
                <a:lnTo>
                  <a:pt x="268937" y="189647"/>
                </a:lnTo>
                <a:lnTo>
                  <a:pt x="278070" y="184780"/>
                </a:lnTo>
                <a:lnTo>
                  <a:pt x="279538" y="184508"/>
                </a:lnTo>
                <a:lnTo>
                  <a:pt x="281236" y="184747"/>
                </a:lnTo>
                <a:lnTo>
                  <a:pt x="285814" y="186840"/>
                </a:lnTo>
                <a:close/>
                <a:moveTo>
                  <a:pt x="264044" y="196743"/>
                </a:moveTo>
                <a:lnTo>
                  <a:pt x="273702" y="204002"/>
                </a:lnTo>
                <a:lnTo>
                  <a:pt x="275122" y="205376"/>
                </a:lnTo>
                <a:lnTo>
                  <a:pt x="275214" y="206291"/>
                </a:lnTo>
                <a:lnTo>
                  <a:pt x="274259" y="208162"/>
                </a:lnTo>
                <a:lnTo>
                  <a:pt x="272874" y="209519"/>
                </a:lnTo>
                <a:lnTo>
                  <a:pt x="263015" y="216901"/>
                </a:lnTo>
                <a:lnTo>
                  <a:pt x="260003" y="218664"/>
                </a:lnTo>
                <a:lnTo>
                  <a:pt x="258802" y="218940"/>
                </a:lnTo>
                <a:lnTo>
                  <a:pt x="257778" y="217773"/>
                </a:lnTo>
                <a:lnTo>
                  <a:pt x="257614" y="215611"/>
                </a:lnTo>
                <a:lnTo>
                  <a:pt x="259103" y="208631"/>
                </a:lnTo>
                <a:lnTo>
                  <a:pt x="260444" y="197763"/>
                </a:lnTo>
                <a:lnTo>
                  <a:pt x="261472" y="196065"/>
                </a:lnTo>
                <a:lnTo>
                  <a:pt x="262550" y="196029"/>
                </a:lnTo>
                <a:lnTo>
                  <a:pt x="264044" y="196743"/>
                </a:lnTo>
                <a:close/>
                <a:moveTo>
                  <a:pt x="300983" y="198414"/>
                </a:moveTo>
                <a:lnTo>
                  <a:pt x="301786" y="200794"/>
                </a:lnTo>
                <a:lnTo>
                  <a:pt x="303275" y="213117"/>
                </a:lnTo>
                <a:lnTo>
                  <a:pt x="303013" y="217556"/>
                </a:lnTo>
                <a:lnTo>
                  <a:pt x="302654" y="218430"/>
                </a:lnTo>
                <a:lnTo>
                  <a:pt x="301918" y="218746"/>
                </a:lnTo>
                <a:lnTo>
                  <a:pt x="300042" y="218148"/>
                </a:lnTo>
                <a:lnTo>
                  <a:pt x="298113" y="216947"/>
                </a:lnTo>
                <a:lnTo>
                  <a:pt x="287277" y="208944"/>
                </a:lnTo>
                <a:lnTo>
                  <a:pt x="287277" y="205309"/>
                </a:lnTo>
                <a:lnTo>
                  <a:pt x="297990" y="197376"/>
                </a:lnTo>
                <a:lnTo>
                  <a:pt x="299377" y="197214"/>
                </a:lnTo>
                <a:lnTo>
                  <a:pt x="300983" y="198414"/>
                </a:lnTo>
                <a:close/>
                <a:moveTo>
                  <a:pt x="402605" y="71386"/>
                </a:moveTo>
                <a:lnTo>
                  <a:pt x="389750" y="72012"/>
                </a:lnTo>
                <a:lnTo>
                  <a:pt x="352221" y="72453"/>
                </a:lnTo>
                <a:lnTo>
                  <a:pt x="340758" y="73803"/>
                </a:lnTo>
                <a:lnTo>
                  <a:pt x="337118" y="74615"/>
                </a:lnTo>
                <a:lnTo>
                  <a:pt x="337121" y="74999"/>
                </a:lnTo>
                <a:lnTo>
                  <a:pt x="342684" y="76720"/>
                </a:lnTo>
                <a:lnTo>
                  <a:pt x="343620" y="77549"/>
                </a:lnTo>
                <a:lnTo>
                  <a:pt x="343788" y="78599"/>
                </a:lnTo>
                <a:lnTo>
                  <a:pt x="339783" y="86658"/>
                </a:lnTo>
                <a:lnTo>
                  <a:pt x="338728" y="87601"/>
                </a:lnTo>
                <a:lnTo>
                  <a:pt x="335914" y="88873"/>
                </a:lnTo>
                <a:lnTo>
                  <a:pt x="334808" y="90398"/>
                </a:lnTo>
                <a:lnTo>
                  <a:pt x="334831" y="92239"/>
                </a:lnTo>
                <a:lnTo>
                  <a:pt x="336355" y="94694"/>
                </a:lnTo>
                <a:lnTo>
                  <a:pt x="336698" y="96012"/>
                </a:lnTo>
                <a:lnTo>
                  <a:pt x="336566" y="97497"/>
                </a:lnTo>
                <a:lnTo>
                  <a:pt x="335745" y="99708"/>
                </a:lnTo>
                <a:lnTo>
                  <a:pt x="335195" y="100390"/>
                </a:lnTo>
                <a:lnTo>
                  <a:pt x="334154" y="100828"/>
                </a:lnTo>
                <a:lnTo>
                  <a:pt x="321838" y="100197"/>
                </a:lnTo>
                <a:lnTo>
                  <a:pt x="318240" y="100547"/>
                </a:lnTo>
                <a:lnTo>
                  <a:pt x="316926" y="101185"/>
                </a:lnTo>
                <a:lnTo>
                  <a:pt x="316161" y="102233"/>
                </a:lnTo>
                <a:lnTo>
                  <a:pt x="314415" y="106415"/>
                </a:lnTo>
                <a:lnTo>
                  <a:pt x="313194" y="108095"/>
                </a:lnTo>
                <a:lnTo>
                  <a:pt x="311744" y="109313"/>
                </a:lnTo>
                <a:lnTo>
                  <a:pt x="308056" y="110769"/>
                </a:lnTo>
                <a:lnTo>
                  <a:pt x="306629" y="111970"/>
                </a:lnTo>
                <a:lnTo>
                  <a:pt x="305206" y="114260"/>
                </a:lnTo>
                <a:lnTo>
                  <a:pt x="303427" y="119586"/>
                </a:lnTo>
                <a:lnTo>
                  <a:pt x="297358" y="125112"/>
                </a:lnTo>
                <a:lnTo>
                  <a:pt x="297003" y="125977"/>
                </a:lnTo>
                <a:lnTo>
                  <a:pt x="297180" y="127379"/>
                </a:lnTo>
                <a:lnTo>
                  <a:pt x="299686" y="129499"/>
                </a:lnTo>
                <a:lnTo>
                  <a:pt x="303318" y="131465"/>
                </a:lnTo>
                <a:lnTo>
                  <a:pt x="309030" y="133872"/>
                </a:lnTo>
                <a:lnTo>
                  <a:pt x="312651" y="136185"/>
                </a:lnTo>
                <a:lnTo>
                  <a:pt x="316198" y="137235"/>
                </a:lnTo>
                <a:lnTo>
                  <a:pt x="318762" y="139173"/>
                </a:lnTo>
                <a:lnTo>
                  <a:pt x="323054" y="140826"/>
                </a:lnTo>
                <a:lnTo>
                  <a:pt x="335814" y="148095"/>
                </a:lnTo>
                <a:lnTo>
                  <a:pt x="341854" y="150867"/>
                </a:lnTo>
                <a:lnTo>
                  <a:pt x="345458" y="153224"/>
                </a:lnTo>
                <a:lnTo>
                  <a:pt x="372281" y="166740"/>
                </a:lnTo>
                <a:lnTo>
                  <a:pt x="392878" y="176147"/>
                </a:lnTo>
                <a:lnTo>
                  <a:pt x="401847" y="179676"/>
                </a:lnTo>
                <a:lnTo>
                  <a:pt x="437014" y="191178"/>
                </a:lnTo>
                <a:lnTo>
                  <a:pt x="449640" y="196471"/>
                </a:lnTo>
                <a:lnTo>
                  <a:pt x="469008" y="202969"/>
                </a:lnTo>
                <a:lnTo>
                  <a:pt x="475245" y="204698"/>
                </a:lnTo>
                <a:lnTo>
                  <a:pt x="489493" y="209540"/>
                </a:lnTo>
                <a:lnTo>
                  <a:pt x="495970" y="211337"/>
                </a:lnTo>
                <a:lnTo>
                  <a:pt x="510768" y="216337"/>
                </a:lnTo>
                <a:lnTo>
                  <a:pt x="516987" y="218031"/>
                </a:lnTo>
                <a:lnTo>
                  <a:pt x="541595" y="226185"/>
                </a:lnTo>
                <a:lnTo>
                  <a:pt x="570150" y="234862"/>
                </a:lnTo>
                <a:lnTo>
                  <a:pt x="595428" y="243120"/>
                </a:lnTo>
                <a:lnTo>
                  <a:pt x="602096" y="244802"/>
                </a:lnTo>
                <a:lnTo>
                  <a:pt x="607251" y="246758"/>
                </a:lnTo>
                <a:lnTo>
                  <a:pt x="612198" y="247861"/>
                </a:lnTo>
                <a:lnTo>
                  <a:pt x="613824" y="247725"/>
                </a:lnTo>
                <a:lnTo>
                  <a:pt x="614498" y="246772"/>
                </a:lnTo>
                <a:lnTo>
                  <a:pt x="614519" y="245516"/>
                </a:lnTo>
                <a:lnTo>
                  <a:pt x="612894" y="244159"/>
                </a:lnTo>
                <a:lnTo>
                  <a:pt x="608781" y="243104"/>
                </a:lnTo>
                <a:lnTo>
                  <a:pt x="583829" y="234435"/>
                </a:lnTo>
                <a:lnTo>
                  <a:pt x="463523" y="194718"/>
                </a:lnTo>
                <a:lnTo>
                  <a:pt x="397958" y="172571"/>
                </a:lnTo>
                <a:lnTo>
                  <a:pt x="368685" y="159627"/>
                </a:lnTo>
                <a:lnTo>
                  <a:pt x="346733" y="149129"/>
                </a:lnTo>
                <a:lnTo>
                  <a:pt x="346089" y="148327"/>
                </a:lnTo>
                <a:lnTo>
                  <a:pt x="346439" y="147585"/>
                </a:lnTo>
                <a:lnTo>
                  <a:pt x="348736" y="146782"/>
                </a:lnTo>
                <a:lnTo>
                  <a:pt x="352755" y="146391"/>
                </a:lnTo>
                <a:lnTo>
                  <a:pt x="354431" y="143948"/>
                </a:lnTo>
                <a:lnTo>
                  <a:pt x="356045" y="143121"/>
                </a:lnTo>
                <a:lnTo>
                  <a:pt x="358004" y="143466"/>
                </a:lnTo>
                <a:lnTo>
                  <a:pt x="360289" y="144974"/>
                </a:lnTo>
                <a:lnTo>
                  <a:pt x="365291" y="150695"/>
                </a:lnTo>
                <a:lnTo>
                  <a:pt x="371099" y="150152"/>
                </a:lnTo>
                <a:lnTo>
                  <a:pt x="391116" y="159831"/>
                </a:lnTo>
                <a:lnTo>
                  <a:pt x="406272" y="165985"/>
                </a:lnTo>
                <a:lnTo>
                  <a:pt x="429458" y="172718"/>
                </a:lnTo>
                <a:lnTo>
                  <a:pt x="437423" y="174476"/>
                </a:lnTo>
                <a:lnTo>
                  <a:pt x="442417" y="176132"/>
                </a:lnTo>
                <a:lnTo>
                  <a:pt x="449966" y="177713"/>
                </a:lnTo>
                <a:lnTo>
                  <a:pt x="453365" y="179245"/>
                </a:lnTo>
                <a:lnTo>
                  <a:pt x="459861" y="181345"/>
                </a:lnTo>
                <a:lnTo>
                  <a:pt x="463295" y="183087"/>
                </a:lnTo>
                <a:lnTo>
                  <a:pt x="472753" y="186696"/>
                </a:lnTo>
                <a:lnTo>
                  <a:pt x="499165" y="196117"/>
                </a:lnTo>
                <a:lnTo>
                  <a:pt x="523528" y="204234"/>
                </a:lnTo>
                <a:lnTo>
                  <a:pt x="535886" y="207869"/>
                </a:lnTo>
                <a:lnTo>
                  <a:pt x="540441" y="209613"/>
                </a:lnTo>
                <a:lnTo>
                  <a:pt x="563566" y="216594"/>
                </a:lnTo>
                <a:lnTo>
                  <a:pt x="587371" y="223277"/>
                </a:lnTo>
                <a:lnTo>
                  <a:pt x="639921" y="236417"/>
                </a:lnTo>
                <a:lnTo>
                  <a:pt x="672953" y="243472"/>
                </a:lnTo>
                <a:lnTo>
                  <a:pt x="676761" y="243472"/>
                </a:lnTo>
                <a:lnTo>
                  <a:pt x="677981" y="242916"/>
                </a:lnTo>
                <a:lnTo>
                  <a:pt x="678732" y="242102"/>
                </a:lnTo>
                <a:lnTo>
                  <a:pt x="679381" y="239764"/>
                </a:lnTo>
                <a:lnTo>
                  <a:pt x="678934" y="238946"/>
                </a:lnTo>
                <a:lnTo>
                  <a:pt x="678082" y="238590"/>
                </a:lnTo>
                <a:lnTo>
                  <a:pt x="650856" y="233083"/>
                </a:lnTo>
                <a:lnTo>
                  <a:pt x="629494" y="227581"/>
                </a:lnTo>
                <a:lnTo>
                  <a:pt x="594868" y="219636"/>
                </a:lnTo>
                <a:lnTo>
                  <a:pt x="580905" y="215994"/>
                </a:lnTo>
                <a:lnTo>
                  <a:pt x="552507" y="207474"/>
                </a:lnTo>
                <a:lnTo>
                  <a:pt x="502045" y="190903"/>
                </a:lnTo>
                <a:lnTo>
                  <a:pt x="485421" y="185886"/>
                </a:lnTo>
                <a:lnTo>
                  <a:pt x="471521" y="181148"/>
                </a:lnTo>
                <a:lnTo>
                  <a:pt x="465746" y="179807"/>
                </a:lnTo>
                <a:lnTo>
                  <a:pt x="464417" y="179105"/>
                </a:lnTo>
                <a:lnTo>
                  <a:pt x="464177" y="178681"/>
                </a:lnTo>
                <a:lnTo>
                  <a:pt x="464536" y="177654"/>
                </a:lnTo>
                <a:lnTo>
                  <a:pt x="469781" y="173674"/>
                </a:lnTo>
                <a:lnTo>
                  <a:pt x="470711" y="172591"/>
                </a:lnTo>
                <a:lnTo>
                  <a:pt x="471281" y="170542"/>
                </a:lnTo>
                <a:lnTo>
                  <a:pt x="471343" y="165195"/>
                </a:lnTo>
                <a:lnTo>
                  <a:pt x="474930" y="160762"/>
                </a:lnTo>
                <a:lnTo>
                  <a:pt x="475473" y="158913"/>
                </a:lnTo>
                <a:lnTo>
                  <a:pt x="475452" y="155437"/>
                </a:lnTo>
                <a:lnTo>
                  <a:pt x="476334" y="154453"/>
                </a:lnTo>
                <a:lnTo>
                  <a:pt x="477986" y="154065"/>
                </a:lnTo>
                <a:lnTo>
                  <a:pt x="480353" y="154285"/>
                </a:lnTo>
                <a:lnTo>
                  <a:pt x="487023" y="156127"/>
                </a:lnTo>
                <a:lnTo>
                  <a:pt x="495317" y="157840"/>
                </a:lnTo>
                <a:lnTo>
                  <a:pt x="513870" y="162959"/>
                </a:lnTo>
                <a:lnTo>
                  <a:pt x="538724" y="169114"/>
                </a:lnTo>
                <a:lnTo>
                  <a:pt x="540728" y="169373"/>
                </a:lnTo>
                <a:lnTo>
                  <a:pt x="542222" y="169055"/>
                </a:lnTo>
                <a:lnTo>
                  <a:pt x="543063" y="168230"/>
                </a:lnTo>
                <a:lnTo>
                  <a:pt x="543113" y="166970"/>
                </a:lnTo>
                <a:lnTo>
                  <a:pt x="542271" y="165498"/>
                </a:lnTo>
                <a:lnTo>
                  <a:pt x="540885" y="164615"/>
                </a:lnTo>
                <a:lnTo>
                  <a:pt x="528925" y="161491"/>
                </a:lnTo>
                <a:lnTo>
                  <a:pt x="517600" y="159178"/>
                </a:lnTo>
                <a:lnTo>
                  <a:pt x="516031" y="158345"/>
                </a:lnTo>
                <a:lnTo>
                  <a:pt x="515619" y="157358"/>
                </a:lnTo>
                <a:lnTo>
                  <a:pt x="516111" y="156331"/>
                </a:lnTo>
                <a:lnTo>
                  <a:pt x="517440" y="155339"/>
                </a:lnTo>
                <a:lnTo>
                  <a:pt x="524573" y="152649"/>
                </a:lnTo>
                <a:lnTo>
                  <a:pt x="525288" y="151202"/>
                </a:lnTo>
                <a:lnTo>
                  <a:pt x="526258" y="146307"/>
                </a:lnTo>
                <a:lnTo>
                  <a:pt x="527976" y="144563"/>
                </a:lnTo>
                <a:lnTo>
                  <a:pt x="529847" y="144132"/>
                </a:lnTo>
                <a:lnTo>
                  <a:pt x="542773" y="143977"/>
                </a:lnTo>
                <a:lnTo>
                  <a:pt x="546188" y="143509"/>
                </a:lnTo>
                <a:lnTo>
                  <a:pt x="547311" y="142992"/>
                </a:lnTo>
                <a:lnTo>
                  <a:pt x="547722" y="142212"/>
                </a:lnTo>
                <a:lnTo>
                  <a:pt x="547100" y="136455"/>
                </a:lnTo>
                <a:lnTo>
                  <a:pt x="547390" y="133897"/>
                </a:lnTo>
                <a:lnTo>
                  <a:pt x="548356" y="131257"/>
                </a:lnTo>
                <a:lnTo>
                  <a:pt x="550748" y="126944"/>
                </a:lnTo>
                <a:lnTo>
                  <a:pt x="551206" y="124485"/>
                </a:lnTo>
                <a:lnTo>
                  <a:pt x="550724" y="121726"/>
                </a:lnTo>
                <a:lnTo>
                  <a:pt x="549313" y="120671"/>
                </a:lnTo>
                <a:lnTo>
                  <a:pt x="547403" y="121053"/>
                </a:lnTo>
                <a:lnTo>
                  <a:pt x="543540" y="124505"/>
                </a:lnTo>
                <a:lnTo>
                  <a:pt x="538284" y="130659"/>
                </a:lnTo>
                <a:lnTo>
                  <a:pt x="537495" y="132156"/>
                </a:lnTo>
                <a:lnTo>
                  <a:pt x="536989" y="134252"/>
                </a:lnTo>
                <a:lnTo>
                  <a:pt x="535187" y="135972"/>
                </a:lnTo>
                <a:lnTo>
                  <a:pt x="533012" y="136324"/>
                </a:lnTo>
                <a:lnTo>
                  <a:pt x="528483" y="135434"/>
                </a:lnTo>
                <a:lnTo>
                  <a:pt x="525466" y="135344"/>
                </a:lnTo>
                <a:lnTo>
                  <a:pt x="522562" y="135897"/>
                </a:lnTo>
                <a:lnTo>
                  <a:pt x="519237" y="137504"/>
                </a:lnTo>
                <a:lnTo>
                  <a:pt x="518263" y="139136"/>
                </a:lnTo>
                <a:lnTo>
                  <a:pt x="517161" y="144039"/>
                </a:lnTo>
                <a:lnTo>
                  <a:pt x="516675" y="144814"/>
                </a:lnTo>
                <a:lnTo>
                  <a:pt x="516024" y="145037"/>
                </a:lnTo>
                <a:lnTo>
                  <a:pt x="512993" y="143827"/>
                </a:lnTo>
                <a:lnTo>
                  <a:pt x="507653" y="142869"/>
                </a:lnTo>
                <a:lnTo>
                  <a:pt x="503821" y="140207"/>
                </a:lnTo>
                <a:lnTo>
                  <a:pt x="499883" y="138859"/>
                </a:lnTo>
                <a:lnTo>
                  <a:pt x="493826" y="134722"/>
                </a:lnTo>
                <a:lnTo>
                  <a:pt x="488352" y="132794"/>
                </a:lnTo>
                <a:lnTo>
                  <a:pt x="486237" y="132838"/>
                </a:lnTo>
                <a:lnTo>
                  <a:pt x="484484" y="133563"/>
                </a:lnTo>
                <a:lnTo>
                  <a:pt x="475975" y="141444"/>
                </a:lnTo>
                <a:lnTo>
                  <a:pt x="469983" y="145484"/>
                </a:lnTo>
                <a:lnTo>
                  <a:pt x="468364" y="146244"/>
                </a:lnTo>
                <a:lnTo>
                  <a:pt x="466647" y="146543"/>
                </a:lnTo>
                <a:lnTo>
                  <a:pt x="463587" y="146136"/>
                </a:lnTo>
                <a:lnTo>
                  <a:pt x="458255" y="144462"/>
                </a:lnTo>
                <a:lnTo>
                  <a:pt x="449667" y="142651"/>
                </a:lnTo>
                <a:lnTo>
                  <a:pt x="443294" y="140708"/>
                </a:lnTo>
                <a:lnTo>
                  <a:pt x="435798" y="139435"/>
                </a:lnTo>
                <a:lnTo>
                  <a:pt x="430245" y="137664"/>
                </a:lnTo>
                <a:lnTo>
                  <a:pt x="421597" y="136274"/>
                </a:lnTo>
                <a:lnTo>
                  <a:pt x="415724" y="134345"/>
                </a:lnTo>
                <a:lnTo>
                  <a:pt x="407339" y="133245"/>
                </a:lnTo>
                <a:lnTo>
                  <a:pt x="406997" y="133710"/>
                </a:lnTo>
                <a:lnTo>
                  <a:pt x="407197" y="134696"/>
                </a:lnTo>
                <a:lnTo>
                  <a:pt x="408997" y="135825"/>
                </a:lnTo>
                <a:lnTo>
                  <a:pt x="416619" y="137423"/>
                </a:lnTo>
                <a:lnTo>
                  <a:pt x="421766" y="139739"/>
                </a:lnTo>
                <a:lnTo>
                  <a:pt x="428539" y="140928"/>
                </a:lnTo>
                <a:lnTo>
                  <a:pt x="435643" y="143006"/>
                </a:lnTo>
                <a:lnTo>
                  <a:pt x="443346" y="144046"/>
                </a:lnTo>
                <a:lnTo>
                  <a:pt x="447517" y="146351"/>
                </a:lnTo>
                <a:lnTo>
                  <a:pt x="452356" y="147060"/>
                </a:lnTo>
                <a:lnTo>
                  <a:pt x="463685" y="150744"/>
                </a:lnTo>
                <a:lnTo>
                  <a:pt x="464462" y="151245"/>
                </a:lnTo>
                <a:lnTo>
                  <a:pt x="465357" y="152586"/>
                </a:lnTo>
                <a:lnTo>
                  <a:pt x="465021" y="155353"/>
                </a:lnTo>
                <a:lnTo>
                  <a:pt x="461630" y="160271"/>
                </a:lnTo>
                <a:lnTo>
                  <a:pt x="459669" y="162024"/>
                </a:lnTo>
                <a:lnTo>
                  <a:pt x="459187" y="162057"/>
                </a:lnTo>
                <a:lnTo>
                  <a:pt x="458306" y="161351"/>
                </a:lnTo>
                <a:lnTo>
                  <a:pt x="456155" y="157777"/>
                </a:lnTo>
                <a:lnTo>
                  <a:pt x="452561" y="153761"/>
                </a:lnTo>
                <a:lnTo>
                  <a:pt x="449475" y="151242"/>
                </a:lnTo>
                <a:lnTo>
                  <a:pt x="444531" y="148178"/>
                </a:lnTo>
                <a:lnTo>
                  <a:pt x="442671" y="148274"/>
                </a:lnTo>
                <a:lnTo>
                  <a:pt x="437272" y="151755"/>
                </a:lnTo>
                <a:lnTo>
                  <a:pt x="435176" y="152278"/>
                </a:lnTo>
                <a:lnTo>
                  <a:pt x="432388" y="151301"/>
                </a:lnTo>
                <a:lnTo>
                  <a:pt x="426065" y="150496"/>
                </a:lnTo>
                <a:lnTo>
                  <a:pt x="422036" y="148940"/>
                </a:lnTo>
                <a:lnTo>
                  <a:pt x="421960" y="145785"/>
                </a:lnTo>
                <a:lnTo>
                  <a:pt x="421320" y="144448"/>
                </a:lnTo>
                <a:lnTo>
                  <a:pt x="415559" y="140458"/>
                </a:lnTo>
                <a:lnTo>
                  <a:pt x="402151" y="139826"/>
                </a:lnTo>
                <a:lnTo>
                  <a:pt x="397194" y="139307"/>
                </a:lnTo>
                <a:lnTo>
                  <a:pt x="394916" y="138703"/>
                </a:lnTo>
                <a:lnTo>
                  <a:pt x="393642" y="137404"/>
                </a:lnTo>
                <a:lnTo>
                  <a:pt x="393330" y="135653"/>
                </a:lnTo>
                <a:lnTo>
                  <a:pt x="394039" y="133688"/>
                </a:lnTo>
                <a:lnTo>
                  <a:pt x="395397" y="132083"/>
                </a:lnTo>
                <a:lnTo>
                  <a:pt x="396859" y="131737"/>
                </a:lnTo>
                <a:lnTo>
                  <a:pt x="399591" y="132591"/>
                </a:lnTo>
                <a:lnTo>
                  <a:pt x="403637" y="133016"/>
                </a:lnTo>
                <a:lnTo>
                  <a:pt x="405034" y="132688"/>
                </a:lnTo>
                <a:lnTo>
                  <a:pt x="405082" y="132005"/>
                </a:lnTo>
                <a:lnTo>
                  <a:pt x="396727" y="129477"/>
                </a:lnTo>
                <a:lnTo>
                  <a:pt x="387851" y="122287"/>
                </a:lnTo>
                <a:lnTo>
                  <a:pt x="386251" y="121403"/>
                </a:lnTo>
                <a:lnTo>
                  <a:pt x="384777" y="121241"/>
                </a:lnTo>
                <a:lnTo>
                  <a:pt x="380772" y="122447"/>
                </a:lnTo>
                <a:lnTo>
                  <a:pt x="379571" y="122427"/>
                </a:lnTo>
                <a:lnTo>
                  <a:pt x="376834" y="118499"/>
                </a:lnTo>
                <a:lnTo>
                  <a:pt x="374149" y="115677"/>
                </a:lnTo>
                <a:lnTo>
                  <a:pt x="374141" y="114248"/>
                </a:lnTo>
                <a:lnTo>
                  <a:pt x="375014" y="113652"/>
                </a:lnTo>
                <a:lnTo>
                  <a:pt x="378962" y="113167"/>
                </a:lnTo>
                <a:lnTo>
                  <a:pt x="399429" y="112434"/>
                </a:lnTo>
                <a:lnTo>
                  <a:pt x="424651" y="110395"/>
                </a:lnTo>
                <a:lnTo>
                  <a:pt x="436406" y="109219"/>
                </a:lnTo>
                <a:lnTo>
                  <a:pt x="441424" y="107154"/>
                </a:lnTo>
                <a:lnTo>
                  <a:pt x="452398" y="107985"/>
                </a:lnTo>
                <a:lnTo>
                  <a:pt x="459874" y="106998"/>
                </a:lnTo>
                <a:lnTo>
                  <a:pt x="474518" y="106323"/>
                </a:lnTo>
                <a:lnTo>
                  <a:pt x="485390" y="105022"/>
                </a:lnTo>
                <a:lnTo>
                  <a:pt x="492811" y="103601"/>
                </a:lnTo>
                <a:lnTo>
                  <a:pt x="509872" y="102866"/>
                </a:lnTo>
                <a:lnTo>
                  <a:pt x="512941" y="102280"/>
                </a:lnTo>
                <a:lnTo>
                  <a:pt x="514007" y="101518"/>
                </a:lnTo>
                <a:lnTo>
                  <a:pt x="512851" y="101069"/>
                </a:lnTo>
                <a:lnTo>
                  <a:pt x="508523" y="100862"/>
                </a:lnTo>
                <a:lnTo>
                  <a:pt x="493086" y="101222"/>
                </a:lnTo>
                <a:lnTo>
                  <a:pt x="478736" y="102872"/>
                </a:lnTo>
                <a:lnTo>
                  <a:pt x="451637" y="104050"/>
                </a:lnTo>
                <a:lnTo>
                  <a:pt x="444152" y="105340"/>
                </a:lnTo>
                <a:lnTo>
                  <a:pt x="437820" y="105258"/>
                </a:lnTo>
                <a:lnTo>
                  <a:pt x="431443" y="106308"/>
                </a:lnTo>
                <a:lnTo>
                  <a:pt x="393884" y="107966"/>
                </a:lnTo>
                <a:lnTo>
                  <a:pt x="385591" y="109261"/>
                </a:lnTo>
                <a:lnTo>
                  <a:pt x="382632" y="109076"/>
                </a:lnTo>
                <a:lnTo>
                  <a:pt x="380237" y="106344"/>
                </a:lnTo>
                <a:lnTo>
                  <a:pt x="379158" y="105676"/>
                </a:lnTo>
                <a:lnTo>
                  <a:pt x="374744" y="107102"/>
                </a:lnTo>
                <a:lnTo>
                  <a:pt x="373711" y="107149"/>
                </a:lnTo>
                <a:lnTo>
                  <a:pt x="372581" y="106649"/>
                </a:lnTo>
                <a:lnTo>
                  <a:pt x="371933" y="105051"/>
                </a:lnTo>
                <a:lnTo>
                  <a:pt x="372499" y="102557"/>
                </a:lnTo>
                <a:lnTo>
                  <a:pt x="374747" y="100460"/>
                </a:lnTo>
                <a:lnTo>
                  <a:pt x="377111" y="99363"/>
                </a:lnTo>
                <a:lnTo>
                  <a:pt x="383067" y="98068"/>
                </a:lnTo>
                <a:lnTo>
                  <a:pt x="392129" y="96976"/>
                </a:lnTo>
                <a:lnTo>
                  <a:pt x="405113" y="97867"/>
                </a:lnTo>
                <a:lnTo>
                  <a:pt x="414372" y="96859"/>
                </a:lnTo>
                <a:lnTo>
                  <a:pt x="444416" y="96292"/>
                </a:lnTo>
                <a:lnTo>
                  <a:pt x="459669" y="95287"/>
                </a:lnTo>
                <a:lnTo>
                  <a:pt x="473615" y="94969"/>
                </a:lnTo>
                <a:lnTo>
                  <a:pt x="481882" y="93772"/>
                </a:lnTo>
                <a:lnTo>
                  <a:pt x="505134" y="93320"/>
                </a:lnTo>
                <a:lnTo>
                  <a:pt x="526400" y="92382"/>
                </a:lnTo>
                <a:lnTo>
                  <a:pt x="531331" y="92002"/>
                </a:lnTo>
                <a:lnTo>
                  <a:pt x="533813" y="91274"/>
                </a:lnTo>
                <a:lnTo>
                  <a:pt x="533496" y="90385"/>
                </a:lnTo>
                <a:lnTo>
                  <a:pt x="532507" y="90048"/>
                </a:lnTo>
                <a:lnTo>
                  <a:pt x="519793" y="89458"/>
                </a:lnTo>
                <a:lnTo>
                  <a:pt x="508224" y="90236"/>
                </a:lnTo>
                <a:lnTo>
                  <a:pt x="467813" y="90801"/>
                </a:lnTo>
                <a:lnTo>
                  <a:pt x="464630" y="91058"/>
                </a:lnTo>
                <a:lnTo>
                  <a:pt x="459345" y="92117"/>
                </a:lnTo>
                <a:lnTo>
                  <a:pt x="442887" y="92341"/>
                </a:lnTo>
                <a:lnTo>
                  <a:pt x="432037" y="93381"/>
                </a:lnTo>
                <a:lnTo>
                  <a:pt x="407964" y="93783"/>
                </a:lnTo>
                <a:lnTo>
                  <a:pt x="389755" y="95277"/>
                </a:lnTo>
                <a:lnTo>
                  <a:pt x="372929" y="94959"/>
                </a:lnTo>
                <a:lnTo>
                  <a:pt x="371976" y="94744"/>
                </a:lnTo>
                <a:lnTo>
                  <a:pt x="370757" y="93702"/>
                </a:lnTo>
                <a:lnTo>
                  <a:pt x="369892" y="92172"/>
                </a:lnTo>
                <a:lnTo>
                  <a:pt x="369437" y="90370"/>
                </a:lnTo>
                <a:lnTo>
                  <a:pt x="369445" y="88509"/>
                </a:lnTo>
                <a:lnTo>
                  <a:pt x="370581" y="85027"/>
                </a:lnTo>
                <a:lnTo>
                  <a:pt x="370960" y="82269"/>
                </a:lnTo>
                <a:lnTo>
                  <a:pt x="370664" y="80991"/>
                </a:lnTo>
                <a:lnTo>
                  <a:pt x="368926" y="78280"/>
                </a:lnTo>
                <a:lnTo>
                  <a:pt x="370556" y="76609"/>
                </a:lnTo>
                <a:lnTo>
                  <a:pt x="415743" y="76314"/>
                </a:lnTo>
                <a:lnTo>
                  <a:pt x="467565" y="75005"/>
                </a:lnTo>
                <a:lnTo>
                  <a:pt x="484098" y="73762"/>
                </a:lnTo>
                <a:lnTo>
                  <a:pt x="512275" y="72978"/>
                </a:lnTo>
                <a:lnTo>
                  <a:pt x="517671" y="72267"/>
                </a:lnTo>
                <a:lnTo>
                  <a:pt x="517934" y="71720"/>
                </a:lnTo>
                <a:lnTo>
                  <a:pt x="516588" y="71299"/>
                </a:lnTo>
                <a:lnTo>
                  <a:pt x="502446" y="70848"/>
                </a:lnTo>
                <a:lnTo>
                  <a:pt x="422763" y="70754"/>
                </a:lnTo>
                <a:lnTo>
                  <a:pt x="402605" y="71386"/>
                </a:lnTo>
                <a:close/>
                <a:moveTo>
                  <a:pt x="355429" y="87891"/>
                </a:moveTo>
                <a:lnTo>
                  <a:pt x="356702" y="89859"/>
                </a:lnTo>
                <a:lnTo>
                  <a:pt x="359694" y="93209"/>
                </a:lnTo>
                <a:lnTo>
                  <a:pt x="359972" y="94420"/>
                </a:lnTo>
                <a:lnTo>
                  <a:pt x="359399" y="95580"/>
                </a:lnTo>
                <a:lnTo>
                  <a:pt x="358605" y="96583"/>
                </a:lnTo>
                <a:lnTo>
                  <a:pt x="351538" y="96878"/>
                </a:lnTo>
                <a:lnTo>
                  <a:pt x="349008" y="96322"/>
                </a:lnTo>
                <a:lnTo>
                  <a:pt x="348242" y="94034"/>
                </a:lnTo>
                <a:lnTo>
                  <a:pt x="348217" y="91662"/>
                </a:lnTo>
                <a:lnTo>
                  <a:pt x="348781" y="89558"/>
                </a:lnTo>
                <a:lnTo>
                  <a:pt x="349843" y="87872"/>
                </a:lnTo>
                <a:lnTo>
                  <a:pt x="352166" y="86450"/>
                </a:lnTo>
                <a:lnTo>
                  <a:pt x="354803" y="86345"/>
                </a:lnTo>
                <a:lnTo>
                  <a:pt x="355429" y="87891"/>
                </a:lnTo>
                <a:close/>
                <a:moveTo>
                  <a:pt x="357477" y="99549"/>
                </a:moveTo>
                <a:lnTo>
                  <a:pt x="360426" y="100492"/>
                </a:lnTo>
                <a:lnTo>
                  <a:pt x="361901" y="101691"/>
                </a:lnTo>
                <a:lnTo>
                  <a:pt x="362930" y="103281"/>
                </a:lnTo>
                <a:lnTo>
                  <a:pt x="363466" y="105206"/>
                </a:lnTo>
                <a:lnTo>
                  <a:pt x="363476" y="107618"/>
                </a:lnTo>
                <a:lnTo>
                  <a:pt x="363104" y="108635"/>
                </a:lnTo>
                <a:lnTo>
                  <a:pt x="362071" y="109394"/>
                </a:lnTo>
                <a:lnTo>
                  <a:pt x="360824" y="109564"/>
                </a:lnTo>
                <a:lnTo>
                  <a:pt x="359925" y="109199"/>
                </a:lnTo>
                <a:lnTo>
                  <a:pt x="355758" y="105420"/>
                </a:lnTo>
                <a:lnTo>
                  <a:pt x="350741" y="103835"/>
                </a:lnTo>
                <a:lnTo>
                  <a:pt x="349334" y="102840"/>
                </a:lnTo>
                <a:lnTo>
                  <a:pt x="348514" y="101695"/>
                </a:lnTo>
                <a:lnTo>
                  <a:pt x="348407" y="100524"/>
                </a:lnTo>
                <a:lnTo>
                  <a:pt x="349287" y="99006"/>
                </a:lnTo>
                <a:lnTo>
                  <a:pt x="357477" y="99549"/>
                </a:lnTo>
                <a:close/>
                <a:moveTo>
                  <a:pt x="332405" y="107656"/>
                </a:moveTo>
                <a:lnTo>
                  <a:pt x="332794" y="108222"/>
                </a:lnTo>
                <a:lnTo>
                  <a:pt x="332878" y="110046"/>
                </a:lnTo>
                <a:lnTo>
                  <a:pt x="331581" y="113778"/>
                </a:lnTo>
                <a:lnTo>
                  <a:pt x="329070" y="117533"/>
                </a:lnTo>
                <a:lnTo>
                  <a:pt x="326776" y="119698"/>
                </a:lnTo>
                <a:lnTo>
                  <a:pt x="323866" y="121933"/>
                </a:lnTo>
                <a:lnTo>
                  <a:pt x="322467" y="122551"/>
                </a:lnTo>
                <a:lnTo>
                  <a:pt x="321270" y="122569"/>
                </a:lnTo>
                <a:lnTo>
                  <a:pt x="318266" y="121529"/>
                </a:lnTo>
                <a:lnTo>
                  <a:pt x="316109" y="121863"/>
                </a:lnTo>
                <a:lnTo>
                  <a:pt x="316253" y="123064"/>
                </a:lnTo>
                <a:lnTo>
                  <a:pt x="317309" y="124748"/>
                </a:lnTo>
                <a:lnTo>
                  <a:pt x="321571" y="128675"/>
                </a:lnTo>
                <a:lnTo>
                  <a:pt x="323179" y="134073"/>
                </a:lnTo>
                <a:lnTo>
                  <a:pt x="323273" y="135625"/>
                </a:lnTo>
                <a:lnTo>
                  <a:pt x="322934" y="136608"/>
                </a:lnTo>
                <a:lnTo>
                  <a:pt x="321767" y="137192"/>
                </a:lnTo>
                <a:lnTo>
                  <a:pt x="319676" y="136874"/>
                </a:lnTo>
                <a:lnTo>
                  <a:pt x="315696" y="134514"/>
                </a:lnTo>
                <a:lnTo>
                  <a:pt x="311126" y="132595"/>
                </a:lnTo>
                <a:lnTo>
                  <a:pt x="310202" y="130482"/>
                </a:lnTo>
                <a:lnTo>
                  <a:pt x="310410" y="126882"/>
                </a:lnTo>
                <a:lnTo>
                  <a:pt x="312029" y="123655"/>
                </a:lnTo>
                <a:lnTo>
                  <a:pt x="314740" y="121638"/>
                </a:lnTo>
                <a:lnTo>
                  <a:pt x="314718" y="119359"/>
                </a:lnTo>
                <a:lnTo>
                  <a:pt x="315539" y="117794"/>
                </a:lnTo>
                <a:lnTo>
                  <a:pt x="318804" y="115172"/>
                </a:lnTo>
                <a:lnTo>
                  <a:pt x="322239" y="111249"/>
                </a:lnTo>
                <a:lnTo>
                  <a:pt x="327097" y="107394"/>
                </a:lnTo>
                <a:lnTo>
                  <a:pt x="329794" y="107003"/>
                </a:lnTo>
                <a:lnTo>
                  <a:pt x="332405" y="107656"/>
                </a:lnTo>
                <a:close/>
                <a:moveTo>
                  <a:pt x="344816" y="121236"/>
                </a:moveTo>
                <a:lnTo>
                  <a:pt x="347088" y="125022"/>
                </a:lnTo>
                <a:lnTo>
                  <a:pt x="348848" y="129240"/>
                </a:lnTo>
                <a:lnTo>
                  <a:pt x="348440" y="131500"/>
                </a:lnTo>
                <a:lnTo>
                  <a:pt x="346849" y="132688"/>
                </a:lnTo>
                <a:lnTo>
                  <a:pt x="345631" y="132633"/>
                </a:lnTo>
                <a:lnTo>
                  <a:pt x="344769" y="132053"/>
                </a:lnTo>
                <a:lnTo>
                  <a:pt x="343386" y="127268"/>
                </a:lnTo>
                <a:lnTo>
                  <a:pt x="342407" y="125815"/>
                </a:lnTo>
                <a:lnTo>
                  <a:pt x="340778" y="124819"/>
                </a:lnTo>
                <a:lnTo>
                  <a:pt x="337837" y="123743"/>
                </a:lnTo>
                <a:lnTo>
                  <a:pt x="338089" y="121531"/>
                </a:lnTo>
                <a:lnTo>
                  <a:pt x="338765" y="120664"/>
                </a:lnTo>
                <a:lnTo>
                  <a:pt x="340323" y="119716"/>
                </a:lnTo>
                <a:lnTo>
                  <a:pt x="343094" y="119612"/>
                </a:lnTo>
                <a:lnTo>
                  <a:pt x="344816" y="121236"/>
                </a:lnTo>
                <a:close/>
                <a:moveTo>
                  <a:pt x="378328" y="124621"/>
                </a:moveTo>
                <a:lnTo>
                  <a:pt x="378556" y="127345"/>
                </a:lnTo>
                <a:lnTo>
                  <a:pt x="377926" y="128909"/>
                </a:lnTo>
                <a:lnTo>
                  <a:pt x="373555" y="131441"/>
                </a:lnTo>
                <a:lnTo>
                  <a:pt x="369703" y="136297"/>
                </a:lnTo>
                <a:lnTo>
                  <a:pt x="368929" y="136362"/>
                </a:lnTo>
                <a:lnTo>
                  <a:pt x="368282" y="135969"/>
                </a:lnTo>
                <a:lnTo>
                  <a:pt x="367313" y="134355"/>
                </a:lnTo>
                <a:lnTo>
                  <a:pt x="367087" y="131724"/>
                </a:lnTo>
                <a:lnTo>
                  <a:pt x="370211" y="129755"/>
                </a:lnTo>
                <a:lnTo>
                  <a:pt x="372199" y="126067"/>
                </a:lnTo>
                <a:lnTo>
                  <a:pt x="373713" y="124665"/>
                </a:lnTo>
                <a:lnTo>
                  <a:pt x="376239" y="123952"/>
                </a:lnTo>
                <a:lnTo>
                  <a:pt x="377706" y="124114"/>
                </a:lnTo>
                <a:lnTo>
                  <a:pt x="378328" y="124621"/>
                </a:lnTo>
                <a:close/>
                <a:moveTo>
                  <a:pt x="487221" y="146976"/>
                </a:moveTo>
                <a:lnTo>
                  <a:pt x="487629" y="149165"/>
                </a:lnTo>
                <a:lnTo>
                  <a:pt x="486463" y="150496"/>
                </a:lnTo>
                <a:lnTo>
                  <a:pt x="484206" y="150564"/>
                </a:lnTo>
                <a:lnTo>
                  <a:pt x="482066" y="149277"/>
                </a:lnTo>
                <a:lnTo>
                  <a:pt x="481972" y="148548"/>
                </a:lnTo>
                <a:lnTo>
                  <a:pt x="482454" y="147765"/>
                </a:lnTo>
                <a:lnTo>
                  <a:pt x="484718" y="146305"/>
                </a:lnTo>
                <a:lnTo>
                  <a:pt x="486394" y="146080"/>
                </a:lnTo>
                <a:lnTo>
                  <a:pt x="487221" y="146976"/>
                </a:lnTo>
                <a:close/>
                <a:moveTo>
                  <a:pt x="401561" y="148146"/>
                </a:moveTo>
                <a:lnTo>
                  <a:pt x="404144" y="148573"/>
                </a:lnTo>
                <a:lnTo>
                  <a:pt x="405577" y="149307"/>
                </a:lnTo>
                <a:lnTo>
                  <a:pt x="408592" y="154480"/>
                </a:lnTo>
                <a:lnTo>
                  <a:pt x="410723" y="156197"/>
                </a:lnTo>
                <a:lnTo>
                  <a:pt x="413924" y="157453"/>
                </a:lnTo>
                <a:lnTo>
                  <a:pt x="420427" y="158399"/>
                </a:lnTo>
                <a:lnTo>
                  <a:pt x="428104" y="160192"/>
                </a:lnTo>
                <a:lnTo>
                  <a:pt x="429388" y="160913"/>
                </a:lnTo>
                <a:lnTo>
                  <a:pt x="432641" y="163821"/>
                </a:lnTo>
                <a:lnTo>
                  <a:pt x="435115" y="164986"/>
                </a:lnTo>
                <a:lnTo>
                  <a:pt x="440667" y="163255"/>
                </a:lnTo>
                <a:lnTo>
                  <a:pt x="444966" y="160603"/>
                </a:lnTo>
                <a:lnTo>
                  <a:pt x="446222" y="160395"/>
                </a:lnTo>
                <a:lnTo>
                  <a:pt x="448811" y="162887"/>
                </a:lnTo>
                <a:lnTo>
                  <a:pt x="453841" y="170987"/>
                </a:lnTo>
                <a:lnTo>
                  <a:pt x="454203" y="172633"/>
                </a:lnTo>
                <a:lnTo>
                  <a:pt x="453934" y="174774"/>
                </a:lnTo>
                <a:lnTo>
                  <a:pt x="453082" y="175511"/>
                </a:lnTo>
                <a:lnTo>
                  <a:pt x="452178" y="175459"/>
                </a:lnTo>
                <a:lnTo>
                  <a:pt x="439509" y="171234"/>
                </a:lnTo>
                <a:lnTo>
                  <a:pt x="433401" y="169713"/>
                </a:lnTo>
                <a:lnTo>
                  <a:pt x="428076" y="167681"/>
                </a:lnTo>
                <a:lnTo>
                  <a:pt x="411166" y="162750"/>
                </a:lnTo>
                <a:lnTo>
                  <a:pt x="401775" y="159355"/>
                </a:lnTo>
                <a:lnTo>
                  <a:pt x="391156" y="154623"/>
                </a:lnTo>
                <a:lnTo>
                  <a:pt x="388254" y="152976"/>
                </a:lnTo>
                <a:lnTo>
                  <a:pt x="387389" y="151738"/>
                </a:lnTo>
                <a:lnTo>
                  <a:pt x="388366" y="150481"/>
                </a:lnTo>
                <a:lnTo>
                  <a:pt x="391908" y="148063"/>
                </a:lnTo>
                <a:lnTo>
                  <a:pt x="394447" y="147478"/>
                </a:lnTo>
                <a:lnTo>
                  <a:pt x="401561" y="148146"/>
                </a:lnTo>
                <a:close/>
                <a:moveTo>
                  <a:pt x="510371" y="154163"/>
                </a:moveTo>
                <a:lnTo>
                  <a:pt x="510997" y="155542"/>
                </a:lnTo>
                <a:lnTo>
                  <a:pt x="509704" y="156400"/>
                </a:lnTo>
                <a:lnTo>
                  <a:pt x="506716" y="156162"/>
                </a:lnTo>
                <a:lnTo>
                  <a:pt x="505607" y="155124"/>
                </a:lnTo>
                <a:lnTo>
                  <a:pt x="505962" y="154391"/>
                </a:lnTo>
                <a:lnTo>
                  <a:pt x="507440" y="153719"/>
                </a:lnTo>
                <a:lnTo>
                  <a:pt x="509314" y="153714"/>
                </a:lnTo>
                <a:lnTo>
                  <a:pt x="510371" y="154163"/>
                </a:lnTo>
                <a:close/>
                <a:moveTo>
                  <a:pt x="374692" y="87473"/>
                </a:moveTo>
                <a:lnTo>
                  <a:pt x="374437" y="88774"/>
                </a:lnTo>
                <a:lnTo>
                  <a:pt x="375027" y="90106"/>
                </a:lnTo>
                <a:lnTo>
                  <a:pt x="375888" y="90428"/>
                </a:lnTo>
                <a:lnTo>
                  <a:pt x="377100" y="89881"/>
                </a:lnTo>
                <a:lnTo>
                  <a:pt x="377648" y="88668"/>
                </a:lnTo>
                <a:lnTo>
                  <a:pt x="377325" y="87808"/>
                </a:lnTo>
                <a:lnTo>
                  <a:pt x="375993" y="87217"/>
                </a:lnTo>
                <a:lnTo>
                  <a:pt x="374692" y="87473"/>
                </a:lnTo>
                <a:close/>
                <a:moveTo>
                  <a:pt x="549691" y="96583"/>
                </a:moveTo>
                <a:lnTo>
                  <a:pt x="541757" y="97476"/>
                </a:lnTo>
                <a:lnTo>
                  <a:pt x="539813" y="98148"/>
                </a:lnTo>
                <a:lnTo>
                  <a:pt x="539607" y="98721"/>
                </a:lnTo>
                <a:lnTo>
                  <a:pt x="540415" y="99340"/>
                </a:lnTo>
                <a:lnTo>
                  <a:pt x="542336" y="99613"/>
                </a:lnTo>
                <a:lnTo>
                  <a:pt x="547304" y="99466"/>
                </a:lnTo>
                <a:lnTo>
                  <a:pt x="551990" y="98867"/>
                </a:lnTo>
                <a:lnTo>
                  <a:pt x="553500" y="98189"/>
                </a:lnTo>
                <a:lnTo>
                  <a:pt x="553651" y="97480"/>
                </a:lnTo>
                <a:lnTo>
                  <a:pt x="553220" y="96624"/>
                </a:lnTo>
                <a:lnTo>
                  <a:pt x="552115" y="96118"/>
                </a:lnTo>
                <a:lnTo>
                  <a:pt x="549691" y="96583"/>
                </a:lnTo>
                <a:close/>
                <a:moveTo>
                  <a:pt x="529843" y="98672"/>
                </a:moveTo>
                <a:lnTo>
                  <a:pt x="529718" y="99732"/>
                </a:lnTo>
                <a:lnTo>
                  <a:pt x="531473" y="100134"/>
                </a:lnTo>
                <a:lnTo>
                  <a:pt x="533330" y="99780"/>
                </a:lnTo>
                <a:lnTo>
                  <a:pt x="534352" y="98764"/>
                </a:lnTo>
                <a:lnTo>
                  <a:pt x="534064" y="98357"/>
                </a:lnTo>
                <a:lnTo>
                  <a:pt x="532713" y="98067"/>
                </a:lnTo>
                <a:lnTo>
                  <a:pt x="530997" y="98179"/>
                </a:lnTo>
                <a:lnTo>
                  <a:pt x="529843" y="98672"/>
                </a:lnTo>
                <a:close/>
                <a:moveTo>
                  <a:pt x="517641" y="100636"/>
                </a:moveTo>
                <a:lnTo>
                  <a:pt x="516514" y="101520"/>
                </a:lnTo>
                <a:lnTo>
                  <a:pt x="517890" y="102131"/>
                </a:lnTo>
                <a:lnTo>
                  <a:pt x="521274" y="102060"/>
                </a:lnTo>
                <a:lnTo>
                  <a:pt x="522061" y="101718"/>
                </a:lnTo>
                <a:lnTo>
                  <a:pt x="522321" y="101179"/>
                </a:lnTo>
                <a:lnTo>
                  <a:pt x="522043" y="100645"/>
                </a:lnTo>
                <a:lnTo>
                  <a:pt x="520796" y="100218"/>
                </a:lnTo>
                <a:lnTo>
                  <a:pt x="517641" y="100636"/>
                </a:lnTo>
                <a:close/>
                <a:moveTo>
                  <a:pt x="239223" y="101388"/>
                </a:moveTo>
                <a:lnTo>
                  <a:pt x="239127" y="101999"/>
                </a:lnTo>
                <a:lnTo>
                  <a:pt x="239714" y="102534"/>
                </a:lnTo>
                <a:lnTo>
                  <a:pt x="243188" y="103865"/>
                </a:lnTo>
                <a:lnTo>
                  <a:pt x="246201" y="105880"/>
                </a:lnTo>
                <a:lnTo>
                  <a:pt x="249952" y="107395"/>
                </a:lnTo>
                <a:lnTo>
                  <a:pt x="253279" y="109259"/>
                </a:lnTo>
                <a:lnTo>
                  <a:pt x="257233" y="110769"/>
                </a:lnTo>
                <a:lnTo>
                  <a:pt x="260372" y="112823"/>
                </a:lnTo>
                <a:lnTo>
                  <a:pt x="262388" y="113144"/>
                </a:lnTo>
                <a:lnTo>
                  <a:pt x="263535" y="112395"/>
                </a:lnTo>
                <a:lnTo>
                  <a:pt x="263582" y="111494"/>
                </a:lnTo>
                <a:lnTo>
                  <a:pt x="262916" y="110565"/>
                </a:lnTo>
                <a:lnTo>
                  <a:pt x="258162" y="107673"/>
                </a:lnTo>
                <a:lnTo>
                  <a:pt x="254325" y="106482"/>
                </a:lnTo>
                <a:lnTo>
                  <a:pt x="251149" y="104522"/>
                </a:lnTo>
                <a:lnTo>
                  <a:pt x="246730" y="103077"/>
                </a:lnTo>
                <a:lnTo>
                  <a:pt x="243336" y="101431"/>
                </a:lnTo>
                <a:lnTo>
                  <a:pt x="240830" y="100932"/>
                </a:lnTo>
                <a:lnTo>
                  <a:pt x="239223" y="101388"/>
                </a:lnTo>
                <a:close/>
                <a:moveTo>
                  <a:pt x="758912" y="115219"/>
                </a:moveTo>
                <a:lnTo>
                  <a:pt x="756559" y="116920"/>
                </a:lnTo>
                <a:lnTo>
                  <a:pt x="755672" y="118872"/>
                </a:lnTo>
                <a:lnTo>
                  <a:pt x="751025" y="144788"/>
                </a:lnTo>
                <a:lnTo>
                  <a:pt x="748934" y="154460"/>
                </a:lnTo>
                <a:lnTo>
                  <a:pt x="747656" y="164537"/>
                </a:lnTo>
                <a:lnTo>
                  <a:pt x="745624" y="172732"/>
                </a:lnTo>
                <a:lnTo>
                  <a:pt x="743839" y="184441"/>
                </a:lnTo>
                <a:lnTo>
                  <a:pt x="742934" y="187059"/>
                </a:lnTo>
                <a:lnTo>
                  <a:pt x="741534" y="188845"/>
                </a:lnTo>
                <a:lnTo>
                  <a:pt x="739378" y="190300"/>
                </a:lnTo>
                <a:lnTo>
                  <a:pt x="706679" y="205161"/>
                </a:lnTo>
                <a:lnTo>
                  <a:pt x="703392" y="207263"/>
                </a:lnTo>
                <a:lnTo>
                  <a:pt x="702418" y="208568"/>
                </a:lnTo>
                <a:lnTo>
                  <a:pt x="703564" y="209976"/>
                </a:lnTo>
                <a:lnTo>
                  <a:pt x="705548" y="210710"/>
                </a:lnTo>
                <a:lnTo>
                  <a:pt x="737727" y="211535"/>
                </a:lnTo>
                <a:lnTo>
                  <a:pt x="740522" y="213035"/>
                </a:lnTo>
                <a:lnTo>
                  <a:pt x="741793" y="214820"/>
                </a:lnTo>
                <a:lnTo>
                  <a:pt x="741895" y="218614"/>
                </a:lnTo>
                <a:lnTo>
                  <a:pt x="741108" y="220717"/>
                </a:lnTo>
                <a:lnTo>
                  <a:pt x="740006" y="221775"/>
                </a:lnTo>
                <a:lnTo>
                  <a:pt x="738294" y="222688"/>
                </a:lnTo>
                <a:lnTo>
                  <a:pt x="729144" y="226343"/>
                </a:lnTo>
                <a:lnTo>
                  <a:pt x="707079" y="234010"/>
                </a:lnTo>
                <a:lnTo>
                  <a:pt x="702167" y="236257"/>
                </a:lnTo>
                <a:lnTo>
                  <a:pt x="686322" y="241943"/>
                </a:lnTo>
                <a:lnTo>
                  <a:pt x="683020" y="243557"/>
                </a:lnTo>
                <a:lnTo>
                  <a:pt x="681554" y="245126"/>
                </a:lnTo>
                <a:lnTo>
                  <a:pt x="681931" y="246323"/>
                </a:lnTo>
                <a:lnTo>
                  <a:pt x="683196" y="247638"/>
                </a:lnTo>
                <a:lnTo>
                  <a:pt x="740317" y="247805"/>
                </a:lnTo>
                <a:lnTo>
                  <a:pt x="741467" y="248683"/>
                </a:lnTo>
                <a:lnTo>
                  <a:pt x="741792" y="250545"/>
                </a:lnTo>
                <a:lnTo>
                  <a:pt x="742023" y="259076"/>
                </a:lnTo>
                <a:lnTo>
                  <a:pt x="741520" y="262728"/>
                </a:lnTo>
                <a:lnTo>
                  <a:pt x="739658" y="264282"/>
                </a:lnTo>
                <a:lnTo>
                  <a:pt x="735715" y="266387"/>
                </a:lnTo>
                <a:lnTo>
                  <a:pt x="711569" y="275760"/>
                </a:lnTo>
                <a:lnTo>
                  <a:pt x="702439" y="273582"/>
                </a:lnTo>
                <a:lnTo>
                  <a:pt x="696780" y="271046"/>
                </a:lnTo>
                <a:lnTo>
                  <a:pt x="671333" y="263162"/>
                </a:lnTo>
                <a:lnTo>
                  <a:pt x="653988" y="257351"/>
                </a:lnTo>
                <a:lnTo>
                  <a:pt x="647999" y="256468"/>
                </a:lnTo>
                <a:lnTo>
                  <a:pt x="647052" y="256873"/>
                </a:lnTo>
                <a:lnTo>
                  <a:pt x="646901" y="257680"/>
                </a:lnTo>
                <a:lnTo>
                  <a:pt x="647379" y="258944"/>
                </a:lnTo>
                <a:lnTo>
                  <a:pt x="648516" y="259870"/>
                </a:lnTo>
                <a:lnTo>
                  <a:pt x="654584" y="261558"/>
                </a:lnTo>
                <a:lnTo>
                  <a:pt x="667172" y="266656"/>
                </a:lnTo>
                <a:lnTo>
                  <a:pt x="675991" y="269715"/>
                </a:lnTo>
                <a:lnTo>
                  <a:pt x="688957" y="273304"/>
                </a:lnTo>
                <a:lnTo>
                  <a:pt x="700504" y="275997"/>
                </a:lnTo>
                <a:lnTo>
                  <a:pt x="702260" y="276995"/>
                </a:lnTo>
                <a:lnTo>
                  <a:pt x="703561" y="278474"/>
                </a:lnTo>
                <a:lnTo>
                  <a:pt x="703490" y="279233"/>
                </a:lnTo>
                <a:lnTo>
                  <a:pt x="702052" y="281918"/>
                </a:lnTo>
                <a:lnTo>
                  <a:pt x="702274" y="282725"/>
                </a:lnTo>
                <a:lnTo>
                  <a:pt x="703202" y="283436"/>
                </a:lnTo>
                <a:lnTo>
                  <a:pt x="734111" y="284507"/>
                </a:lnTo>
                <a:lnTo>
                  <a:pt x="739965" y="284997"/>
                </a:lnTo>
                <a:lnTo>
                  <a:pt x="740713" y="285443"/>
                </a:lnTo>
                <a:lnTo>
                  <a:pt x="740960" y="287038"/>
                </a:lnTo>
                <a:lnTo>
                  <a:pt x="740743" y="289563"/>
                </a:lnTo>
                <a:lnTo>
                  <a:pt x="739221" y="296924"/>
                </a:lnTo>
                <a:lnTo>
                  <a:pt x="737023" y="312684"/>
                </a:lnTo>
                <a:lnTo>
                  <a:pt x="735564" y="319953"/>
                </a:lnTo>
                <a:lnTo>
                  <a:pt x="734363" y="330424"/>
                </a:lnTo>
                <a:lnTo>
                  <a:pt x="732248" y="340094"/>
                </a:lnTo>
                <a:lnTo>
                  <a:pt x="727331" y="373588"/>
                </a:lnTo>
                <a:lnTo>
                  <a:pt x="722053" y="404759"/>
                </a:lnTo>
                <a:lnTo>
                  <a:pt x="717811" y="433614"/>
                </a:lnTo>
                <a:lnTo>
                  <a:pt x="715585" y="445383"/>
                </a:lnTo>
                <a:lnTo>
                  <a:pt x="715561" y="447295"/>
                </a:lnTo>
                <a:lnTo>
                  <a:pt x="716235" y="449161"/>
                </a:lnTo>
                <a:lnTo>
                  <a:pt x="717620" y="449715"/>
                </a:lnTo>
                <a:lnTo>
                  <a:pt x="720395" y="448634"/>
                </a:lnTo>
                <a:lnTo>
                  <a:pt x="757415" y="422033"/>
                </a:lnTo>
                <a:lnTo>
                  <a:pt x="759186" y="420978"/>
                </a:lnTo>
                <a:lnTo>
                  <a:pt x="760834" y="420631"/>
                </a:lnTo>
                <a:lnTo>
                  <a:pt x="762611" y="420920"/>
                </a:lnTo>
                <a:lnTo>
                  <a:pt x="763941" y="421626"/>
                </a:lnTo>
                <a:lnTo>
                  <a:pt x="793344" y="443775"/>
                </a:lnTo>
                <a:lnTo>
                  <a:pt x="799349" y="447899"/>
                </a:lnTo>
                <a:lnTo>
                  <a:pt x="803289" y="449964"/>
                </a:lnTo>
                <a:lnTo>
                  <a:pt x="804301" y="448622"/>
                </a:lnTo>
                <a:lnTo>
                  <a:pt x="804657" y="447386"/>
                </a:lnTo>
                <a:lnTo>
                  <a:pt x="804582" y="442637"/>
                </a:lnTo>
                <a:lnTo>
                  <a:pt x="802463" y="432188"/>
                </a:lnTo>
                <a:lnTo>
                  <a:pt x="801241" y="421346"/>
                </a:lnTo>
                <a:lnTo>
                  <a:pt x="799470" y="411746"/>
                </a:lnTo>
                <a:lnTo>
                  <a:pt x="797851" y="398703"/>
                </a:lnTo>
                <a:lnTo>
                  <a:pt x="796326" y="391114"/>
                </a:lnTo>
                <a:lnTo>
                  <a:pt x="794372" y="374848"/>
                </a:lnTo>
                <a:lnTo>
                  <a:pt x="792753" y="367761"/>
                </a:lnTo>
                <a:lnTo>
                  <a:pt x="790904" y="353340"/>
                </a:lnTo>
                <a:lnTo>
                  <a:pt x="789280" y="346298"/>
                </a:lnTo>
                <a:lnTo>
                  <a:pt x="787708" y="332964"/>
                </a:lnTo>
                <a:lnTo>
                  <a:pt x="785991" y="323523"/>
                </a:lnTo>
                <a:lnTo>
                  <a:pt x="784657" y="311607"/>
                </a:lnTo>
                <a:lnTo>
                  <a:pt x="782439" y="299278"/>
                </a:lnTo>
                <a:lnTo>
                  <a:pt x="781268" y="288588"/>
                </a:lnTo>
                <a:lnTo>
                  <a:pt x="782772" y="286916"/>
                </a:lnTo>
                <a:lnTo>
                  <a:pt x="802081" y="287009"/>
                </a:lnTo>
                <a:lnTo>
                  <a:pt x="816358" y="287635"/>
                </a:lnTo>
                <a:lnTo>
                  <a:pt x="819352" y="286930"/>
                </a:lnTo>
                <a:lnTo>
                  <a:pt x="820755" y="285287"/>
                </a:lnTo>
                <a:lnTo>
                  <a:pt x="816621" y="282320"/>
                </a:lnTo>
                <a:lnTo>
                  <a:pt x="784113" y="266152"/>
                </a:lnTo>
                <a:lnTo>
                  <a:pt x="779304" y="262555"/>
                </a:lnTo>
                <a:lnTo>
                  <a:pt x="779603" y="249833"/>
                </a:lnTo>
                <a:lnTo>
                  <a:pt x="780059" y="248802"/>
                </a:lnTo>
                <a:lnTo>
                  <a:pt x="781275" y="248135"/>
                </a:lnTo>
                <a:lnTo>
                  <a:pt x="787212" y="247655"/>
                </a:lnTo>
                <a:lnTo>
                  <a:pt x="837428" y="247721"/>
                </a:lnTo>
                <a:lnTo>
                  <a:pt x="838719" y="246439"/>
                </a:lnTo>
                <a:lnTo>
                  <a:pt x="839042" y="245321"/>
                </a:lnTo>
                <a:lnTo>
                  <a:pt x="838556" y="244379"/>
                </a:lnTo>
                <a:lnTo>
                  <a:pt x="835108" y="242786"/>
                </a:lnTo>
                <a:lnTo>
                  <a:pt x="827561" y="240031"/>
                </a:lnTo>
                <a:lnTo>
                  <a:pt x="814746" y="234497"/>
                </a:lnTo>
                <a:lnTo>
                  <a:pt x="809222" y="232789"/>
                </a:lnTo>
                <a:lnTo>
                  <a:pt x="784056" y="222851"/>
                </a:lnTo>
                <a:lnTo>
                  <a:pt x="781295" y="221174"/>
                </a:lnTo>
                <a:lnTo>
                  <a:pt x="779570" y="219171"/>
                </a:lnTo>
                <a:lnTo>
                  <a:pt x="779023" y="217098"/>
                </a:lnTo>
                <a:lnTo>
                  <a:pt x="779236" y="216115"/>
                </a:lnTo>
                <a:lnTo>
                  <a:pt x="780724" y="214418"/>
                </a:lnTo>
                <a:lnTo>
                  <a:pt x="782291" y="213873"/>
                </a:lnTo>
                <a:lnTo>
                  <a:pt x="789424" y="213730"/>
                </a:lnTo>
                <a:lnTo>
                  <a:pt x="817955" y="214335"/>
                </a:lnTo>
                <a:lnTo>
                  <a:pt x="819447" y="213013"/>
                </a:lnTo>
                <a:lnTo>
                  <a:pt x="819748" y="212124"/>
                </a:lnTo>
                <a:lnTo>
                  <a:pt x="815835" y="209016"/>
                </a:lnTo>
                <a:lnTo>
                  <a:pt x="782103" y="189518"/>
                </a:lnTo>
                <a:lnTo>
                  <a:pt x="780011" y="187550"/>
                </a:lnTo>
                <a:lnTo>
                  <a:pt x="778836" y="184699"/>
                </a:lnTo>
                <a:lnTo>
                  <a:pt x="777872" y="174773"/>
                </a:lnTo>
                <a:lnTo>
                  <a:pt x="776191" y="167720"/>
                </a:lnTo>
                <a:lnTo>
                  <a:pt x="774503" y="157229"/>
                </a:lnTo>
                <a:lnTo>
                  <a:pt x="770755" y="137439"/>
                </a:lnTo>
                <a:lnTo>
                  <a:pt x="769181" y="130899"/>
                </a:lnTo>
                <a:lnTo>
                  <a:pt x="767257" y="119534"/>
                </a:lnTo>
                <a:lnTo>
                  <a:pt x="766034" y="117042"/>
                </a:lnTo>
                <a:lnTo>
                  <a:pt x="763571" y="114672"/>
                </a:lnTo>
                <a:lnTo>
                  <a:pt x="761829" y="114329"/>
                </a:lnTo>
                <a:lnTo>
                  <a:pt x="758912" y="115219"/>
                </a:lnTo>
                <a:close/>
                <a:moveTo>
                  <a:pt x="761545" y="131891"/>
                </a:moveTo>
                <a:lnTo>
                  <a:pt x="760829" y="133072"/>
                </a:lnTo>
                <a:lnTo>
                  <a:pt x="760154" y="133008"/>
                </a:lnTo>
                <a:lnTo>
                  <a:pt x="759831" y="132560"/>
                </a:lnTo>
                <a:lnTo>
                  <a:pt x="759779" y="131431"/>
                </a:lnTo>
                <a:lnTo>
                  <a:pt x="760352" y="130752"/>
                </a:lnTo>
                <a:lnTo>
                  <a:pt x="761274" y="130977"/>
                </a:lnTo>
                <a:lnTo>
                  <a:pt x="761545" y="131891"/>
                </a:lnTo>
                <a:close/>
                <a:moveTo>
                  <a:pt x="763341" y="145054"/>
                </a:moveTo>
                <a:lnTo>
                  <a:pt x="765122" y="147262"/>
                </a:lnTo>
                <a:lnTo>
                  <a:pt x="765222" y="149362"/>
                </a:lnTo>
                <a:lnTo>
                  <a:pt x="764371" y="150582"/>
                </a:lnTo>
                <a:lnTo>
                  <a:pt x="762798" y="151573"/>
                </a:lnTo>
                <a:lnTo>
                  <a:pt x="761090" y="152134"/>
                </a:lnTo>
                <a:lnTo>
                  <a:pt x="759784" y="151961"/>
                </a:lnTo>
                <a:lnTo>
                  <a:pt x="757033" y="149160"/>
                </a:lnTo>
                <a:lnTo>
                  <a:pt x="756839" y="148475"/>
                </a:lnTo>
                <a:lnTo>
                  <a:pt x="757251" y="147228"/>
                </a:lnTo>
                <a:lnTo>
                  <a:pt x="758452" y="145321"/>
                </a:lnTo>
                <a:lnTo>
                  <a:pt x="759924" y="144115"/>
                </a:lnTo>
                <a:lnTo>
                  <a:pt x="761549" y="144028"/>
                </a:lnTo>
                <a:lnTo>
                  <a:pt x="763341" y="145054"/>
                </a:lnTo>
                <a:close/>
                <a:moveTo>
                  <a:pt x="756238" y="154957"/>
                </a:moveTo>
                <a:lnTo>
                  <a:pt x="756666" y="155923"/>
                </a:lnTo>
                <a:lnTo>
                  <a:pt x="755893" y="157046"/>
                </a:lnTo>
                <a:lnTo>
                  <a:pt x="754303" y="158379"/>
                </a:lnTo>
                <a:lnTo>
                  <a:pt x="753173" y="158403"/>
                </a:lnTo>
                <a:lnTo>
                  <a:pt x="752542" y="156666"/>
                </a:lnTo>
                <a:lnTo>
                  <a:pt x="752962" y="154867"/>
                </a:lnTo>
                <a:lnTo>
                  <a:pt x="754333" y="154196"/>
                </a:lnTo>
                <a:lnTo>
                  <a:pt x="756238" y="154957"/>
                </a:lnTo>
                <a:close/>
                <a:moveTo>
                  <a:pt x="767938" y="154957"/>
                </a:moveTo>
                <a:lnTo>
                  <a:pt x="768386" y="156714"/>
                </a:lnTo>
                <a:lnTo>
                  <a:pt x="768018" y="157423"/>
                </a:lnTo>
                <a:lnTo>
                  <a:pt x="767328" y="157554"/>
                </a:lnTo>
                <a:lnTo>
                  <a:pt x="766196" y="156629"/>
                </a:lnTo>
                <a:lnTo>
                  <a:pt x="765962" y="155388"/>
                </a:lnTo>
                <a:lnTo>
                  <a:pt x="766817" y="154448"/>
                </a:lnTo>
                <a:lnTo>
                  <a:pt x="767938" y="154957"/>
                </a:lnTo>
                <a:close/>
                <a:moveTo>
                  <a:pt x="764971" y="163356"/>
                </a:moveTo>
                <a:lnTo>
                  <a:pt x="766768" y="165516"/>
                </a:lnTo>
                <a:lnTo>
                  <a:pt x="767158" y="167189"/>
                </a:lnTo>
                <a:lnTo>
                  <a:pt x="765598" y="169457"/>
                </a:lnTo>
                <a:lnTo>
                  <a:pt x="763249" y="171124"/>
                </a:lnTo>
                <a:lnTo>
                  <a:pt x="760584" y="172131"/>
                </a:lnTo>
                <a:lnTo>
                  <a:pt x="756965" y="169891"/>
                </a:lnTo>
                <a:lnTo>
                  <a:pt x="755555" y="168530"/>
                </a:lnTo>
                <a:lnTo>
                  <a:pt x="755126" y="166578"/>
                </a:lnTo>
                <a:lnTo>
                  <a:pt x="755482" y="164974"/>
                </a:lnTo>
                <a:lnTo>
                  <a:pt x="759847" y="161386"/>
                </a:lnTo>
                <a:lnTo>
                  <a:pt x="760952" y="161073"/>
                </a:lnTo>
                <a:lnTo>
                  <a:pt x="762144" y="161292"/>
                </a:lnTo>
                <a:lnTo>
                  <a:pt x="764971" y="163356"/>
                </a:lnTo>
                <a:close/>
                <a:moveTo>
                  <a:pt x="771531" y="172507"/>
                </a:moveTo>
                <a:lnTo>
                  <a:pt x="772600" y="175103"/>
                </a:lnTo>
                <a:lnTo>
                  <a:pt x="773392" y="178576"/>
                </a:lnTo>
                <a:lnTo>
                  <a:pt x="772898" y="179720"/>
                </a:lnTo>
                <a:lnTo>
                  <a:pt x="771978" y="179968"/>
                </a:lnTo>
                <a:lnTo>
                  <a:pt x="770076" y="179417"/>
                </a:lnTo>
                <a:lnTo>
                  <a:pt x="768670" y="178482"/>
                </a:lnTo>
                <a:lnTo>
                  <a:pt x="767012" y="176775"/>
                </a:lnTo>
                <a:lnTo>
                  <a:pt x="766449" y="175500"/>
                </a:lnTo>
                <a:lnTo>
                  <a:pt x="766958" y="174236"/>
                </a:lnTo>
                <a:lnTo>
                  <a:pt x="769289" y="171986"/>
                </a:lnTo>
                <a:lnTo>
                  <a:pt x="770378" y="171647"/>
                </a:lnTo>
                <a:lnTo>
                  <a:pt x="771531" y="172507"/>
                </a:lnTo>
                <a:close/>
                <a:moveTo>
                  <a:pt x="754775" y="173594"/>
                </a:moveTo>
                <a:lnTo>
                  <a:pt x="755818" y="175171"/>
                </a:lnTo>
                <a:lnTo>
                  <a:pt x="755191" y="176884"/>
                </a:lnTo>
                <a:lnTo>
                  <a:pt x="752374" y="179713"/>
                </a:lnTo>
                <a:lnTo>
                  <a:pt x="750811" y="180525"/>
                </a:lnTo>
                <a:lnTo>
                  <a:pt x="749617" y="180463"/>
                </a:lnTo>
                <a:lnTo>
                  <a:pt x="748866" y="179530"/>
                </a:lnTo>
                <a:lnTo>
                  <a:pt x="748633" y="177730"/>
                </a:lnTo>
                <a:lnTo>
                  <a:pt x="749011" y="174986"/>
                </a:lnTo>
                <a:lnTo>
                  <a:pt x="749923" y="173121"/>
                </a:lnTo>
                <a:lnTo>
                  <a:pt x="751259" y="172216"/>
                </a:lnTo>
                <a:lnTo>
                  <a:pt x="752053" y="172147"/>
                </a:lnTo>
                <a:lnTo>
                  <a:pt x="754775" y="173594"/>
                </a:lnTo>
                <a:close/>
                <a:moveTo>
                  <a:pt x="763759" y="180488"/>
                </a:moveTo>
                <a:lnTo>
                  <a:pt x="767670" y="184696"/>
                </a:lnTo>
                <a:lnTo>
                  <a:pt x="768021" y="185377"/>
                </a:lnTo>
                <a:lnTo>
                  <a:pt x="767561" y="186106"/>
                </a:lnTo>
                <a:lnTo>
                  <a:pt x="765873" y="186472"/>
                </a:lnTo>
                <a:lnTo>
                  <a:pt x="760918" y="186547"/>
                </a:lnTo>
                <a:lnTo>
                  <a:pt x="755868" y="186276"/>
                </a:lnTo>
                <a:lnTo>
                  <a:pt x="754457" y="185800"/>
                </a:lnTo>
                <a:lnTo>
                  <a:pt x="754278" y="185416"/>
                </a:lnTo>
                <a:lnTo>
                  <a:pt x="754875" y="184258"/>
                </a:lnTo>
                <a:lnTo>
                  <a:pt x="759163" y="179945"/>
                </a:lnTo>
                <a:lnTo>
                  <a:pt x="761918" y="180026"/>
                </a:lnTo>
                <a:lnTo>
                  <a:pt x="763759" y="180488"/>
                </a:lnTo>
                <a:close/>
                <a:moveTo>
                  <a:pt x="763425" y="191896"/>
                </a:moveTo>
                <a:lnTo>
                  <a:pt x="763666" y="192377"/>
                </a:lnTo>
                <a:lnTo>
                  <a:pt x="763281" y="193238"/>
                </a:lnTo>
                <a:lnTo>
                  <a:pt x="761367" y="194017"/>
                </a:lnTo>
                <a:lnTo>
                  <a:pt x="759187" y="193757"/>
                </a:lnTo>
                <a:lnTo>
                  <a:pt x="758144" y="192543"/>
                </a:lnTo>
                <a:lnTo>
                  <a:pt x="758411" y="191854"/>
                </a:lnTo>
                <a:lnTo>
                  <a:pt x="759673" y="191310"/>
                </a:lnTo>
                <a:lnTo>
                  <a:pt x="762163" y="191334"/>
                </a:lnTo>
                <a:lnTo>
                  <a:pt x="763425" y="191896"/>
                </a:lnTo>
                <a:close/>
                <a:moveTo>
                  <a:pt x="774707" y="193149"/>
                </a:moveTo>
                <a:lnTo>
                  <a:pt x="775365" y="195973"/>
                </a:lnTo>
                <a:lnTo>
                  <a:pt x="775442" y="200302"/>
                </a:lnTo>
                <a:lnTo>
                  <a:pt x="774483" y="202990"/>
                </a:lnTo>
                <a:lnTo>
                  <a:pt x="773200" y="203325"/>
                </a:lnTo>
                <a:lnTo>
                  <a:pt x="771388" y="202509"/>
                </a:lnTo>
                <a:lnTo>
                  <a:pt x="767749" y="199907"/>
                </a:lnTo>
                <a:lnTo>
                  <a:pt x="767034" y="198313"/>
                </a:lnTo>
                <a:lnTo>
                  <a:pt x="768103" y="196215"/>
                </a:lnTo>
                <a:lnTo>
                  <a:pt x="770738" y="193901"/>
                </a:lnTo>
                <a:lnTo>
                  <a:pt x="773286" y="192554"/>
                </a:lnTo>
                <a:lnTo>
                  <a:pt x="773934" y="192569"/>
                </a:lnTo>
                <a:lnTo>
                  <a:pt x="774707" y="193149"/>
                </a:lnTo>
                <a:close/>
                <a:moveTo>
                  <a:pt x="752018" y="194152"/>
                </a:moveTo>
                <a:lnTo>
                  <a:pt x="754415" y="196824"/>
                </a:lnTo>
                <a:lnTo>
                  <a:pt x="755022" y="198041"/>
                </a:lnTo>
                <a:lnTo>
                  <a:pt x="754955" y="198850"/>
                </a:lnTo>
                <a:lnTo>
                  <a:pt x="753434" y="200305"/>
                </a:lnTo>
                <a:lnTo>
                  <a:pt x="750108" y="202182"/>
                </a:lnTo>
                <a:lnTo>
                  <a:pt x="748914" y="202452"/>
                </a:lnTo>
                <a:lnTo>
                  <a:pt x="747718" y="202101"/>
                </a:lnTo>
                <a:lnTo>
                  <a:pt x="746918" y="201290"/>
                </a:lnTo>
                <a:lnTo>
                  <a:pt x="746498" y="199702"/>
                </a:lnTo>
                <a:lnTo>
                  <a:pt x="746593" y="194623"/>
                </a:lnTo>
                <a:lnTo>
                  <a:pt x="747830" y="193456"/>
                </a:lnTo>
                <a:lnTo>
                  <a:pt x="749135" y="193045"/>
                </a:lnTo>
                <a:lnTo>
                  <a:pt x="750540" y="193275"/>
                </a:lnTo>
                <a:lnTo>
                  <a:pt x="752018" y="194152"/>
                </a:lnTo>
                <a:close/>
                <a:moveTo>
                  <a:pt x="785279" y="196785"/>
                </a:moveTo>
                <a:lnTo>
                  <a:pt x="798200" y="204768"/>
                </a:lnTo>
                <a:lnTo>
                  <a:pt x="799451" y="206430"/>
                </a:lnTo>
                <a:lnTo>
                  <a:pt x="799319" y="207607"/>
                </a:lnTo>
                <a:lnTo>
                  <a:pt x="796763" y="208309"/>
                </a:lnTo>
                <a:lnTo>
                  <a:pt x="791568" y="208264"/>
                </a:lnTo>
                <a:lnTo>
                  <a:pt x="782574" y="207165"/>
                </a:lnTo>
                <a:lnTo>
                  <a:pt x="780098" y="206312"/>
                </a:lnTo>
                <a:lnTo>
                  <a:pt x="779178" y="205560"/>
                </a:lnTo>
                <a:lnTo>
                  <a:pt x="779720" y="195642"/>
                </a:lnTo>
                <a:lnTo>
                  <a:pt x="780378" y="195143"/>
                </a:lnTo>
                <a:lnTo>
                  <a:pt x="781758" y="195197"/>
                </a:lnTo>
                <a:lnTo>
                  <a:pt x="785279" y="196785"/>
                </a:lnTo>
                <a:close/>
                <a:moveTo>
                  <a:pt x="741028" y="196492"/>
                </a:moveTo>
                <a:lnTo>
                  <a:pt x="741952" y="198336"/>
                </a:lnTo>
                <a:lnTo>
                  <a:pt x="742078" y="200711"/>
                </a:lnTo>
                <a:lnTo>
                  <a:pt x="741557" y="203952"/>
                </a:lnTo>
                <a:lnTo>
                  <a:pt x="740605" y="204813"/>
                </a:lnTo>
                <a:lnTo>
                  <a:pt x="737153" y="205383"/>
                </a:lnTo>
                <a:lnTo>
                  <a:pt x="730269" y="205634"/>
                </a:lnTo>
                <a:lnTo>
                  <a:pt x="725400" y="205572"/>
                </a:lnTo>
                <a:lnTo>
                  <a:pt x="724227" y="205148"/>
                </a:lnTo>
                <a:lnTo>
                  <a:pt x="724791" y="203638"/>
                </a:lnTo>
                <a:lnTo>
                  <a:pt x="727406" y="201213"/>
                </a:lnTo>
                <a:lnTo>
                  <a:pt x="732143" y="199445"/>
                </a:lnTo>
                <a:lnTo>
                  <a:pt x="739812" y="195902"/>
                </a:lnTo>
                <a:lnTo>
                  <a:pt x="741028" y="196492"/>
                </a:lnTo>
                <a:close/>
                <a:moveTo>
                  <a:pt x="763007" y="203011"/>
                </a:moveTo>
                <a:lnTo>
                  <a:pt x="764768" y="204708"/>
                </a:lnTo>
                <a:lnTo>
                  <a:pt x="764914" y="205617"/>
                </a:lnTo>
                <a:lnTo>
                  <a:pt x="764262" y="206281"/>
                </a:lnTo>
                <a:lnTo>
                  <a:pt x="760935" y="206645"/>
                </a:lnTo>
                <a:lnTo>
                  <a:pt x="759522" y="206312"/>
                </a:lnTo>
                <a:lnTo>
                  <a:pt x="758656" y="205680"/>
                </a:lnTo>
                <a:lnTo>
                  <a:pt x="758447" y="204244"/>
                </a:lnTo>
                <a:lnTo>
                  <a:pt x="759624" y="202449"/>
                </a:lnTo>
                <a:lnTo>
                  <a:pt x="761095" y="202168"/>
                </a:lnTo>
                <a:lnTo>
                  <a:pt x="763007" y="203011"/>
                </a:lnTo>
                <a:close/>
                <a:moveTo>
                  <a:pt x="761754" y="214168"/>
                </a:moveTo>
                <a:lnTo>
                  <a:pt x="760787" y="214860"/>
                </a:lnTo>
                <a:lnTo>
                  <a:pt x="760088" y="214324"/>
                </a:lnTo>
                <a:lnTo>
                  <a:pt x="760695" y="213805"/>
                </a:lnTo>
                <a:lnTo>
                  <a:pt x="761754" y="214168"/>
                </a:lnTo>
                <a:close/>
                <a:moveTo>
                  <a:pt x="774707" y="214627"/>
                </a:moveTo>
                <a:lnTo>
                  <a:pt x="775441" y="216050"/>
                </a:lnTo>
                <a:lnTo>
                  <a:pt x="775489" y="217487"/>
                </a:lnTo>
                <a:lnTo>
                  <a:pt x="774804" y="219816"/>
                </a:lnTo>
                <a:lnTo>
                  <a:pt x="774008" y="220752"/>
                </a:lnTo>
                <a:lnTo>
                  <a:pt x="772255" y="221315"/>
                </a:lnTo>
                <a:lnTo>
                  <a:pt x="770744" y="221125"/>
                </a:lnTo>
                <a:lnTo>
                  <a:pt x="768267" y="220115"/>
                </a:lnTo>
                <a:lnTo>
                  <a:pt x="767359" y="219372"/>
                </a:lnTo>
                <a:lnTo>
                  <a:pt x="767154" y="218550"/>
                </a:lnTo>
                <a:lnTo>
                  <a:pt x="767662" y="217582"/>
                </a:lnTo>
                <a:lnTo>
                  <a:pt x="771280" y="214666"/>
                </a:lnTo>
                <a:lnTo>
                  <a:pt x="773278" y="213872"/>
                </a:lnTo>
                <a:lnTo>
                  <a:pt x="774707" y="214627"/>
                </a:lnTo>
                <a:close/>
                <a:moveTo>
                  <a:pt x="752686" y="215923"/>
                </a:moveTo>
                <a:lnTo>
                  <a:pt x="754211" y="217234"/>
                </a:lnTo>
                <a:lnTo>
                  <a:pt x="754878" y="218401"/>
                </a:lnTo>
                <a:lnTo>
                  <a:pt x="754690" y="219409"/>
                </a:lnTo>
                <a:lnTo>
                  <a:pt x="753651" y="220246"/>
                </a:lnTo>
                <a:lnTo>
                  <a:pt x="751767" y="220895"/>
                </a:lnTo>
                <a:lnTo>
                  <a:pt x="749358" y="221056"/>
                </a:lnTo>
                <a:lnTo>
                  <a:pt x="747528" y="220287"/>
                </a:lnTo>
                <a:lnTo>
                  <a:pt x="746668" y="219278"/>
                </a:lnTo>
                <a:lnTo>
                  <a:pt x="745991" y="216863"/>
                </a:lnTo>
                <a:lnTo>
                  <a:pt x="746098" y="216005"/>
                </a:lnTo>
                <a:lnTo>
                  <a:pt x="746937" y="214812"/>
                </a:lnTo>
                <a:lnTo>
                  <a:pt x="749389" y="214436"/>
                </a:lnTo>
                <a:lnTo>
                  <a:pt x="752686" y="215923"/>
                </a:lnTo>
                <a:close/>
                <a:moveTo>
                  <a:pt x="767019" y="226954"/>
                </a:moveTo>
                <a:lnTo>
                  <a:pt x="767868" y="227336"/>
                </a:lnTo>
                <a:lnTo>
                  <a:pt x="768265" y="227957"/>
                </a:lnTo>
                <a:lnTo>
                  <a:pt x="767747" y="229466"/>
                </a:lnTo>
                <a:lnTo>
                  <a:pt x="763231" y="232221"/>
                </a:lnTo>
                <a:lnTo>
                  <a:pt x="761084" y="232998"/>
                </a:lnTo>
                <a:lnTo>
                  <a:pt x="756598" y="231310"/>
                </a:lnTo>
                <a:lnTo>
                  <a:pt x="753908" y="229697"/>
                </a:lnTo>
                <a:lnTo>
                  <a:pt x="753034" y="228652"/>
                </a:lnTo>
                <a:lnTo>
                  <a:pt x="753513" y="227384"/>
                </a:lnTo>
                <a:lnTo>
                  <a:pt x="755250" y="226672"/>
                </a:lnTo>
                <a:lnTo>
                  <a:pt x="767019" y="226954"/>
                </a:lnTo>
                <a:close/>
                <a:moveTo>
                  <a:pt x="741070" y="227831"/>
                </a:moveTo>
                <a:lnTo>
                  <a:pt x="741857" y="228555"/>
                </a:lnTo>
                <a:lnTo>
                  <a:pt x="742146" y="229477"/>
                </a:lnTo>
                <a:lnTo>
                  <a:pt x="742227" y="232779"/>
                </a:lnTo>
                <a:lnTo>
                  <a:pt x="741534" y="237765"/>
                </a:lnTo>
                <a:lnTo>
                  <a:pt x="740384" y="239480"/>
                </a:lnTo>
                <a:lnTo>
                  <a:pt x="739297" y="239503"/>
                </a:lnTo>
                <a:lnTo>
                  <a:pt x="732217" y="235879"/>
                </a:lnTo>
                <a:lnTo>
                  <a:pt x="729765" y="234211"/>
                </a:lnTo>
                <a:lnTo>
                  <a:pt x="728602" y="232686"/>
                </a:lnTo>
                <a:lnTo>
                  <a:pt x="728781" y="231825"/>
                </a:lnTo>
                <a:lnTo>
                  <a:pt x="729957" y="231072"/>
                </a:lnTo>
                <a:lnTo>
                  <a:pt x="734750" y="229560"/>
                </a:lnTo>
                <a:lnTo>
                  <a:pt x="738906" y="227744"/>
                </a:lnTo>
                <a:lnTo>
                  <a:pt x="741070" y="227831"/>
                </a:lnTo>
                <a:close/>
                <a:moveTo>
                  <a:pt x="785780" y="229586"/>
                </a:moveTo>
                <a:lnTo>
                  <a:pt x="792548" y="232159"/>
                </a:lnTo>
                <a:lnTo>
                  <a:pt x="792967" y="233240"/>
                </a:lnTo>
                <a:lnTo>
                  <a:pt x="792383" y="234768"/>
                </a:lnTo>
                <a:lnTo>
                  <a:pt x="790926" y="236218"/>
                </a:lnTo>
                <a:lnTo>
                  <a:pt x="784161" y="239628"/>
                </a:lnTo>
                <a:lnTo>
                  <a:pt x="781638" y="240143"/>
                </a:lnTo>
                <a:lnTo>
                  <a:pt x="780135" y="239854"/>
                </a:lnTo>
                <a:lnTo>
                  <a:pt x="779584" y="239140"/>
                </a:lnTo>
                <a:lnTo>
                  <a:pt x="779265" y="235785"/>
                </a:lnTo>
                <a:lnTo>
                  <a:pt x="779424" y="231556"/>
                </a:lnTo>
                <a:lnTo>
                  <a:pt x="780014" y="229043"/>
                </a:lnTo>
                <a:lnTo>
                  <a:pt x="782114" y="228531"/>
                </a:lnTo>
                <a:lnTo>
                  <a:pt x="785780" y="229586"/>
                </a:lnTo>
                <a:close/>
                <a:moveTo>
                  <a:pt x="774415" y="232929"/>
                </a:moveTo>
                <a:lnTo>
                  <a:pt x="775298" y="235371"/>
                </a:lnTo>
                <a:lnTo>
                  <a:pt x="775174" y="239023"/>
                </a:lnTo>
                <a:lnTo>
                  <a:pt x="774534" y="239970"/>
                </a:lnTo>
                <a:lnTo>
                  <a:pt x="773387" y="240441"/>
                </a:lnTo>
                <a:lnTo>
                  <a:pt x="771233" y="240013"/>
                </a:lnTo>
                <a:lnTo>
                  <a:pt x="769755" y="239039"/>
                </a:lnTo>
                <a:lnTo>
                  <a:pt x="768439" y="237568"/>
                </a:lnTo>
                <a:lnTo>
                  <a:pt x="767798" y="236196"/>
                </a:lnTo>
                <a:lnTo>
                  <a:pt x="767938" y="235410"/>
                </a:lnTo>
                <a:lnTo>
                  <a:pt x="769057" y="234280"/>
                </a:lnTo>
                <a:lnTo>
                  <a:pt x="772408" y="232529"/>
                </a:lnTo>
                <a:lnTo>
                  <a:pt x="773469" y="232284"/>
                </a:lnTo>
                <a:lnTo>
                  <a:pt x="774415" y="232929"/>
                </a:lnTo>
                <a:close/>
                <a:moveTo>
                  <a:pt x="752143" y="234643"/>
                </a:moveTo>
                <a:lnTo>
                  <a:pt x="753044" y="235582"/>
                </a:lnTo>
                <a:lnTo>
                  <a:pt x="753262" y="236655"/>
                </a:lnTo>
                <a:lnTo>
                  <a:pt x="752789" y="237949"/>
                </a:lnTo>
                <a:lnTo>
                  <a:pt x="751648" y="239394"/>
                </a:lnTo>
                <a:lnTo>
                  <a:pt x="750726" y="240022"/>
                </a:lnTo>
                <a:lnTo>
                  <a:pt x="748811" y="240399"/>
                </a:lnTo>
                <a:lnTo>
                  <a:pt x="747149" y="239742"/>
                </a:lnTo>
                <a:lnTo>
                  <a:pt x="746543" y="239076"/>
                </a:lnTo>
                <a:lnTo>
                  <a:pt x="746042" y="237175"/>
                </a:lnTo>
                <a:lnTo>
                  <a:pt x="746530" y="235286"/>
                </a:lnTo>
                <a:lnTo>
                  <a:pt x="747374" y="234254"/>
                </a:lnTo>
                <a:lnTo>
                  <a:pt x="748523" y="233713"/>
                </a:lnTo>
                <a:lnTo>
                  <a:pt x="749888" y="233684"/>
                </a:lnTo>
                <a:lnTo>
                  <a:pt x="752143" y="234643"/>
                </a:lnTo>
                <a:close/>
                <a:moveTo>
                  <a:pt x="717628" y="237024"/>
                </a:moveTo>
                <a:lnTo>
                  <a:pt x="718154" y="237904"/>
                </a:lnTo>
                <a:lnTo>
                  <a:pt x="718230" y="238962"/>
                </a:lnTo>
                <a:lnTo>
                  <a:pt x="717628" y="240451"/>
                </a:lnTo>
                <a:lnTo>
                  <a:pt x="716866" y="241117"/>
                </a:lnTo>
                <a:lnTo>
                  <a:pt x="711178" y="241231"/>
                </a:lnTo>
                <a:lnTo>
                  <a:pt x="709477" y="240801"/>
                </a:lnTo>
                <a:lnTo>
                  <a:pt x="708734" y="240060"/>
                </a:lnTo>
                <a:lnTo>
                  <a:pt x="709199" y="238582"/>
                </a:lnTo>
                <a:lnTo>
                  <a:pt x="711028" y="237632"/>
                </a:lnTo>
                <a:lnTo>
                  <a:pt x="715531" y="236468"/>
                </a:lnTo>
                <a:lnTo>
                  <a:pt x="716802" y="236509"/>
                </a:lnTo>
                <a:lnTo>
                  <a:pt x="717628" y="237024"/>
                </a:lnTo>
                <a:close/>
                <a:moveTo>
                  <a:pt x="812732" y="238946"/>
                </a:moveTo>
                <a:lnTo>
                  <a:pt x="818523" y="241345"/>
                </a:lnTo>
                <a:lnTo>
                  <a:pt x="819555" y="242453"/>
                </a:lnTo>
                <a:lnTo>
                  <a:pt x="818916" y="243083"/>
                </a:lnTo>
                <a:lnTo>
                  <a:pt x="817229" y="243475"/>
                </a:lnTo>
                <a:lnTo>
                  <a:pt x="811013" y="243832"/>
                </a:lnTo>
                <a:lnTo>
                  <a:pt x="806506" y="243459"/>
                </a:lnTo>
                <a:lnTo>
                  <a:pt x="804918" y="241475"/>
                </a:lnTo>
                <a:lnTo>
                  <a:pt x="803957" y="238988"/>
                </a:lnTo>
                <a:lnTo>
                  <a:pt x="804392" y="237901"/>
                </a:lnTo>
                <a:lnTo>
                  <a:pt x="806527" y="237275"/>
                </a:lnTo>
                <a:lnTo>
                  <a:pt x="809970" y="237868"/>
                </a:lnTo>
                <a:lnTo>
                  <a:pt x="812732" y="238946"/>
                </a:lnTo>
                <a:close/>
                <a:moveTo>
                  <a:pt x="727406" y="238111"/>
                </a:moveTo>
                <a:lnTo>
                  <a:pt x="727874" y="239850"/>
                </a:lnTo>
                <a:lnTo>
                  <a:pt x="726843" y="241131"/>
                </a:lnTo>
                <a:lnTo>
                  <a:pt x="725381" y="240840"/>
                </a:lnTo>
                <a:lnTo>
                  <a:pt x="723766" y="239394"/>
                </a:lnTo>
                <a:lnTo>
                  <a:pt x="724015" y="238528"/>
                </a:lnTo>
                <a:lnTo>
                  <a:pt x="725191" y="237813"/>
                </a:lnTo>
                <a:lnTo>
                  <a:pt x="726638" y="237719"/>
                </a:lnTo>
                <a:lnTo>
                  <a:pt x="727406" y="238111"/>
                </a:lnTo>
                <a:close/>
                <a:moveTo>
                  <a:pt x="797689" y="238445"/>
                </a:moveTo>
                <a:lnTo>
                  <a:pt x="798516" y="239316"/>
                </a:lnTo>
                <a:lnTo>
                  <a:pt x="799091" y="241087"/>
                </a:lnTo>
                <a:lnTo>
                  <a:pt x="798943" y="242248"/>
                </a:lnTo>
                <a:lnTo>
                  <a:pt x="798198" y="243075"/>
                </a:lnTo>
                <a:lnTo>
                  <a:pt x="797109" y="243629"/>
                </a:lnTo>
                <a:lnTo>
                  <a:pt x="795126" y="243879"/>
                </a:lnTo>
                <a:lnTo>
                  <a:pt x="793771" y="243610"/>
                </a:lnTo>
                <a:lnTo>
                  <a:pt x="792168" y="242648"/>
                </a:lnTo>
                <a:lnTo>
                  <a:pt x="792540" y="241452"/>
                </a:lnTo>
                <a:lnTo>
                  <a:pt x="795901" y="238574"/>
                </a:lnTo>
                <a:lnTo>
                  <a:pt x="796761" y="238108"/>
                </a:lnTo>
                <a:lnTo>
                  <a:pt x="797689" y="238445"/>
                </a:lnTo>
                <a:close/>
                <a:moveTo>
                  <a:pt x="761962" y="241078"/>
                </a:moveTo>
                <a:lnTo>
                  <a:pt x="762459" y="241983"/>
                </a:lnTo>
                <a:lnTo>
                  <a:pt x="761478" y="242543"/>
                </a:lnTo>
                <a:lnTo>
                  <a:pt x="759204" y="242481"/>
                </a:lnTo>
                <a:lnTo>
                  <a:pt x="758518" y="241882"/>
                </a:lnTo>
                <a:lnTo>
                  <a:pt x="759051" y="240947"/>
                </a:lnTo>
                <a:lnTo>
                  <a:pt x="759920" y="240584"/>
                </a:lnTo>
                <a:lnTo>
                  <a:pt x="761962" y="241078"/>
                </a:lnTo>
                <a:close/>
                <a:moveTo>
                  <a:pt x="764846" y="248557"/>
                </a:moveTo>
                <a:lnTo>
                  <a:pt x="765008" y="249056"/>
                </a:lnTo>
                <a:lnTo>
                  <a:pt x="764552" y="249988"/>
                </a:lnTo>
                <a:lnTo>
                  <a:pt x="761679" y="251136"/>
                </a:lnTo>
                <a:lnTo>
                  <a:pt x="759121" y="250855"/>
                </a:lnTo>
                <a:lnTo>
                  <a:pt x="757399" y="249820"/>
                </a:lnTo>
                <a:lnTo>
                  <a:pt x="757012" y="249060"/>
                </a:lnTo>
                <a:lnTo>
                  <a:pt x="757832" y="248042"/>
                </a:lnTo>
                <a:lnTo>
                  <a:pt x="760249" y="247661"/>
                </a:lnTo>
                <a:lnTo>
                  <a:pt x="763126" y="247853"/>
                </a:lnTo>
                <a:lnTo>
                  <a:pt x="764846" y="248557"/>
                </a:lnTo>
                <a:close/>
                <a:moveTo>
                  <a:pt x="774540" y="250187"/>
                </a:moveTo>
                <a:lnTo>
                  <a:pt x="775296" y="252732"/>
                </a:lnTo>
                <a:lnTo>
                  <a:pt x="775285" y="257751"/>
                </a:lnTo>
                <a:lnTo>
                  <a:pt x="774540" y="260006"/>
                </a:lnTo>
                <a:lnTo>
                  <a:pt x="773297" y="260538"/>
                </a:lnTo>
                <a:lnTo>
                  <a:pt x="767045" y="256501"/>
                </a:lnTo>
                <a:lnTo>
                  <a:pt x="766641" y="256024"/>
                </a:lnTo>
                <a:lnTo>
                  <a:pt x="766512" y="254826"/>
                </a:lnTo>
                <a:lnTo>
                  <a:pt x="767871" y="252687"/>
                </a:lnTo>
                <a:lnTo>
                  <a:pt x="770863" y="250563"/>
                </a:lnTo>
                <a:lnTo>
                  <a:pt x="773422" y="249419"/>
                </a:lnTo>
                <a:lnTo>
                  <a:pt x="774540" y="250187"/>
                </a:lnTo>
                <a:close/>
                <a:moveTo>
                  <a:pt x="752018" y="251023"/>
                </a:moveTo>
                <a:lnTo>
                  <a:pt x="754463" y="253577"/>
                </a:lnTo>
                <a:lnTo>
                  <a:pt x="755026" y="254989"/>
                </a:lnTo>
                <a:lnTo>
                  <a:pt x="754821" y="256042"/>
                </a:lnTo>
                <a:lnTo>
                  <a:pt x="753057" y="257459"/>
                </a:lnTo>
                <a:lnTo>
                  <a:pt x="749230" y="259598"/>
                </a:lnTo>
                <a:lnTo>
                  <a:pt x="747449" y="260135"/>
                </a:lnTo>
                <a:lnTo>
                  <a:pt x="746255" y="259909"/>
                </a:lnTo>
                <a:lnTo>
                  <a:pt x="745638" y="258626"/>
                </a:lnTo>
                <a:lnTo>
                  <a:pt x="745477" y="254317"/>
                </a:lnTo>
                <a:lnTo>
                  <a:pt x="745778" y="251318"/>
                </a:lnTo>
                <a:lnTo>
                  <a:pt x="746460" y="249644"/>
                </a:lnTo>
                <a:lnTo>
                  <a:pt x="749605" y="250084"/>
                </a:lnTo>
                <a:lnTo>
                  <a:pt x="752018" y="251023"/>
                </a:lnTo>
                <a:close/>
                <a:moveTo>
                  <a:pt x="765055" y="259839"/>
                </a:moveTo>
                <a:lnTo>
                  <a:pt x="767447" y="262356"/>
                </a:lnTo>
                <a:lnTo>
                  <a:pt x="767436" y="262702"/>
                </a:lnTo>
                <a:lnTo>
                  <a:pt x="766641" y="263152"/>
                </a:lnTo>
                <a:lnTo>
                  <a:pt x="759682" y="263422"/>
                </a:lnTo>
                <a:lnTo>
                  <a:pt x="757309" y="263094"/>
                </a:lnTo>
                <a:lnTo>
                  <a:pt x="756201" y="262383"/>
                </a:lnTo>
                <a:lnTo>
                  <a:pt x="756090" y="261863"/>
                </a:lnTo>
                <a:lnTo>
                  <a:pt x="756685" y="260453"/>
                </a:lnTo>
                <a:lnTo>
                  <a:pt x="758870" y="257666"/>
                </a:lnTo>
                <a:lnTo>
                  <a:pt x="762269" y="257890"/>
                </a:lnTo>
                <a:lnTo>
                  <a:pt x="765055" y="259839"/>
                </a:lnTo>
                <a:close/>
                <a:moveTo>
                  <a:pt x="764595" y="268196"/>
                </a:moveTo>
                <a:lnTo>
                  <a:pt x="765161" y="269139"/>
                </a:lnTo>
                <a:lnTo>
                  <a:pt x="764562" y="270050"/>
                </a:lnTo>
                <a:lnTo>
                  <a:pt x="760082" y="271623"/>
                </a:lnTo>
                <a:lnTo>
                  <a:pt x="757256" y="270171"/>
                </a:lnTo>
                <a:lnTo>
                  <a:pt x="756345" y="269133"/>
                </a:lnTo>
                <a:lnTo>
                  <a:pt x="756823" y="268280"/>
                </a:lnTo>
                <a:lnTo>
                  <a:pt x="758954" y="267664"/>
                </a:lnTo>
                <a:lnTo>
                  <a:pt x="762674" y="267627"/>
                </a:lnTo>
                <a:lnTo>
                  <a:pt x="764595" y="268196"/>
                </a:lnTo>
                <a:close/>
                <a:moveTo>
                  <a:pt x="751056" y="270954"/>
                </a:moveTo>
                <a:lnTo>
                  <a:pt x="752413" y="271773"/>
                </a:lnTo>
                <a:lnTo>
                  <a:pt x="754018" y="273404"/>
                </a:lnTo>
                <a:lnTo>
                  <a:pt x="754799" y="275091"/>
                </a:lnTo>
                <a:lnTo>
                  <a:pt x="754692" y="276010"/>
                </a:lnTo>
                <a:lnTo>
                  <a:pt x="753627" y="276947"/>
                </a:lnTo>
                <a:lnTo>
                  <a:pt x="750884" y="277666"/>
                </a:lnTo>
                <a:lnTo>
                  <a:pt x="747904" y="277449"/>
                </a:lnTo>
                <a:lnTo>
                  <a:pt x="746418" y="276721"/>
                </a:lnTo>
                <a:lnTo>
                  <a:pt x="745588" y="275767"/>
                </a:lnTo>
                <a:lnTo>
                  <a:pt x="745311" y="274444"/>
                </a:lnTo>
                <a:lnTo>
                  <a:pt x="745497" y="271465"/>
                </a:lnTo>
                <a:lnTo>
                  <a:pt x="746080" y="270310"/>
                </a:lnTo>
                <a:lnTo>
                  <a:pt x="747873" y="269904"/>
                </a:lnTo>
                <a:lnTo>
                  <a:pt x="751056" y="270954"/>
                </a:lnTo>
                <a:close/>
                <a:moveTo>
                  <a:pt x="775125" y="271706"/>
                </a:moveTo>
                <a:lnTo>
                  <a:pt x="775514" y="274260"/>
                </a:lnTo>
                <a:lnTo>
                  <a:pt x="775310" y="277135"/>
                </a:lnTo>
                <a:lnTo>
                  <a:pt x="774786" y="278490"/>
                </a:lnTo>
                <a:lnTo>
                  <a:pt x="773903" y="279186"/>
                </a:lnTo>
                <a:lnTo>
                  <a:pt x="772170" y="279079"/>
                </a:lnTo>
                <a:lnTo>
                  <a:pt x="768087" y="276893"/>
                </a:lnTo>
                <a:lnTo>
                  <a:pt x="767113" y="275890"/>
                </a:lnTo>
                <a:lnTo>
                  <a:pt x="767057" y="275090"/>
                </a:lnTo>
                <a:lnTo>
                  <a:pt x="767812" y="273545"/>
                </a:lnTo>
                <a:lnTo>
                  <a:pt x="770962" y="270892"/>
                </a:lnTo>
                <a:lnTo>
                  <a:pt x="773527" y="270129"/>
                </a:lnTo>
                <a:lnTo>
                  <a:pt x="774353" y="270560"/>
                </a:lnTo>
                <a:lnTo>
                  <a:pt x="775125" y="271706"/>
                </a:lnTo>
                <a:close/>
                <a:moveTo>
                  <a:pt x="740861" y="271456"/>
                </a:moveTo>
                <a:lnTo>
                  <a:pt x="741605" y="272872"/>
                </a:lnTo>
                <a:lnTo>
                  <a:pt x="741670" y="274621"/>
                </a:lnTo>
                <a:lnTo>
                  <a:pt x="741076" y="276220"/>
                </a:lnTo>
                <a:lnTo>
                  <a:pt x="739774" y="277598"/>
                </a:lnTo>
                <a:lnTo>
                  <a:pt x="727249" y="278063"/>
                </a:lnTo>
                <a:lnTo>
                  <a:pt x="725924" y="277866"/>
                </a:lnTo>
                <a:lnTo>
                  <a:pt x="724857" y="276930"/>
                </a:lnTo>
                <a:lnTo>
                  <a:pt x="725689" y="275710"/>
                </a:lnTo>
                <a:lnTo>
                  <a:pt x="726711" y="274971"/>
                </a:lnTo>
                <a:lnTo>
                  <a:pt x="732569" y="273140"/>
                </a:lnTo>
                <a:lnTo>
                  <a:pt x="737249" y="271100"/>
                </a:lnTo>
                <a:lnTo>
                  <a:pt x="739165" y="270702"/>
                </a:lnTo>
                <a:lnTo>
                  <a:pt x="740861" y="271456"/>
                </a:lnTo>
                <a:close/>
                <a:moveTo>
                  <a:pt x="785989" y="271915"/>
                </a:moveTo>
                <a:lnTo>
                  <a:pt x="798078" y="278229"/>
                </a:lnTo>
                <a:lnTo>
                  <a:pt x="799058" y="279045"/>
                </a:lnTo>
                <a:lnTo>
                  <a:pt x="799138" y="280154"/>
                </a:lnTo>
                <a:lnTo>
                  <a:pt x="797750" y="280849"/>
                </a:lnTo>
                <a:lnTo>
                  <a:pt x="790836" y="280816"/>
                </a:lnTo>
                <a:lnTo>
                  <a:pt x="783508" y="280297"/>
                </a:lnTo>
                <a:lnTo>
                  <a:pt x="781049" y="279483"/>
                </a:lnTo>
                <a:lnTo>
                  <a:pt x="780224" y="278573"/>
                </a:lnTo>
                <a:lnTo>
                  <a:pt x="779530" y="276589"/>
                </a:lnTo>
                <a:lnTo>
                  <a:pt x="779338" y="273425"/>
                </a:lnTo>
                <a:lnTo>
                  <a:pt x="779735" y="271625"/>
                </a:lnTo>
                <a:lnTo>
                  <a:pt x="780359" y="270982"/>
                </a:lnTo>
                <a:lnTo>
                  <a:pt x="781988" y="270583"/>
                </a:lnTo>
                <a:lnTo>
                  <a:pt x="784000" y="270914"/>
                </a:lnTo>
                <a:lnTo>
                  <a:pt x="785989" y="271915"/>
                </a:lnTo>
                <a:close/>
                <a:moveTo>
                  <a:pt x="763049" y="285663"/>
                </a:moveTo>
                <a:lnTo>
                  <a:pt x="763796" y="286755"/>
                </a:lnTo>
                <a:lnTo>
                  <a:pt x="762756" y="288128"/>
                </a:lnTo>
                <a:lnTo>
                  <a:pt x="761023" y="288936"/>
                </a:lnTo>
                <a:lnTo>
                  <a:pt x="760040" y="288823"/>
                </a:lnTo>
                <a:lnTo>
                  <a:pt x="759298" y="288234"/>
                </a:lnTo>
                <a:lnTo>
                  <a:pt x="758829" y="286540"/>
                </a:lnTo>
                <a:lnTo>
                  <a:pt x="759432" y="285677"/>
                </a:lnTo>
                <a:lnTo>
                  <a:pt x="761419" y="285263"/>
                </a:lnTo>
                <a:lnTo>
                  <a:pt x="763049" y="285663"/>
                </a:lnTo>
                <a:close/>
                <a:moveTo>
                  <a:pt x="749218" y="287752"/>
                </a:moveTo>
                <a:lnTo>
                  <a:pt x="753860" y="290796"/>
                </a:lnTo>
                <a:lnTo>
                  <a:pt x="754553" y="292638"/>
                </a:lnTo>
                <a:lnTo>
                  <a:pt x="753727" y="293719"/>
                </a:lnTo>
                <a:lnTo>
                  <a:pt x="748474" y="296803"/>
                </a:lnTo>
                <a:lnTo>
                  <a:pt x="746154" y="297185"/>
                </a:lnTo>
                <a:lnTo>
                  <a:pt x="745238" y="296307"/>
                </a:lnTo>
                <a:lnTo>
                  <a:pt x="744804" y="294494"/>
                </a:lnTo>
                <a:lnTo>
                  <a:pt x="745333" y="288464"/>
                </a:lnTo>
                <a:lnTo>
                  <a:pt x="746416" y="287092"/>
                </a:lnTo>
                <a:lnTo>
                  <a:pt x="747590" y="287098"/>
                </a:lnTo>
                <a:lnTo>
                  <a:pt x="749218" y="287752"/>
                </a:lnTo>
                <a:close/>
                <a:moveTo>
                  <a:pt x="776170" y="288337"/>
                </a:moveTo>
                <a:lnTo>
                  <a:pt x="777368" y="290168"/>
                </a:lnTo>
                <a:lnTo>
                  <a:pt x="777955" y="292321"/>
                </a:lnTo>
                <a:lnTo>
                  <a:pt x="777688" y="295240"/>
                </a:lnTo>
                <a:lnTo>
                  <a:pt x="776745" y="296367"/>
                </a:lnTo>
                <a:lnTo>
                  <a:pt x="775580" y="296457"/>
                </a:lnTo>
                <a:lnTo>
                  <a:pt x="773214" y="295590"/>
                </a:lnTo>
                <a:lnTo>
                  <a:pt x="769605" y="293762"/>
                </a:lnTo>
                <a:lnTo>
                  <a:pt x="768245" y="292679"/>
                </a:lnTo>
                <a:lnTo>
                  <a:pt x="768141" y="291577"/>
                </a:lnTo>
                <a:lnTo>
                  <a:pt x="768885" y="290244"/>
                </a:lnTo>
                <a:lnTo>
                  <a:pt x="771757" y="287915"/>
                </a:lnTo>
                <a:lnTo>
                  <a:pt x="774164" y="287332"/>
                </a:lnTo>
                <a:lnTo>
                  <a:pt x="776170" y="288337"/>
                </a:lnTo>
                <a:close/>
                <a:moveTo>
                  <a:pt x="764428" y="296778"/>
                </a:moveTo>
                <a:lnTo>
                  <a:pt x="771105" y="300871"/>
                </a:lnTo>
                <a:lnTo>
                  <a:pt x="772367" y="302043"/>
                </a:lnTo>
                <a:lnTo>
                  <a:pt x="772564" y="302783"/>
                </a:lnTo>
                <a:lnTo>
                  <a:pt x="772007" y="304117"/>
                </a:lnTo>
                <a:lnTo>
                  <a:pt x="770446" y="305687"/>
                </a:lnTo>
                <a:lnTo>
                  <a:pt x="764959" y="309756"/>
                </a:lnTo>
                <a:lnTo>
                  <a:pt x="762795" y="310864"/>
                </a:lnTo>
                <a:lnTo>
                  <a:pt x="760479" y="311381"/>
                </a:lnTo>
                <a:lnTo>
                  <a:pt x="757985" y="310668"/>
                </a:lnTo>
                <a:lnTo>
                  <a:pt x="751694" y="306266"/>
                </a:lnTo>
                <a:lnTo>
                  <a:pt x="748648" y="302878"/>
                </a:lnTo>
                <a:lnTo>
                  <a:pt x="748643" y="302044"/>
                </a:lnTo>
                <a:lnTo>
                  <a:pt x="749683" y="300946"/>
                </a:lnTo>
                <a:lnTo>
                  <a:pt x="759523" y="295570"/>
                </a:lnTo>
                <a:lnTo>
                  <a:pt x="760939" y="295371"/>
                </a:lnTo>
                <a:lnTo>
                  <a:pt x="764428" y="296778"/>
                </a:lnTo>
                <a:close/>
                <a:moveTo>
                  <a:pt x="746836" y="307851"/>
                </a:moveTo>
                <a:lnTo>
                  <a:pt x="753416" y="312555"/>
                </a:lnTo>
                <a:lnTo>
                  <a:pt x="754820" y="314597"/>
                </a:lnTo>
                <a:lnTo>
                  <a:pt x="754942" y="315874"/>
                </a:lnTo>
                <a:lnTo>
                  <a:pt x="744726" y="323354"/>
                </a:lnTo>
                <a:lnTo>
                  <a:pt x="740652" y="324941"/>
                </a:lnTo>
                <a:lnTo>
                  <a:pt x="739466" y="323397"/>
                </a:lnTo>
                <a:lnTo>
                  <a:pt x="739242" y="322293"/>
                </a:lnTo>
                <a:lnTo>
                  <a:pt x="741085" y="315942"/>
                </a:lnTo>
                <a:lnTo>
                  <a:pt x="742333" y="308827"/>
                </a:lnTo>
                <a:lnTo>
                  <a:pt x="743493" y="307501"/>
                </a:lnTo>
                <a:lnTo>
                  <a:pt x="744959" y="307415"/>
                </a:lnTo>
                <a:lnTo>
                  <a:pt x="746836" y="307851"/>
                </a:lnTo>
                <a:close/>
                <a:moveTo>
                  <a:pt x="778175" y="308144"/>
                </a:moveTo>
                <a:lnTo>
                  <a:pt x="779908" y="311986"/>
                </a:lnTo>
                <a:lnTo>
                  <a:pt x="781427" y="319006"/>
                </a:lnTo>
                <a:lnTo>
                  <a:pt x="781697" y="323716"/>
                </a:lnTo>
                <a:lnTo>
                  <a:pt x="781456" y="324581"/>
                </a:lnTo>
                <a:lnTo>
                  <a:pt x="780459" y="325290"/>
                </a:lnTo>
                <a:lnTo>
                  <a:pt x="778756" y="324681"/>
                </a:lnTo>
                <a:lnTo>
                  <a:pt x="769144" y="317993"/>
                </a:lnTo>
                <a:lnTo>
                  <a:pt x="766768" y="315749"/>
                </a:lnTo>
                <a:lnTo>
                  <a:pt x="769169" y="312839"/>
                </a:lnTo>
                <a:lnTo>
                  <a:pt x="775498" y="307742"/>
                </a:lnTo>
                <a:lnTo>
                  <a:pt x="776893" y="307442"/>
                </a:lnTo>
                <a:lnTo>
                  <a:pt x="778175" y="308144"/>
                </a:lnTo>
                <a:close/>
                <a:moveTo>
                  <a:pt x="765013" y="320303"/>
                </a:moveTo>
                <a:lnTo>
                  <a:pt x="773889" y="326438"/>
                </a:lnTo>
                <a:lnTo>
                  <a:pt x="777380" y="328140"/>
                </a:lnTo>
                <a:lnTo>
                  <a:pt x="777868" y="328890"/>
                </a:lnTo>
                <a:lnTo>
                  <a:pt x="777975" y="330486"/>
                </a:lnTo>
                <a:lnTo>
                  <a:pt x="777486" y="331753"/>
                </a:lnTo>
                <a:lnTo>
                  <a:pt x="776275" y="332839"/>
                </a:lnTo>
                <a:lnTo>
                  <a:pt x="772398" y="335099"/>
                </a:lnTo>
                <a:lnTo>
                  <a:pt x="764935" y="340388"/>
                </a:lnTo>
                <a:lnTo>
                  <a:pt x="762349" y="340921"/>
                </a:lnTo>
                <a:lnTo>
                  <a:pt x="760028" y="339977"/>
                </a:lnTo>
                <a:lnTo>
                  <a:pt x="750328" y="333252"/>
                </a:lnTo>
                <a:lnTo>
                  <a:pt x="748115" y="330916"/>
                </a:lnTo>
                <a:lnTo>
                  <a:pt x="747857" y="329528"/>
                </a:lnTo>
                <a:lnTo>
                  <a:pt x="749273" y="327513"/>
                </a:lnTo>
                <a:lnTo>
                  <a:pt x="759779" y="319812"/>
                </a:lnTo>
                <a:lnTo>
                  <a:pt x="761879" y="319091"/>
                </a:lnTo>
                <a:lnTo>
                  <a:pt x="765013" y="320303"/>
                </a:lnTo>
                <a:close/>
                <a:moveTo>
                  <a:pt x="742198" y="335304"/>
                </a:moveTo>
                <a:lnTo>
                  <a:pt x="752613" y="342705"/>
                </a:lnTo>
                <a:lnTo>
                  <a:pt x="754650" y="344602"/>
                </a:lnTo>
                <a:lnTo>
                  <a:pt x="755103" y="345977"/>
                </a:lnTo>
                <a:lnTo>
                  <a:pt x="753355" y="347798"/>
                </a:lnTo>
                <a:lnTo>
                  <a:pt x="738929" y="357369"/>
                </a:lnTo>
                <a:lnTo>
                  <a:pt x="736142" y="358343"/>
                </a:lnTo>
                <a:lnTo>
                  <a:pt x="735149" y="357426"/>
                </a:lnTo>
                <a:lnTo>
                  <a:pt x="734807" y="353548"/>
                </a:lnTo>
                <a:lnTo>
                  <a:pt x="735964" y="343600"/>
                </a:lnTo>
                <a:lnTo>
                  <a:pt x="737060" y="338339"/>
                </a:lnTo>
                <a:lnTo>
                  <a:pt x="738359" y="335385"/>
                </a:lnTo>
                <a:lnTo>
                  <a:pt x="739500" y="334375"/>
                </a:lnTo>
                <a:lnTo>
                  <a:pt x="740672" y="334258"/>
                </a:lnTo>
                <a:lnTo>
                  <a:pt x="742198" y="335304"/>
                </a:lnTo>
                <a:close/>
                <a:moveTo>
                  <a:pt x="783816" y="335555"/>
                </a:moveTo>
                <a:lnTo>
                  <a:pt x="784453" y="337193"/>
                </a:lnTo>
                <a:lnTo>
                  <a:pt x="785627" y="348205"/>
                </a:lnTo>
                <a:lnTo>
                  <a:pt x="787034" y="354985"/>
                </a:lnTo>
                <a:lnTo>
                  <a:pt x="786578" y="356595"/>
                </a:lnTo>
                <a:lnTo>
                  <a:pt x="785382" y="357132"/>
                </a:lnTo>
                <a:lnTo>
                  <a:pt x="782674" y="356316"/>
                </a:lnTo>
                <a:lnTo>
                  <a:pt x="770227" y="347416"/>
                </a:lnTo>
                <a:lnTo>
                  <a:pt x="768822" y="346098"/>
                </a:lnTo>
                <a:lnTo>
                  <a:pt x="768556" y="345328"/>
                </a:lnTo>
                <a:lnTo>
                  <a:pt x="768952" y="343812"/>
                </a:lnTo>
                <a:lnTo>
                  <a:pt x="770282" y="342202"/>
                </a:lnTo>
                <a:lnTo>
                  <a:pt x="777042" y="337728"/>
                </a:lnTo>
                <a:lnTo>
                  <a:pt x="780345" y="334885"/>
                </a:lnTo>
                <a:lnTo>
                  <a:pt x="781936" y="334719"/>
                </a:lnTo>
                <a:lnTo>
                  <a:pt x="783816" y="335555"/>
                </a:lnTo>
                <a:close/>
                <a:moveTo>
                  <a:pt x="764052" y="350347"/>
                </a:moveTo>
                <a:lnTo>
                  <a:pt x="781384" y="362120"/>
                </a:lnTo>
                <a:lnTo>
                  <a:pt x="781576" y="362771"/>
                </a:lnTo>
                <a:lnTo>
                  <a:pt x="781031" y="363787"/>
                </a:lnTo>
                <a:lnTo>
                  <a:pt x="777573" y="366608"/>
                </a:lnTo>
                <a:lnTo>
                  <a:pt x="763125" y="373403"/>
                </a:lnTo>
                <a:lnTo>
                  <a:pt x="759777" y="373874"/>
                </a:lnTo>
                <a:lnTo>
                  <a:pt x="757238" y="373122"/>
                </a:lnTo>
                <a:lnTo>
                  <a:pt x="745848" y="367086"/>
                </a:lnTo>
                <a:lnTo>
                  <a:pt x="743580" y="365614"/>
                </a:lnTo>
                <a:lnTo>
                  <a:pt x="741574" y="363714"/>
                </a:lnTo>
                <a:lnTo>
                  <a:pt x="741319" y="362784"/>
                </a:lnTo>
                <a:lnTo>
                  <a:pt x="742438" y="361525"/>
                </a:lnTo>
                <a:lnTo>
                  <a:pt x="757888" y="350651"/>
                </a:lnTo>
                <a:lnTo>
                  <a:pt x="760970" y="349500"/>
                </a:lnTo>
                <a:lnTo>
                  <a:pt x="764052" y="350347"/>
                </a:lnTo>
                <a:close/>
                <a:moveTo>
                  <a:pt x="787703" y="367814"/>
                </a:moveTo>
                <a:lnTo>
                  <a:pt x="788372" y="369922"/>
                </a:lnTo>
                <a:lnTo>
                  <a:pt x="789614" y="379268"/>
                </a:lnTo>
                <a:lnTo>
                  <a:pt x="790959" y="385323"/>
                </a:lnTo>
                <a:lnTo>
                  <a:pt x="790720" y="387803"/>
                </a:lnTo>
                <a:lnTo>
                  <a:pt x="789728" y="389186"/>
                </a:lnTo>
                <a:lnTo>
                  <a:pt x="788297" y="389072"/>
                </a:lnTo>
                <a:lnTo>
                  <a:pt x="785655" y="387928"/>
                </a:lnTo>
                <a:lnTo>
                  <a:pt x="770547" y="380229"/>
                </a:lnTo>
                <a:lnTo>
                  <a:pt x="768883" y="378985"/>
                </a:lnTo>
                <a:lnTo>
                  <a:pt x="768467" y="376889"/>
                </a:lnTo>
                <a:lnTo>
                  <a:pt x="768922" y="375786"/>
                </a:lnTo>
                <a:lnTo>
                  <a:pt x="769595" y="375214"/>
                </a:lnTo>
                <a:lnTo>
                  <a:pt x="773880" y="373568"/>
                </a:lnTo>
                <a:lnTo>
                  <a:pt x="781021" y="369891"/>
                </a:lnTo>
                <a:lnTo>
                  <a:pt x="784700" y="367549"/>
                </a:lnTo>
                <a:lnTo>
                  <a:pt x="786470" y="367233"/>
                </a:lnTo>
                <a:lnTo>
                  <a:pt x="787703" y="367814"/>
                </a:lnTo>
                <a:close/>
                <a:moveTo>
                  <a:pt x="738771" y="369067"/>
                </a:moveTo>
                <a:lnTo>
                  <a:pt x="750080" y="375357"/>
                </a:lnTo>
                <a:lnTo>
                  <a:pt x="751134" y="376469"/>
                </a:lnTo>
                <a:lnTo>
                  <a:pt x="751147" y="377776"/>
                </a:lnTo>
                <a:lnTo>
                  <a:pt x="750315" y="379106"/>
                </a:lnTo>
                <a:lnTo>
                  <a:pt x="748692" y="380189"/>
                </a:lnTo>
                <a:lnTo>
                  <a:pt x="743670" y="382051"/>
                </a:lnTo>
                <a:lnTo>
                  <a:pt x="734260" y="386834"/>
                </a:lnTo>
                <a:lnTo>
                  <a:pt x="732128" y="387061"/>
                </a:lnTo>
                <a:lnTo>
                  <a:pt x="731246" y="386080"/>
                </a:lnTo>
                <a:lnTo>
                  <a:pt x="731083" y="384904"/>
                </a:lnTo>
                <a:lnTo>
                  <a:pt x="731877" y="374980"/>
                </a:lnTo>
                <a:lnTo>
                  <a:pt x="732921" y="368190"/>
                </a:lnTo>
                <a:lnTo>
                  <a:pt x="733670" y="367691"/>
                </a:lnTo>
                <a:lnTo>
                  <a:pt x="735314" y="367594"/>
                </a:lnTo>
                <a:lnTo>
                  <a:pt x="738771" y="369067"/>
                </a:lnTo>
                <a:close/>
                <a:moveTo>
                  <a:pt x="763216" y="382564"/>
                </a:moveTo>
                <a:lnTo>
                  <a:pt x="780653" y="392149"/>
                </a:lnTo>
                <a:lnTo>
                  <a:pt x="781816" y="393178"/>
                </a:lnTo>
                <a:lnTo>
                  <a:pt x="782216" y="395008"/>
                </a:lnTo>
                <a:lnTo>
                  <a:pt x="781971" y="396156"/>
                </a:lnTo>
                <a:lnTo>
                  <a:pt x="781027" y="397173"/>
                </a:lnTo>
                <a:lnTo>
                  <a:pt x="763404" y="410254"/>
                </a:lnTo>
                <a:lnTo>
                  <a:pt x="761773" y="411171"/>
                </a:lnTo>
                <a:lnTo>
                  <a:pt x="760207" y="411286"/>
                </a:lnTo>
                <a:lnTo>
                  <a:pt x="757268" y="409813"/>
                </a:lnTo>
                <a:lnTo>
                  <a:pt x="742775" y="398616"/>
                </a:lnTo>
                <a:lnTo>
                  <a:pt x="738479" y="394948"/>
                </a:lnTo>
                <a:lnTo>
                  <a:pt x="737161" y="392939"/>
                </a:lnTo>
                <a:lnTo>
                  <a:pt x="737476" y="392049"/>
                </a:lnTo>
                <a:lnTo>
                  <a:pt x="738657" y="391241"/>
                </a:lnTo>
                <a:lnTo>
                  <a:pt x="753649" y="383706"/>
                </a:lnTo>
                <a:lnTo>
                  <a:pt x="757179" y="381542"/>
                </a:lnTo>
                <a:lnTo>
                  <a:pt x="760097" y="381203"/>
                </a:lnTo>
                <a:lnTo>
                  <a:pt x="763216" y="382564"/>
                </a:lnTo>
                <a:close/>
                <a:moveTo>
                  <a:pt x="735429" y="400657"/>
                </a:moveTo>
                <a:lnTo>
                  <a:pt x="751665" y="412658"/>
                </a:lnTo>
                <a:lnTo>
                  <a:pt x="753590" y="414454"/>
                </a:lnTo>
                <a:lnTo>
                  <a:pt x="754232" y="415825"/>
                </a:lnTo>
                <a:lnTo>
                  <a:pt x="753419" y="417122"/>
                </a:lnTo>
                <a:lnTo>
                  <a:pt x="750696" y="419541"/>
                </a:lnTo>
                <a:lnTo>
                  <a:pt x="746047" y="422590"/>
                </a:lnTo>
                <a:lnTo>
                  <a:pt x="727314" y="436520"/>
                </a:lnTo>
                <a:lnTo>
                  <a:pt x="726005" y="436760"/>
                </a:lnTo>
                <a:lnTo>
                  <a:pt x="724859" y="436004"/>
                </a:lnTo>
                <a:lnTo>
                  <a:pt x="724716" y="433352"/>
                </a:lnTo>
                <a:lnTo>
                  <a:pt x="728733" y="400648"/>
                </a:lnTo>
                <a:lnTo>
                  <a:pt x="729469" y="398593"/>
                </a:lnTo>
                <a:lnTo>
                  <a:pt x="730693" y="397981"/>
                </a:lnTo>
                <a:lnTo>
                  <a:pt x="732612" y="398704"/>
                </a:lnTo>
                <a:lnTo>
                  <a:pt x="735429" y="400657"/>
                </a:lnTo>
                <a:close/>
                <a:moveTo>
                  <a:pt x="791714" y="401117"/>
                </a:moveTo>
                <a:lnTo>
                  <a:pt x="792479" y="404662"/>
                </a:lnTo>
                <a:lnTo>
                  <a:pt x="794486" y="422211"/>
                </a:lnTo>
                <a:lnTo>
                  <a:pt x="795370" y="434275"/>
                </a:lnTo>
                <a:lnTo>
                  <a:pt x="795262" y="436232"/>
                </a:lnTo>
                <a:lnTo>
                  <a:pt x="794634" y="437272"/>
                </a:lnTo>
                <a:lnTo>
                  <a:pt x="794129" y="437443"/>
                </a:lnTo>
                <a:lnTo>
                  <a:pt x="791872" y="436538"/>
                </a:lnTo>
                <a:lnTo>
                  <a:pt x="771604" y="420671"/>
                </a:lnTo>
                <a:lnTo>
                  <a:pt x="768360" y="417758"/>
                </a:lnTo>
                <a:lnTo>
                  <a:pt x="767186" y="415993"/>
                </a:lnTo>
                <a:lnTo>
                  <a:pt x="768684" y="414290"/>
                </a:lnTo>
                <a:lnTo>
                  <a:pt x="773418" y="410662"/>
                </a:lnTo>
                <a:lnTo>
                  <a:pt x="787590" y="400732"/>
                </a:lnTo>
                <a:lnTo>
                  <a:pt x="790460" y="399613"/>
                </a:lnTo>
                <a:lnTo>
                  <a:pt x="791714" y="401117"/>
                </a:lnTo>
                <a:close/>
                <a:moveTo>
                  <a:pt x="257818" y="129217"/>
                </a:moveTo>
                <a:lnTo>
                  <a:pt x="255002" y="130667"/>
                </a:lnTo>
                <a:lnTo>
                  <a:pt x="252078" y="133291"/>
                </a:lnTo>
                <a:lnTo>
                  <a:pt x="248055" y="134610"/>
                </a:lnTo>
                <a:lnTo>
                  <a:pt x="245480" y="136182"/>
                </a:lnTo>
                <a:lnTo>
                  <a:pt x="237545" y="146505"/>
                </a:lnTo>
                <a:lnTo>
                  <a:pt x="236665" y="148130"/>
                </a:lnTo>
                <a:lnTo>
                  <a:pt x="236529" y="149708"/>
                </a:lnTo>
                <a:lnTo>
                  <a:pt x="239663" y="160521"/>
                </a:lnTo>
                <a:lnTo>
                  <a:pt x="239611" y="162296"/>
                </a:lnTo>
                <a:lnTo>
                  <a:pt x="232992" y="170308"/>
                </a:lnTo>
                <a:lnTo>
                  <a:pt x="229266" y="177595"/>
                </a:lnTo>
                <a:lnTo>
                  <a:pt x="228101" y="178414"/>
                </a:lnTo>
                <a:lnTo>
                  <a:pt x="224903" y="178596"/>
                </a:lnTo>
                <a:lnTo>
                  <a:pt x="222116" y="180219"/>
                </a:lnTo>
                <a:lnTo>
                  <a:pt x="217583" y="185320"/>
                </a:lnTo>
                <a:lnTo>
                  <a:pt x="216169" y="188692"/>
                </a:lnTo>
                <a:lnTo>
                  <a:pt x="216114" y="190337"/>
                </a:lnTo>
                <a:lnTo>
                  <a:pt x="217187" y="193222"/>
                </a:lnTo>
                <a:lnTo>
                  <a:pt x="222210" y="201834"/>
                </a:lnTo>
                <a:lnTo>
                  <a:pt x="221828" y="202737"/>
                </a:lnTo>
                <a:lnTo>
                  <a:pt x="219155" y="204923"/>
                </a:lnTo>
                <a:lnTo>
                  <a:pt x="218054" y="206651"/>
                </a:lnTo>
                <a:lnTo>
                  <a:pt x="217888" y="208572"/>
                </a:lnTo>
                <a:lnTo>
                  <a:pt x="218879" y="212710"/>
                </a:lnTo>
                <a:lnTo>
                  <a:pt x="217272" y="217690"/>
                </a:lnTo>
                <a:lnTo>
                  <a:pt x="217209" y="220595"/>
                </a:lnTo>
                <a:lnTo>
                  <a:pt x="220419" y="226546"/>
                </a:lnTo>
                <a:lnTo>
                  <a:pt x="223968" y="231644"/>
                </a:lnTo>
                <a:lnTo>
                  <a:pt x="224623" y="233775"/>
                </a:lnTo>
                <a:lnTo>
                  <a:pt x="225084" y="238884"/>
                </a:lnTo>
                <a:lnTo>
                  <a:pt x="227163" y="243971"/>
                </a:lnTo>
                <a:lnTo>
                  <a:pt x="227881" y="247732"/>
                </a:lnTo>
                <a:lnTo>
                  <a:pt x="228698" y="249064"/>
                </a:lnTo>
                <a:lnTo>
                  <a:pt x="229705" y="249516"/>
                </a:lnTo>
                <a:lnTo>
                  <a:pt x="233091" y="249700"/>
                </a:lnTo>
                <a:lnTo>
                  <a:pt x="235734" y="248938"/>
                </a:lnTo>
                <a:lnTo>
                  <a:pt x="236843" y="247508"/>
                </a:lnTo>
                <a:lnTo>
                  <a:pt x="237490" y="244462"/>
                </a:lnTo>
                <a:lnTo>
                  <a:pt x="236726" y="240536"/>
                </a:lnTo>
                <a:lnTo>
                  <a:pt x="234099" y="235739"/>
                </a:lnTo>
                <a:lnTo>
                  <a:pt x="233040" y="230141"/>
                </a:lnTo>
                <a:lnTo>
                  <a:pt x="231503" y="225841"/>
                </a:lnTo>
                <a:lnTo>
                  <a:pt x="229493" y="222027"/>
                </a:lnTo>
                <a:lnTo>
                  <a:pt x="226896" y="218680"/>
                </a:lnTo>
                <a:lnTo>
                  <a:pt x="227690" y="210741"/>
                </a:lnTo>
                <a:lnTo>
                  <a:pt x="232275" y="203445"/>
                </a:lnTo>
                <a:lnTo>
                  <a:pt x="233943" y="199036"/>
                </a:lnTo>
                <a:lnTo>
                  <a:pt x="233951" y="195518"/>
                </a:lnTo>
                <a:lnTo>
                  <a:pt x="231869" y="192105"/>
                </a:lnTo>
                <a:lnTo>
                  <a:pt x="237233" y="189431"/>
                </a:lnTo>
                <a:lnTo>
                  <a:pt x="239890" y="186964"/>
                </a:lnTo>
                <a:lnTo>
                  <a:pt x="240172" y="184665"/>
                </a:lnTo>
                <a:lnTo>
                  <a:pt x="238471" y="179987"/>
                </a:lnTo>
                <a:lnTo>
                  <a:pt x="240543" y="175173"/>
                </a:lnTo>
                <a:lnTo>
                  <a:pt x="246309" y="168561"/>
                </a:lnTo>
                <a:lnTo>
                  <a:pt x="248365" y="164699"/>
                </a:lnTo>
                <a:lnTo>
                  <a:pt x="248746" y="162768"/>
                </a:lnTo>
                <a:lnTo>
                  <a:pt x="248674" y="159991"/>
                </a:lnTo>
                <a:lnTo>
                  <a:pt x="247327" y="155836"/>
                </a:lnTo>
                <a:lnTo>
                  <a:pt x="246871" y="152387"/>
                </a:lnTo>
                <a:lnTo>
                  <a:pt x="247037" y="150152"/>
                </a:lnTo>
                <a:lnTo>
                  <a:pt x="247591" y="148663"/>
                </a:lnTo>
                <a:lnTo>
                  <a:pt x="249111" y="146261"/>
                </a:lnTo>
                <a:lnTo>
                  <a:pt x="250958" y="144298"/>
                </a:lnTo>
                <a:lnTo>
                  <a:pt x="255796" y="141899"/>
                </a:lnTo>
                <a:lnTo>
                  <a:pt x="258528" y="139831"/>
                </a:lnTo>
                <a:lnTo>
                  <a:pt x="261740" y="136371"/>
                </a:lnTo>
                <a:lnTo>
                  <a:pt x="263327" y="133771"/>
                </a:lnTo>
                <a:lnTo>
                  <a:pt x="263649" y="132205"/>
                </a:lnTo>
                <a:lnTo>
                  <a:pt x="263501" y="130554"/>
                </a:lnTo>
                <a:lnTo>
                  <a:pt x="262481" y="128453"/>
                </a:lnTo>
                <a:lnTo>
                  <a:pt x="260804" y="128292"/>
                </a:lnTo>
                <a:lnTo>
                  <a:pt x="257818" y="129217"/>
                </a:lnTo>
                <a:close/>
                <a:moveTo>
                  <a:pt x="621855" y="247220"/>
                </a:moveTo>
                <a:lnTo>
                  <a:pt x="620643" y="248306"/>
                </a:lnTo>
                <a:lnTo>
                  <a:pt x="621175" y="250614"/>
                </a:lnTo>
                <a:lnTo>
                  <a:pt x="623292" y="253667"/>
                </a:lnTo>
                <a:lnTo>
                  <a:pt x="625015" y="254166"/>
                </a:lnTo>
                <a:lnTo>
                  <a:pt x="630435" y="254248"/>
                </a:lnTo>
                <a:lnTo>
                  <a:pt x="633506" y="253692"/>
                </a:lnTo>
                <a:lnTo>
                  <a:pt x="636466" y="251165"/>
                </a:lnTo>
                <a:lnTo>
                  <a:pt x="637650" y="249017"/>
                </a:lnTo>
                <a:lnTo>
                  <a:pt x="637254" y="247876"/>
                </a:lnTo>
                <a:lnTo>
                  <a:pt x="635461" y="246943"/>
                </a:lnTo>
                <a:lnTo>
                  <a:pt x="632958" y="247082"/>
                </a:lnTo>
                <a:lnTo>
                  <a:pt x="629120" y="248818"/>
                </a:lnTo>
                <a:lnTo>
                  <a:pt x="624117" y="246970"/>
                </a:lnTo>
                <a:lnTo>
                  <a:pt x="621855" y="247220"/>
                </a:lnTo>
                <a:close/>
                <a:moveTo>
                  <a:pt x="8859" y="255953"/>
                </a:moveTo>
                <a:lnTo>
                  <a:pt x="6010" y="256321"/>
                </a:lnTo>
                <a:lnTo>
                  <a:pt x="4306" y="257411"/>
                </a:lnTo>
                <a:lnTo>
                  <a:pt x="3797" y="258502"/>
                </a:lnTo>
                <a:lnTo>
                  <a:pt x="3300" y="262330"/>
                </a:lnTo>
                <a:lnTo>
                  <a:pt x="3552" y="285621"/>
                </a:lnTo>
                <a:lnTo>
                  <a:pt x="5442" y="287120"/>
                </a:lnTo>
                <a:lnTo>
                  <a:pt x="7558" y="287512"/>
                </a:lnTo>
                <a:lnTo>
                  <a:pt x="9798" y="287295"/>
                </a:lnTo>
                <a:lnTo>
                  <a:pt x="12118" y="286081"/>
                </a:lnTo>
                <a:lnTo>
                  <a:pt x="12118" y="265271"/>
                </a:lnTo>
                <a:lnTo>
                  <a:pt x="13706" y="263308"/>
                </a:lnTo>
                <a:lnTo>
                  <a:pt x="21153" y="262912"/>
                </a:lnTo>
                <a:lnTo>
                  <a:pt x="23093" y="262510"/>
                </a:lnTo>
                <a:lnTo>
                  <a:pt x="24499" y="261335"/>
                </a:lnTo>
                <a:lnTo>
                  <a:pt x="25320" y="259556"/>
                </a:lnTo>
                <a:lnTo>
                  <a:pt x="24901" y="257903"/>
                </a:lnTo>
                <a:lnTo>
                  <a:pt x="22666" y="256315"/>
                </a:lnTo>
                <a:lnTo>
                  <a:pt x="16063" y="255714"/>
                </a:lnTo>
                <a:lnTo>
                  <a:pt x="8859" y="255953"/>
                </a:lnTo>
                <a:close/>
                <a:moveTo>
                  <a:pt x="44836" y="256037"/>
                </a:moveTo>
                <a:lnTo>
                  <a:pt x="43630" y="256939"/>
                </a:lnTo>
                <a:lnTo>
                  <a:pt x="42454" y="258628"/>
                </a:lnTo>
                <a:lnTo>
                  <a:pt x="42621" y="285872"/>
                </a:lnTo>
                <a:lnTo>
                  <a:pt x="44570" y="287362"/>
                </a:lnTo>
                <a:lnTo>
                  <a:pt x="46822" y="287715"/>
                </a:lnTo>
                <a:lnTo>
                  <a:pt x="50770" y="286290"/>
                </a:lnTo>
                <a:lnTo>
                  <a:pt x="51188" y="278434"/>
                </a:lnTo>
                <a:lnTo>
                  <a:pt x="53444" y="277146"/>
                </a:lnTo>
                <a:lnTo>
                  <a:pt x="58467" y="276155"/>
                </a:lnTo>
                <a:lnTo>
                  <a:pt x="61561" y="275117"/>
                </a:lnTo>
                <a:lnTo>
                  <a:pt x="65269" y="272835"/>
                </a:lnTo>
                <a:lnTo>
                  <a:pt x="66780" y="270076"/>
                </a:lnTo>
                <a:lnTo>
                  <a:pt x="67157" y="268420"/>
                </a:lnTo>
                <a:lnTo>
                  <a:pt x="67197" y="264890"/>
                </a:lnTo>
                <a:lnTo>
                  <a:pt x="66339" y="261516"/>
                </a:lnTo>
                <a:lnTo>
                  <a:pt x="65594" y="260054"/>
                </a:lnTo>
                <a:lnTo>
                  <a:pt x="64650" y="258832"/>
                </a:lnTo>
                <a:lnTo>
                  <a:pt x="62362" y="257418"/>
                </a:lnTo>
                <a:lnTo>
                  <a:pt x="58758" y="256542"/>
                </a:lnTo>
                <a:lnTo>
                  <a:pt x="51868" y="255718"/>
                </a:lnTo>
                <a:lnTo>
                  <a:pt x="47653" y="255635"/>
                </a:lnTo>
                <a:lnTo>
                  <a:pt x="44836" y="256037"/>
                </a:lnTo>
                <a:close/>
                <a:moveTo>
                  <a:pt x="57246" y="263516"/>
                </a:moveTo>
                <a:lnTo>
                  <a:pt x="58837" y="264722"/>
                </a:lnTo>
                <a:lnTo>
                  <a:pt x="59193" y="265768"/>
                </a:lnTo>
                <a:lnTo>
                  <a:pt x="58876" y="267026"/>
                </a:lnTo>
                <a:lnTo>
                  <a:pt x="57381" y="268827"/>
                </a:lnTo>
                <a:lnTo>
                  <a:pt x="56396" y="269355"/>
                </a:lnTo>
                <a:lnTo>
                  <a:pt x="54269" y="269685"/>
                </a:lnTo>
                <a:lnTo>
                  <a:pt x="52353" y="269078"/>
                </a:lnTo>
                <a:lnTo>
                  <a:pt x="51631" y="268433"/>
                </a:lnTo>
                <a:lnTo>
                  <a:pt x="51152" y="267567"/>
                </a:lnTo>
                <a:lnTo>
                  <a:pt x="51063" y="265542"/>
                </a:lnTo>
                <a:lnTo>
                  <a:pt x="52210" y="263501"/>
                </a:lnTo>
                <a:lnTo>
                  <a:pt x="54400" y="262770"/>
                </a:lnTo>
                <a:lnTo>
                  <a:pt x="57246" y="263516"/>
                </a:lnTo>
                <a:close/>
                <a:moveTo>
                  <a:pt x="85243" y="255828"/>
                </a:moveTo>
                <a:lnTo>
                  <a:pt x="83928" y="256991"/>
                </a:lnTo>
                <a:lnTo>
                  <a:pt x="83608" y="258157"/>
                </a:lnTo>
                <a:lnTo>
                  <a:pt x="83744" y="259514"/>
                </a:lnTo>
                <a:lnTo>
                  <a:pt x="90475" y="272973"/>
                </a:lnTo>
                <a:lnTo>
                  <a:pt x="92764" y="278601"/>
                </a:lnTo>
                <a:lnTo>
                  <a:pt x="92425" y="279760"/>
                </a:lnTo>
                <a:lnTo>
                  <a:pt x="91492" y="280608"/>
                </a:lnTo>
                <a:lnTo>
                  <a:pt x="88459" y="281215"/>
                </a:lnTo>
                <a:lnTo>
                  <a:pt x="87269" y="281981"/>
                </a:lnTo>
                <a:lnTo>
                  <a:pt x="86621" y="283366"/>
                </a:lnTo>
                <a:lnTo>
                  <a:pt x="86575" y="285601"/>
                </a:lnTo>
                <a:lnTo>
                  <a:pt x="87189" y="287136"/>
                </a:lnTo>
                <a:lnTo>
                  <a:pt x="88387" y="288086"/>
                </a:lnTo>
                <a:lnTo>
                  <a:pt x="90137" y="288435"/>
                </a:lnTo>
                <a:lnTo>
                  <a:pt x="92406" y="288165"/>
                </a:lnTo>
                <a:lnTo>
                  <a:pt x="96304" y="286574"/>
                </a:lnTo>
                <a:lnTo>
                  <a:pt x="98331" y="284846"/>
                </a:lnTo>
                <a:lnTo>
                  <a:pt x="99384" y="283395"/>
                </a:lnTo>
                <a:lnTo>
                  <a:pt x="109176" y="261487"/>
                </a:lnTo>
                <a:lnTo>
                  <a:pt x="109799" y="259381"/>
                </a:lnTo>
                <a:lnTo>
                  <a:pt x="109745" y="257635"/>
                </a:lnTo>
                <a:lnTo>
                  <a:pt x="109044" y="256360"/>
                </a:lnTo>
                <a:lnTo>
                  <a:pt x="107727" y="255669"/>
                </a:lnTo>
                <a:lnTo>
                  <a:pt x="106097" y="255648"/>
                </a:lnTo>
                <a:lnTo>
                  <a:pt x="104685" y="256227"/>
                </a:lnTo>
                <a:lnTo>
                  <a:pt x="103367" y="257416"/>
                </a:lnTo>
                <a:lnTo>
                  <a:pt x="102120" y="259246"/>
                </a:lnTo>
                <a:lnTo>
                  <a:pt x="99283" y="265650"/>
                </a:lnTo>
                <a:lnTo>
                  <a:pt x="98301" y="266704"/>
                </a:lnTo>
                <a:lnTo>
                  <a:pt x="97784" y="266718"/>
                </a:lnTo>
                <a:lnTo>
                  <a:pt x="95890" y="264639"/>
                </a:lnTo>
                <a:lnTo>
                  <a:pt x="91651" y="257408"/>
                </a:lnTo>
                <a:lnTo>
                  <a:pt x="88965" y="256135"/>
                </a:lnTo>
                <a:lnTo>
                  <a:pt x="85243" y="255828"/>
                </a:lnTo>
                <a:close/>
                <a:moveTo>
                  <a:pt x="133004" y="255995"/>
                </a:moveTo>
                <a:lnTo>
                  <a:pt x="129658" y="256506"/>
                </a:lnTo>
                <a:lnTo>
                  <a:pt x="127446" y="258210"/>
                </a:lnTo>
                <a:lnTo>
                  <a:pt x="127489" y="278443"/>
                </a:lnTo>
                <a:lnTo>
                  <a:pt x="127864" y="286081"/>
                </a:lnTo>
                <a:lnTo>
                  <a:pt x="129657" y="287318"/>
                </a:lnTo>
                <a:lnTo>
                  <a:pt x="132455" y="287717"/>
                </a:lnTo>
                <a:lnTo>
                  <a:pt x="134988" y="287165"/>
                </a:lnTo>
                <a:lnTo>
                  <a:pt x="136556" y="285788"/>
                </a:lnTo>
                <a:lnTo>
                  <a:pt x="136472" y="264686"/>
                </a:lnTo>
                <a:lnTo>
                  <a:pt x="138044" y="263519"/>
                </a:lnTo>
                <a:lnTo>
                  <a:pt x="140432" y="263131"/>
                </a:lnTo>
                <a:lnTo>
                  <a:pt x="142865" y="263704"/>
                </a:lnTo>
                <a:lnTo>
                  <a:pt x="144011" y="264533"/>
                </a:lnTo>
                <a:lnTo>
                  <a:pt x="144375" y="265316"/>
                </a:lnTo>
                <a:lnTo>
                  <a:pt x="144411" y="285788"/>
                </a:lnTo>
                <a:lnTo>
                  <a:pt x="146019" y="286957"/>
                </a:lnTo>
                <a:lnTo>
                  <a:pt x="148606" y="287639"/>
                </a:lnTo>
                <a:lnTo>
                  <a:pt x="151289" y="287482"/>
                </a:lnTo>
                <a:lnTo>
                  <a:pt x="152572" y="286917"/>
                </a:lnTo>
                <a:lnTo>
                  <a:pt x="153008" y="286202"/>
                </a:lnTo>
                <a:lnTo>
                  <a:pt x="153239" y="282116"/>
                </a:lnTo>
                <a:lnTo>
                  <a:pt x="153354" y="257792"/>
                </a:lnTo>
                <a:lnTo>
                  <a:pt x="151473" y="256079"/>
                </a:lnTo>
                <a:lnTo>
                  <a:pt x="133004" y="255995"/>
                </a:lnTo>
                <a:close/>
                <a:moveTo>
                  <a:pt x="177046" y="255953"/>
                </a:moveTo>
                <a:lnTo>
                  <a:pt x="175150" y="256740"/>
                </a:lnTo>
                <a:lnTo>
                  <a:pt x="173703" y="258043"/>
                </a:lnTo>
                <a:lnTo>
                  <a:pt x="173745" y="285705"/>
                </a:lnTo>
                <a:lnTo>
                  <a:pt x="175048" y="286962"/>
                </a:lnTo>
                <a:lnTo>
                  <a:pt x="177770" y="287619"/>
                </a:lnTo>
                <a:lnTo>
                  <a:pt x="180736" y="287252"/>
                </a:lnTo>
                <a:lnTo>
                  <a:pt x="182436" y="285955"/>
                </a:lnTo>
                <a:lnTo>
                  <a:pt x="182812" y="264686"/>
                </a:lnTo>
                <a:lnTo>
                  <a:pt x="184572" y="263411"/>
                </a:lnTo>
                <a:lnTo>
                  <a:pt x="187194" y="263010"/>
                </a:lnTo>
                <a:lnTo>
                  <a:pt x="189532" y="263941"/>
                </a:lnTo>
                <a:lnTo>
                  <a:pt x="190543" y="265898"/>
                </a:lnTo>
                <a:lnTo>
                  <a:pt x="190501" y="285621"/>
                </a:lnTo>
                <a:lnTo>
                  <a:pt x="191832" y="286825"/>
                </a:lnTo>
                <a:lnTo>
                  <a:pt x="194185" y="287545"/>
                </a:lnTo>
                <a:lnTo>
                  <a:pt x="196903" y="287475"/>
                </a:lnTo>
                <a:lnTo>
                  <a:pt x="199025" y="286582"/>
                </a:lnTo>
                <a:lnTo>
                  <a:pt x="199736" y="285955"/>
                </a:lnTo>
                <a:lnTo>
                  <a:pt x="199711" y="264620"/>
                </a:lnTo>
                <a:lnTo>
                  <a:pt x="199391" y="258575"/>
                </a:lnTo>
                <a:lnTo>
                  <a:pt x="198814" y="256943"/>
                </a:lnTo>
                <a:lnTo>
                  <a:pt x="197806" y="256368"/>
                </a:lnTo>
                <a:lnTo>
                  <a:pt x="194223" y="256039"/>
                </a:lnTo>
                <a:lnTo>
                  <a:pt x="177046" y="255953"/>
                </a:lnTo>
                <a:close/>
                <a:moveTo>
                  <a:pt x="228066" y="256246"/>
                </a:moveTo>
                <a:lnTo>
                  <a:pt x="226211" y="258179"/>
                </a:lnTo>
                <a:lnTo>
                  <a:pt x="224556" y="261860"/>
                </a:lnTo>
                <a:lnTo>
                  <a:pt x="219561" y="278344"/>
                </a:lnTo>
                <a:lnTo>
                  <a:pt x="217499" y="283722"/>
                </a:lnTo>
                <a:lnTo>
                  <a:pt x="217568" y="286274"/>
                </a:lnTo>
                <a:lnTo>
                  <a:pt x="219193" y="287573"/>
                </a:lnTo>
                <a:lnTo>
                  <a:pt x="222621" y="287260"/>
                </a:lnTo>
                <a:lnTo>
                  <a:pt x="224010" y="286103"/>
                </a:lnTo>
                <a:lnTo>
                  <a:pt x="225855" y="282954"/>
                </a:lnTo>
                <a:lnTo>
                  <a:pt x="227215" y="281505"/>
                </a:lnTo>
                <a:lnTo>
                  <a:pt x="228812" y="280779"/>
                </a:lnTo>
                <a:lnTo>
                  <a:pt x="230817" y="280670"/>
                </a:lnTo>
                <a:lnTo>
                  <a:pt x="232601" y="281039"/>
                </a:lnTo>
                <a:lnTo>
                  <a:pt x="233520" y="281605"/>
                </a:lnTo>
                <a:lnTo>
                  <a:pt x="237343" y="287017"/>
                </a:lnTo>
                <a:lnTo>
                  <a:pt x="239583" y="287691"/>
                </a:lnTo>
                <a:lnTo>
                  <a:pt x="242830" y="287172"/>
                </a:lnTo>
                <a:lnTo>
                  <a:pt x="244488" y="285329"/>
                </a:lnTo>
                <a:lnTo>
                  <a:pt x="243820" y="282487"/>
                </a:lnTo>
                <a:lnTo>
                  <a:pt x="236053" y="258652"/>
                </a:lnTo>
                <a:lnTo>
                  <a:pt x="234557" y="256971"/>
                </a:lnTo>
                <a:lnTo>
                  <a:pt x="232242" y="255925"/>
                </a:lnTo>
                <a:lnTo>
                  <a:pt x="230030" y="255664"/>
                </a:lnTo>
                <a:lnTo>
                  <a:pt x="228066" y="256246"/>
                </a:lnTo>
                <a:close/>
                <a:moveTo>
                  <a:pt x="231409" y="270996"/>
                </a:moveTo>
                <a:lnTo>
                  <a:pt x="231946" y="271725"/>
                </a:lnTo>
                <a:lnTo>
                  <a:pt x="231387" y="272637"/>
                </a:lnTo>
                <a:lnTo>
                  <a:pt x="229665" y="272892"/>
                </a:lnTo>
                <a:lnTo>
                  <a:pt x="228744" y="272432"/>
                </a:lnTo>
                <a:lnTo>
                  <a:pt x="228723" y="271431"/>
                </a:lnTo>
                <a:lnTo>
                  <a:pt x="229404" y="270787"/>
                </a:lnTo>
                <a:lnTo>
                  <a:pt x="230345" y="270625"/>
                </a:lnTo>
                <a:lnTo>
                  <a:pt x="231409" y="270996"/>
                </a:lnTo>
                <a:close/>
                <a:moveTo>
                  <a:pt x="291288" y="256120"/>
                </a:moveTo>
                <a:lnTo>
                  <a:pt x="289933" y="257398"/>
                </a:lnTo>
                <a:lnTo>
                  <a:pt x="289336" y="260612"/>
                </a:lnTo>
                <a:lnTo>
                  <a:pt x="289157" y="285203"/>
                </a:lnTo>
                <a:lnTo>
                  <a:pt x="290593" y="286822"/>
                </a:lnTo>
                <a:lnTo>
                  <a:pt x="291622" y="287366"/>
                </a:lnTo>
                <a:lnTo>
                  <a:pt x="294101" y="287482"/>
                </a:lnTo>
                <a:lnTo>
                  <a:pt x="295878" y="286978"/>
                </a:lnTo>
                <a:lnTo>
                  <a:pt x="296820" y="285667"/>
                </a:lnTo>
                <a:lnTo>
                  <a:pt x="297280" y="281036"/>
                </a:lnTo>
                <a:lnTo>
                  <a:pt x="297846" y="279309"/>
                </a:lnTo>
                <a:lnTo>
                  <a:pt x="298812" y="278178"/>
                </a:lnTo>
                <a:lnTo>
                  <a:pt x="301065" y="277363"/>
                </a:lnTo>
                <a:lnTo>
                  <a:pt x="302038" y="277588"/>
                </a:lnTo>
                <a:lnTo>
                  <a:pt x="302860" y="278324"/>
                </a:lnTo>
                <a:lnTo>
                  <a:pt x="305667" y="283801"/>
                </a:lnTo>
                <a:lnTo>
                  <a:pt x="308368" y="287115"/>
                </a:lnTo>
                <a:lnTo>
                  <a:pt x="311059" y="287764"/>
                </a:lnTo>
                <a:lnTo>
                  <a:pt x="315575" y="287023"/>
                </a:lnTo>
                <a:lnTo>
                  <a:pt x="316156" y="286211"/>
                </a:lnTo>
                <a:lnTo>
                  <a:pt x="315468" y="283803"/>
                </a:lnTo>
                <a:lnTo>
                  <a:pt x="308065" y="270208"/>
                </a:lnTo>
                <a:lnTo>
                  <a:pt x="307663" y="268688"/>
                </a:lnTo>
                <a:lnTo>
                  <a:pt x="307945" y="267000"/>
                </a:lnTo>
                <a:lnTo>
                  <a:pt x="308975" y="264987"/>
                </a:lnTo>
                <a:lnTo>
                  <a:pt x="313039" y="259450"/>
                </a:lnTo>
                <a:lnTo>
                  <a:pt x="313355" y="257978"/>
                </a:lnTo>
                <a:lnTo>
                  <a:pt x="313037" y="256743"/>
                </a:lnTo>
                <a:lnTo>
                  <a:pt x="312119" y="255893"/>
                </a:lnTo>
                <a:lnTo>
                  <a:pt x="310635" y="255577"/>
                </a:lnTo>
                <a:lnTo>
                  <a:pt x="308772" y="256078"/>
                </a:lnTo>
                <a:lnTo>
                  <a:pt x="306558" y="257283"/>
                </a:lnTo>
                <a:lnTo>
                  <a:pt x="304774" y="258745"/>
                </a:lnTo>
                <a:lnTo>
                  <a:pt x="300935" y="263987"/>
                </a:lnTo>
                <a:lnTo>
                  <a:pt x="298559" y="266441"/>
                </a:lnTo>
                <a:lnTo>
                  <a:pt x="297801" y="266023"/>
                </a:lnTo>
                <a:lnTo>
                  <a:pt x="297322" y="264718"/>
                </a:lnTo>
                <a:lnTo>
                  <a:pt x="297001" y="258929"/>
                </a:lnTo>
                <a:lnTo>
                  <a:pt x="296396" y="257309"/>
                </a:lnTo>
                <a:lnTo>
                  <a:pt x="295356" y="256370"/>
                </a:lnTo>
                <a:lnTo>
                  <a:pt x="293827" y="255797"/>
                </a:lnTo>
                <a:lnTo>
                  <a:pt x="291288" y="256120"/>
                </a:lnTo>
                <a:close/>
                <a:moveTo>
                  <a:pt x="343144" y="256204"/>
                </a:moveTo>
                <a:lnTo>
                  <a:pt x="340289" y="257270"/>
                </a:lnTo>
                <a:lnTo>
                  <a:pt x="337913" y="258743"/>
                </a:lnTo>
                <a:lnTo>
                  <a:pt x="335156" y="261816"/>
                </a:lnTo>
                <a:lnTo>
                  <a:pt x="333795" y="264509"/>
                </a:lnTo>
                <a:lnTo>
                  <a:pt x="332634" y="268242"/>
                </a:lnTo>
                <a:lnTo>
                  <a:pt x="332361" y="272892"/>
                </a:lnTo>
                <a:lnTo>
                  <a:pt x="334260" y="280599"/>
                </a:lnTo>
                <a:lnTo>
                  <a:pt x="335373" y="282655"/>
                </a:lnTo>
                <a:lnTo>
                  <a:pt x="337085" y="284618"/>
                </a:lnTo>
                <a:lnTo>
                  <a:pt x="338939" y="286248"/>
                </a:lnTo>
                <a:lnTo>
                  <a:pt x="341066" y="287228"/>
                </a:lnTo>
                <a:lnTo>
                  <a:pt x="345383" y="288376"/>
                </a:lnTo>
                <a:lnTo>
                  <a:pt x="347772" y="288384"/>
                </a:lnTo>
                <a:lnTo>
                  <a:pt x="352462" y="287293"/>
                </a:lnTo>
                <a:lnTo>
                  <a:pt x="353884" y="286624"/>
                </a:lnTo>
                <a:lnTo>
                  <a:pt x="357014" y="283812"/>
                </a:lnTo>
                <a:lnTo>
                  <a:pt x="359070" y="280971"/>
                </a:lnTo>
                <a:lnTo>
                  <a:pt x="360820" y="277515"/>
                </a:lnTo>
                <a:lnTo>
                  <a:pt x="360649" y="267255"/>
                </a:lnTo>
                <a:lnTo>
                  <a:pt x="359393" y="263250"/>
                </a:lnTo>
                <a:lnTo>
                  <a:pt x="356680" y="259573"/>
                </a:lnTo>
                <a:lnTo>
                  <a:pt x="354697" y="257767"/>
                </a:lnTo>
                <a:lnTo>
                  <a:pt x="351544" y="256539"/>
                </a:lnTo>
                <a:lnTo>
                  <a:pt x="348530" y="255897"/>
                </a:lnTo>
                <a:lnTo>
                  <a:pt x="345718" y="255788"/>
                </a:lnTo>
                <a:lnTo>
                  <a:pt x="343144" y="256204"/>
                </a:lnTo>
                <a:close/>
                <a:moveTo>
                  <a:pt x="349454" y="263934"/>
                </a:moveTo>
                <a:lnTo>
                  <a:pt x="350801" y="265610"/>
                </a:lnTo>
                <a:lnTo>
                  <a:pt x="351707" y="268001"/>
                </a:lnTo>
                <a:lnTo>
                  <a:pt x="352151" y="272348"/>
                </a:lnTo>
                <a:lnTo>
                  <a:pt x="351778" y="275362"/>
                </a:lnTo>
                <a:lnTo>
                  <a:pt x="350714" y="278419"/>
                </a:lnTo>
                <a:lnTo>
                  <a:pt x="349538" y="280079"/>
                </a:lnTo>
                <a:lnTo>
                  <a:pt x="348045" y="280916"/>
                </a:lnTo>
                <a:lnTo>
                  <a:pt x="345640" y="280924"/>
                </a:lnTo>
                <a:lnTo>
                  <a:pt x="344152" y="280116"/>
                </a:lnTo>
                <a:lnTo>
                  <a:pt x="343278" y="279121"/>
                </a:lnTo>
                <a:lnTo>
                  <a:pt x="341515" y="275668"/>
                </a:lnTo>
                <a:lnTo>
                  <a:pt x="340999" y="273285"/>
                </a:lnTo>
                <a:lnTo>
                  <a:pt x="341346" y="269627"/>
                </a:lnTo>
                <a:lnTo>
                  <a:pt x="342607" y="266079"/>
                </a:lnTo>
                <a:lnTo>
                  <a:pt x="344398" y="263767"/>
                </a:lnTo>
                <a:lnTo>
                  <a:pt x="346926" y="263130"/>
                </a:lnTo>
                <a:lnTo>
                  <a:pt x="349454" y="263934"/>
                </a:lnTo>
                <a:close/>
                <a:moveTo>
                  <a:pt x="382423" y="255995"/>
                </a:moveTo>
                <a:lnTo>
                  <a:pt x="381179" y="257213"/>
                </a:lnTo>
                <a:lnTo>
                  <a:pt x="380594" y="260773"/>
                </a:lnTo>
                <a:lnTo>
                  <a:pt x="380459" y="286164"/>
                </a:lnTo>
                <a:lnTo>
                  <a:pt x="382310" y="287440"/>
                </a:lnTo>
                <a:lnTo>
                  <a:pt x="383802" y="287710"/>
                </a:lnTo>
                <a:lnTo>
                  <a:pt x="385294" y="287440"/>
                </a:lnTo>
                <a:lnTo>
                  <a:pt x="387145" y="286164"/>
                </a:lnTo>
                <a:lnTo>
                  <a:pt x="387771" y="276019"/>
                </a:lnTo>
                <a:lnTo>
                  <a:pt x="387939" y="275091"/>
                </a:lnTo>
                <a:lnTo>
                  <a:pt x="388696" y="274366"/>
                </a:lnTo>
                <a:lnTo>
                  <a:pt x="389823" y="275891"/>
                </a:lnTo>
                <a:lnTo>
                  <a:pt x="392429" y="284008"/>
                </a:lnTo>
                <a:lnTo>
                  <a:pt x="393710" y="286112"/>
                </a:lnTo>
                <a:lnTo>
                  <a:pt x="395197" y="287244"/>
                </a:lnTo>
                <a:lnTo>
                  <a:pt x="397967" y="287293"/>
                </a:lnTo>
                <a:lnTo>
                  <a:pt x="399643" y="286246"/>
                </a:lnTo>
                <a:lnTo>
                  <a:pt x="400412" y="284636"/>
                </a:lnTo>
                <a:lnTo>
                  <a:pt x="401796" y="279123"/>
                </a:lnTo>
                <a:lnTo>
                  <a:pt x="402864" y="277624"/>
                </a:lnTo>
                <a:lnTo>
                  <a:pt x="404151" y="276971"/>
                </a:lnTo>
                <a:lnTo>
                  <a:pt x="405110" y="277192"/>
                </a:lnTo>
                <a:lnTo>
                  <a:pt x="405457" y="277854"/>
                </a:lnTo>
                <a:lnTo>
                  <a:pt x="405196" y="285287"/>
                </a:lnTo>
                <a:lnTo>
                  <a:pt x="406157" y="286290"/>
                </a:lnTo>
                <a:lnTo>
                  <a:pt x="407625" y="287267"/>
                </a:lnTo>
                <a:lnTo>
                  <a:pt x="409416" y="287658"/>
                </a:lnTo>
                <a:lnTo>
                  <a:pt x="412032" y="287204"/>
                </a:lnTo>
                <a:lnTo>
                  <a:pt x="413278" y="286246"/>
                </a:lnTo>
                <a:lnTo>
                  <a:pt x="413721" y="285201"/>
                </a:lnTo>
                <a:lnTo>
                  <a:pt x="413925" y="282602"/>
                </a:lnTo>
                <a:lnTo>
                  <a:pt x="414096" y="267325"/>
                </a:lnTo>
                <a:lnTo>
                  <a:pt x="413826" y="259370"/>
                </a:lnTo>
                <a:lnTo>
                  <a:pt x="413095" y="257035"/>
                </a:lnTo>
                <a:lnTo>
                  <a:pt x="411615" y="256104"/>
                </a:lnTo>
                <a:lnTo>
                  <a:pt x="407132" y="255661"/>
                </a:lnTo>
                <a:lnTo>
                  <a:pt x="405158" y="256196"/>
                </a:lnTo>
                <a:lnTo>
                  <a:pt x="402941" y="257502"/>
                </a:lnTo>
                <a:lnTo>
                  <a:pt x="401573" y="259762"/>
                </a:lnTo>
                <a:lnTo>
                  <a:pt x="399409" y="267768"/>
                </a:lnTo>
                <a:lnTo>
                  <a:pt x="398478" y="269108"/>
                </a:lnTo>
                <a:lnTo>
                  <a:pt x="396421" y="270286"/>
                </a:lnTo>
                <a:lnTo>
                  <a:pt x="395038" y="268305"/>
                </a:lnTo>
                <a:lnTo>
                  <a:pt x="392451" y="259756"/>
                </a:lnTo>
                <a:lnTo>
                  <a:pt x="390766" y="257107"/>
                </a:lnTo>
                <a:lnTo>
                  <a:pt x="389851" y="256362"/>
                </a:lnTo>
                <a:lnTo>
                  <a:pt x="387555" y="255799"/>
                </a:lnTo>
                <a:lnTo>
                  <a:pt x="384678" y="255643"/>
                </a:lnTo>
                <a:lnTo>
                  <a:pt x="382423" y="255995"/>
                </a:lnTo>
                <a:close/>
                <a:moveTo>
                  <a:pt x="437705" y="255911"/>
                </a:moveTo>
                <a:lnTo>
                  <a:pt x="436097" y="256525"/>
                </a:lnTo>
                <a:lnTo>
                  <a:pt x="434571" y="257792"/>
                </a:lnTo>
                <a:lnTo>
                  <a:pt x="434571" y="285955"/>
                </a:lnTo>
                <a:lnTo>
                  <a:pt x="436466" y="287263"/>
                </a:lnTo>
                <a:lnTo>
                  <a:pt x="438387" y="287575"/>
                </a:lnTo>
                <a:lnTo>
                  <a:pt x="441399" y="286848"/>
                </a:lnTo>
                <a:lnTo>
                  <a:pt x="442261" y="285930"/>
                </a:lnTo>
                <a:lnTo>
                  <a:pt x="442897" y="280635"/>
                </a:lnTo>
                <a:lnTo>
                  <a:pt x="442929" y="265271"/>
                </a:lnTo>
                <a:lnTo>
                  <a:pt x="445629" y="263344"/>
                </a:lnTo>
                <a:lnTo>
                  <a:pt x="448476" y="263124"/>
                </a:lnTo>
                <a:lnTo>
                  <a:pt x="450149" y="263528"/>
                </a:lnTo>
                <a:lnTo>
                  <a:pt x="450708" y="264044"/>
                </a:lnTo>
                <a:lnTo>
                  <a:pt x="451387" y="266041"/>
                </a:lnTo>
                <a:lnTo>
                  <a:pt x="451495" y="285579"/>
                </a:lnTo>
                <a:lnTo>
                  <a:pt x="452830" y="286898"/>
                </a:lnTo>
                <a:lnTo>
                  <a:pt x="454367" y="287468"/>
                </a:lnTo>
                <a:lnTo>
                  <a:pt x="457024" y="287396"/>
                </a:lnTo>
                <a:lnTo>
                  <a:pt x="458579" y="286779"/>
                </a:lnTo>
                <a:lnTo>
                  <a:pt x="459601" y="285746"/>
                </a:lnTo>
                <a:lnTo>
                  <a:pt x="459889" y="283028"/>
                </a:lnTo>
                <a:lnTo>
                  <a:pt x="460061" y="258419"/>
                </a:lnTo>
                <a:lnTo>
                  <a:pt x="458178" y="256649"/>
                </a:lnTo>
                <a:lnTo>
                  <a:pt x="456634" y="255953"/>
                </a:lnTo>
                <a:lnTo>
                  <a:pt x="437705" y="255911"/>
                </a:lnTo>
                <a:close/>
                <a:moveTo>
                  <a:pt x="488475" y="256496"/>
                </a:moveTo>
                <a:lnTo>
                  <a:pt x="486360" y="258566"/>
                </a:lnTo>
                <a:lnTo>
                  <a:pt x="485260" y="260890"/>
                </a:lnTo>
                <a:lnTo>
                  <a:pt x="483222" y="268537"/>
                </a:lnTo>
                <a:lnTo>
                  <a:pt x="478149" y="283128"/>
                </a:lnTo>
                <a:lnTo>
                  <a:pt x="477968" y="285831"/>
                </a:lnTo>
                <a:lnTo>
                  <a:pt x="479543" y="287533"/>
                </a:lnTo>
                <a:lnTo>
                  <a:pt x="482836" y="287525"/>
                </a:lnTo>
                <a:lnTo>
                  <a:pt x="484414" y="286264"/>
                </a:lnTo>
                <a:lnTo>
                  <a:pt x="486167" y="282977"/>
                </a:lnTo>
                <a:lnTo>
                  <a:pt x="487347" y="281636"/>
                </a:lnTo>
                <a:lnTo>
                  <a:pt x="488932" y="280937"/>
                </a:lnTo>
                <a:lnTo>
                  <a:pt x="491885" y="280708"/>
                </a:lnTo>
                <a:lnTo>
                  <a:pt x="493620" y="281197"/>
                </a:lnTo>
                <a:lnTo>
                  <a:pt x="494494" y="281924"/>
                </a:lnTo>
                <a:lnTo>
                  <a:pt x="496649" y="285650"/>
                </a:lnTo>
                <a:lnTo>
                  <a:pt x="498028" y="286900"/>
                </a:lnTo>
                <a:lnTo>
                  <a:pt x="500468" y="287627"/>
                </a:lnTo>
                <a:lnTo>
                  <a:pt x="503502" y="287219"/>
                </a:lnTo>
                <a:lnTo>
                  <a:pt x="504437" y="286283"/>
                </a:lnTo>
                <a:lnTo>
                  <a:pt x="504688" y="285370"/>
                </a:lnTo>
                <a:lnTo>
                  <a:pt x="504139" y="281542"/>
                </a:lnTo>
                <a:lnTo>
                  <a:pt x="498689" y="265399"/>
                </a:lnTo>
                <a:lnTo>
                  <a:pt x="496835" y="258790"/>
                </a:lnTo>
                <a:lnTo>
                  <a:pt x="495913" y="257358"/>
                </a:lnTo>
                <a:lnTo>
                  <a:pt x="493897" y="256124"/>
                </a:lnTo>
                <a:lnTo>
                  <a:pt x="490358" y="255678"/>
                </a:lnTo>
                <a:lnTo>
                  <a:pt x="488475" y="256496"/>
                </a:lnTo>
                <a:close/>
                <a:moveTo>
                  <a:pt x="491985" y="270996"/>
                </a:moveTo>
                <a:lnTo>
                  <a:pt x="492440" y="272124"/>
                </a:lnTo>
                <a:lnTo>
                  <a:pt x="491851" y="273019"/>
                </a:lnTo>
                <a:lnTo>
                  <a:pt x="490031" y="273398"/>
                </a:lnTo>
                <a:lnTo>
                  <a:pt x="489105" y="272823"/>
                </a:lnTo>
                <a:lnTo>
                  <a:pt x="488946" y="271385"/>
                </a:lnTo>
                <a:lnTo>
                  <a:pt x="489620" y="270409"/>
                </a:lnTo>
                <a:lnTo>
                  <a:pt x="490764" y="270246"/>
                </a:lnTo>
                <a:lnTo>
                  <a:pt x="491985" y="270996"/>
                </a:lnTo>
                <a:close/>
                <a:moveTo>
                  <a:pt x="525748" y="255995"/>
                </a:moveTo>
                <a:lnTo>
                  <a:pt x="524412" y="257211"/>
                </a:lnTo>
                <a:lnTo>
                  <a:pt x="523774" y="260664"/>
                </a:lnTo>
                <a:lnTo>
                  <a:pt x="523627" y="279610"/>
                </a:lnTo>
                <a:lnTo>
                  <a:pt x="523788" y="285254"/>
                </a:lnTo>
                <a:lnTo>
                  <a:pt x="524099" y="286156"/>
                </a:lnTo>
                <a:lnTo>
                  <a:pt x="525822" y="287380"/>
                </a:lnTo>
                <a:lnTo>
                  <a:pt x="528214" y="287696"/>
                </a:lnTo>
                <a:lnTo>
                  <a:pt x="529741" y="287310"/>
                </a:lnTo>
                <a:lnTo>
                  <a:pt x="531431" y="286081"/>
                </a:lnTo>
                <a:lnTo>
                  <a:pt x="531706" y="278539"/>
                </a:lnTo>
                <a:lnTo>
                  <a:pt x="532151" y="276188"/>
                </a:lnTo>
                <a:lnTo>
                  <a:pt x="533773" y="274938"/>
                </a:lnTo>
                <a:lnTo>
                  <a:pt x="536586" y="274584"/>
                </a:lnTo>
                <a:lnTo>
                  <a:pt x="539252" y="275167"/>
                </a:lnTo>
                <a:lnTo>
                  <a:pt x="540289" y="276052"/>
                </a:lnTo>
                <a:lnTo>
                  <a:pt x="540707" y="285705"/>
                </a:lnTo>
                <a:lnTo>
                  <a:pt x="542266" y="287160"/>
                </a:lnTo>
                <a:lnTo>
                  <a:pt x="543483" y="287628"/>
                </a:lnTo>
                <a:lnTo>
                  <a:pt x="545602" y="287667"/>
                </a:lnTo>
                <a:lnTo>
                  <a:pt x="547456" y="286920"/>
                </a:lnTo>
                <a:lnTo>
                  <a:pt x="548646" y="285579"/>
                </a:lnTo>
                <a:lnTo>
                  <a:pt x="548646" y="258711"/>
                </a:lnTo>
                <a:lnTo>
                  <a:pt x="547644" y="257111"/>
                </a:lnTo>
                <a:lnTo>
                  <a:pt x="546661" y="256152"/>
                </a:lnTo>
                <a:lnTo>
                  <a:pt x="545638" y="255786"/>
                </a:lnTo>
                <a:lnTo>
                  <a:pt x="543798" y="255764"/>
                </a:lnTo>
                <a:lnTo>
                  <a:pt x="542364" y="256422"/>
                </a:lnTo>
                <a:lnTo>
                  <a:pt x="541046" y="258591"/>
                </a:lnTo>
                <a:lnTo>
                  <a:pt x="540846" y="264477"/>
                </a:lnTo>
                <a:lnTo>
                  <a:pt x="540340" y="266174"/>
                </a:lnTo>
                <a:lnTo>
                  <a:pt x="539247" y="267211"/>
                </a:lnTo>
                <a:lnTo>
                  <a:pt x="536356" y="267674"/>
                </a:lnTo>
                <a:lnTo>
                  <a:pt x="533472" y="267300"/>
                </a:lnTo>
                <a:lnTo>
                  <a:pt x="532110" y="266368"/>
                </a:lnTo>
                <a:lnTo>
                  <a:pt x="531582" y="264286"/>
                </a:lnTo>
                <a:lnTo>
                  <a:pt x="531514" y="258001"/>
                </a:lnTo>
                <a:lnTo>
                  <a:pt x="528669" y="255763"/>
                </a:lnTo>
                <a:lnTo>
                  <a:pt x="527298" y="255616"/>
                </a:lnTo>
                <a:lnTo>
                  <a:pt x="525748" y="255995"/>
                </a:lnTo>
                <a:close/>
                <a:moveTo>
                  <a:pt x="571754" y="256413"/>
                </a:moveTo>
                <a:lnTo>
                  <a:pt x="570231" y="257678"/>
                </a:lnTo>
                <a:lnTo>
                  <a:pt x="569901" y="258850"/>
                </a:lnTo>
                <a:lnTo>
                  <a:pt x="569623" y="285287"/>
                </a:lnTo>
                <a:lnTo>
                  <a:pt x="570921" y="286725"/>
                </a:lnTo>
                <a:lnTo>
                  <a:pt x="572540" y="287464"/>
                </a:lnTo>
                <a:lnTo>
                  <a:pt x="574470" y="287667"/>
                </a:lnTo>
                <a:lnTo>
                  <a:pt x="576183" y="287251"/>
                </a:lnTo>
                <a:lnTo>
                  <a:pt x="578440" y="284613"/>
                </a:lnTo>
                <a:lnTo>
                  <a:pt x="581991" y="278748"/>
                </a:lnTo>
                <a:lnTo>
                  <a:pt x="586003" y="274255"/>
                </a:lnTo>
                <a:lnTo>
                  <a:pt x="587167" y="275794"/>
                </a:lnTo>
                <a:lnTo>
                  <a:pt x="587450" y="276815"/>
                </a:lnTo>
                <a:lnTo>
                  <a:pt x="587299" y="283426"/>
                </a:lnTo>
                <a:lnTo>
                  <a:pt x="587591" y="285872"/>
                </a:lnTo>
                <a:lnTo>
                  <a:pt x="588511" y="286915"/>
                </a:lnTo>
                <a:lnTo>
                  <a:pt x="589929" y="287522"/>
                </a:lnTo>
                <a:lnTo>
                  <a:pt x="592365" y="287555"/>
                </a:lnTo>
                <a:lnTo>
                  <a:pt x="593780" y="286954"/>
                </a:lnTo>
                <a:lnTo>
                  <a:pt x="595029" y="285579"/>
                </a:lnTo>
                <a:lnTo>
                  <a:pt x="595029" y="258001"/>
                </a:lnTo>
                <a:lnTo>
                  <a:pt x="592191" y="255708"/>
                </a:lnTo>
                <a:lnTo>
                  <a:pt x="590492" y="255614"/>
                </a:lnTo>
                <a:lnTo>
                  <a:pt x="588744" y="256491"/>
                </a:lnTo>
                <a:lnTo>
                  <a:pt x="586090" y="259591"/>
                </a:lnTo>
                <a:lnTo>
                  <a:pt x="580923" y="267727"/>
                </a:lnTo>
                <a:lnTo>
                  <a:pt x="579375" y="269199"/>
                </a:lnTo>
                <a:lnTo>
                  <a:pt x="578760" y="268930"/>
                </a:lnTo>
                <a:lnTo>
                  <a:pt x="578119" y="267293"/>
                </a:lnTo>
                <a:lnTo>
                  <a:pt x="577751" y="259527"/>
                </a:lnTo>
                <a:lnTo>
                  <a:pt x="577052" y="256956"/>
                </a:lnTo>
                <a:lnTo>
                  <a:pt x="575974" y="256037"/>
                </a:lnTo>
                <a:lnTo>
                  <a:pt x="574684" y="255642"/>
                </a:lnTo>
                <a:lnTo>
                  <a:pt x="573456" y="255673"/>
                </a:lnTo>
                <a:lnTo>
                  <a:pt x="571754" y="256413"/>
                </a:lnTo>
                <a:close/>
                <a:moveTo>
                  <a:pt x="617133" y="257207"/>
                </a:moveTo>
                <a:lnTo>
                  <a:pt x="615921" y="258460"/>
                </a:lnTo>
                <a:lnTo>
                  <a:pt x="616130" y="281401"/>
                </a:lnTo>
                <a:lnTo>
                  <a:pt x="616360" y="285494"/>
                </a:lnTo>
                <a:lnTo>
                  <a:pt x="616844" y="286352"/>
                </a:lnTo>
                <a:lnTo>
                  <a:pt x="618201" y="287165"/>
                </a:lnTo>
                <a:lnTo>
                  <a:pt x="619949" y="287538"/>
                </a:lnTo>
                <a:lnTo>
                  <a:pt x="621731" y="287445"/>
                </a:lnTo>
                <a:lnTo>
                  <a:pt x="623193" y="286859"/>
                </a:lnTo>
                <a:lnTo>
                  <a:pt x="628823" y="277438"/>
                </a:lnTo>
                <a:lnTo>
                  <a:pt x="630405" y="276120"/>
                </a:lnTo>
                <a:lnTo>
                  <a:pt x="632248" y="275304"/>
                </a:lnTo>
                <a:lnTo>
                  <a:pt x="632872" y="275479"/>
                </a:lnTo>
                <a:lnTo>
                  <a:pt x="633184" y="276360"/>
                </a:lnTo>
                <a:lnTo>
                  <a:pt x="634015" y="286373"/>
                </a:lnTo>
                <a:lnTo>
                  <a:pt x="635581" y="287337"/>
                </a:lnTo>
                <a:lnTo>
                  <a:pt x="637971" y="287631"/>
                </a:lnTo>
                <a:lnTo>
                  <a:pt x="640203" y="287193"/>
                </a:lnTo>
                <a:lnTo>
                  <a:pt x="641829" y="286039"/>
                </a:lnTo>
                <a:lnTo>
                  <a:pt x="641708" y="261679"/>
                </a:lnTo>
                <a:lnTo>
                  <a:pt x="640908" y="257073"/>
                </a:lnTo>
                <a:lnTo>
                  <a:pt x="639673" y="256135"/>
                </a:lnTo>
                <a:lnTo>
                  <a:pt x="637650" y="255995"/>
                </a:lnTo>
                <a:lnTo>
                  <a:pt x="636397" y="256205"/>
                </a:lnTo>
                <a:lnTo>
                  <a:pt x="634568" y="257259"/>
                </a:lnTo>
                <a:lnTo>
                  <a:pt x="632898" y="259103"/>
                </a:lnTo>
                <a:lnTo>
                  <a:pt x="627413" y="267988"/>
                </a:lnTo>
                <a:lnTo>
                  <a:pt x="625960" y="268917"/>
                </a:lnTo>
                <a:lnTo>
                  <a:pt x="625123" y="268667"/>
                </a:lnTo>
                <a:lnTo>
                  <a:pt x="624573" y="267654"/>
                </a:lnTo>
                <a:lnTo>
                  <a:pt x="624279" y="258043"/>
                </a:lnTo>
                <a:lnTo>
                  <a:pt x="622733" y="256625"/>
                </a:lnTo>
                <a:lnTo>
                  <a:pt x="620900" y="255961"/>
                </a:lnTo>
                <a:lnTo>
                  <a:pt x="618896" y="256160"/>
                </a:lnTo>
                <a:lnTo>
                  <a:pt x="617133" y="257207"/>
                </a:lnTo>
                <a:close/>
                <a:moveTo>
                  <a:pt x="825101" y="258544"/>
                </a:moveTo>
                <a:lnTo>
                  <a:pt x="824808" y="260215"/>
                </a:lnTo>
                <a:lnTo>
                  <a:pt x="827243" y="265620"/>
                </a:lnTo>
                <a:lnTo>
                  <a:pt x="826721" y="266716"/>
                </a:lnTo>
                <a:lnTo>
                  <a:pt x="823789" y="267452"/>
                </a:lnTo>
                <a:lnTo>
                  <a:pt x="816202" y="266824"/>
                </a:lnTo>
                <a:lnTo>
                  <a:pt x="811783" y="267395"/>
                </a:lnTo>
                <a:lnTo>
                  <a:pt x="809139" y="268841"/>
                </a:lnTo>
                <a:lnTo>
                  <a:pt x="808753" y="270771"/>
                </a:lnTo>
                <a:lnTo>
                  <a:pt x="809655" y="272726"/>
                </a:lnTo>
                <a:lnTo>
                  <a:pt x="811657" y="273971"/>
                </a:lnTo>
                <a:lnTo>
                  <a:pt x="816295" y="275342"/>
                </a:lnTo>
                <a:lnTo>
                  <a:pt x="821768" y="275955"/>
                </a:lnTo>
                <a:lnTo>
                  <a:pt x="823231" y="276507"/>
                </a:lnTo>
                <a:lnTo>
                  <a:pt x="824816" y="277895"/>
                </a:lnTo>
                <a:lnTo>
                  <a:pt x="827872" y="284490"/>
                </a:lnTo>
                <a:lnTo>
                  <a:pt x="832055" y="296261"/>
                </a:lnTo>
                <a:lnTo>
                  <a:pt x="837950" y="304803"/>
                </a:lnTo>
                <a:lnTo>
                  <a:pt x="841837" y="313938"/>
                </a:lnTo>
                <a:lnTo>
                  <a:pt x="842687" y="319133"/>
                </a:lnTo>
                <a:lnTo>
                  <a:pt x="842984" y="336587"/>
                </a:lnTo>
                <a:lnTo>
                  <a:pt x="844197" y="342617"/>
                </a:lnTo>
                <a:lnTo>
                  <a:pt x="842792" y="351497"/>
                </a:lnTo>
                <a:lnTo>
                  <a:pt x="841038" y="370964"/>
                </a:lnTo>
                <a:lnTo>
                  <a:pt x="840177" y="374940"/>
                </a:lnTo>
                <a:lnTo>
                  <a:pt x="838229" y="379659"/>
                </a:lnTo>
                <a:lnTo>
                  <a:pt x="836953" y="381616"/>
                </a:lnTo>
                <a:lnTo>
                  <a:pt x="835202" y="383107"/>
                </a:lnTo>
                <a:lnTo>
                  <a:pt x="833000" y="384117"/>
                </a:lnTo>
                <a:lnTo>
                  <a:pt x="830371" y="384630"/>
                </a:lnTo>
                <a:lnTo>
                  <a:pt x="826605" y="384695"/>
                </a:lnTo>
                <a:lnTo>
                  <a:pt x="822452" y="379459"/>
                </a:lnTo>
                <a:lnTo>
                  <a:pt x="822489" y="378468"/>
                </a:lnTo>
                <a:lnTo>
                  <a:pt x="823210" y="377701"/>
                </a:lnTo>
                <a:lnTo>
                  <a:pt x="828210" y="376770"/>
                </a:lnTo>
                <a:lnTo>
                  <a:pt x="829724" y="376023"/>
                </a:lnTo>
                <a:lnTo>
                  <a:pt x="830533" y="375001"/>
                </a:lnTo>
                <a:lnTo>
                  <a:pt x="830658" y="355654"/>
                </a:lnTo>
                <a:lnTo>
                  <a:pt x="828449" y="349895"/>
                </a:lnTo>
                <a:lnTo>
                  <a:pt x="827227" y="341852"/>
                </a:lnTo>
                <a:lnTo>
                  <a:pt x="826172" y="338597"/>
                </a:lnTo>
                <a:lnTo>
                  <a:pt x="823428" y="334324"/>
                </a:lnTo>
                <a:lnTo>
                  <a:pt x="817955" y="329542"/>
                </a:lnTo>
                <a:lnTo>
                  <a:pt x="815411" y="328416"/>
                </a:lnTo>
                <a:lnTo>
                  <a:pt x="813481" y="329009"/>
                </a:lnTo>
                <a:lnTo>
                  <a:pt x="804476" y="342336"/>
                </a:lnTo>
                <a:lnTo>
                  <a:pt x="802465" y="344149"/>
                </a:lnTo>
                <a:lnTo>
                  <a:pt x="800445" y="344320"/>
                </a:lnTo>
                <a:lnTo>
                  <a:pt x="797139" y="341932"/>
                </a:lnTo>
                <a:lnTo>
                  <a:pt x="795480" y="341180"/>
                </a:lnTo>
                <a:lnTo>
                  <a:pt x="794013" y="341252"/>
                </a:lnTo>
                <a:lnTo>
                  <a:pt x="792550" y="342408"/>
                </a:lnTo>
                <a:lnTo>
                  <a:pt x="795934" y="353257"/>
                </a:lnTo>
                <a:lnTo>
                  <a:pt x="797198" y="354195"/>
                </a:lnTo>
                <a:lnTo>
                  <a:pt x="800409" y="354801"/>
                </a:lnTo>
                <a:lnTo>
                  <a:pt x="803317" y="354387"/>
                </a:lnTo>
                <a:lnTo>
                  <a:pt x="805654" y="353012"/>
                </a:lnTo>
                <a:lnTo>
                  <a:pt x="809775" y="349124"/>
                </a:lnTo>
                <a:lnTo>
                  <a:pt x="816367" y="341985"/>
                </a:lnTo>
                <a:lnTo>
                  <a:pt x="817276" y="341960"/>
                </a:lnTo>
                <a:lnTo>
                  <a:pt x="818133" y="342965"/>
                </a:lnTo>
                <a:lnTo>
                  <a:pt x="818530" y="344929"/>
                </a:lnTo>
                <a:lnTo>
                  <a:pt x="818582" y="350556"/>
                </a:lnTo>
                <a:lnTo>
                  <a:pt x="821716" y="356072"/>
                </a:lnTo>
                <a:lnTo>
                  <a:pt x="822009" y="365850"/>
                </a:lnTo>
                <a:lnTo>
                  <a:pt x="819979" y="367638"/>
                </a:lnTo>
                <a:lnTo>
                  <a:pt x="815898" y="368349"/>
                </a:lnTo>
                <a:lnTo>
                  <a:pt x="814136" y="369614"/>
                </a:lnTo>
                <a:lnTo>
                  <a:pt x="811249" y="374671"/>
                </a:lnTo>
                <a:lnTo>
                  <a:pt x="810305" y="377011"/>
                </a:lnTo>
                <a:lnTo>
                  <a:pt x="810089" y="378694"/>
                </a:lnTo>
                <a:lnTo>
                  <a:pt x="811227" y="380929"/>
                </a:lnTo>
                <a:lnTo>
                  <a:pt x="817184" y="387824"/>
                </a:lnTo>
                <a:lnTo>
                  <a:pt x="818865" y="391748"/>
                </a:lnTo>
                <a:lnTo>
                  <a:pt x="818474" y="394070"/>
                </a:lnTo>
                <a:lnTo>
                  <a:pt x="814339" y="399286"/>
                </a:lnTo>
                <a:lnTo>
                  <a:pt x="814299" y="401107"/>
                </a:lnTo>
                <a:lnTo>
                  <a:pt x="816436" y="403336"/>
                </a:lnTo>
                <a:lnTo>
                  <a:pt x="818362" y="404128"/>
                </a:lnTo>
                <a:lnTo>
                  <a:pt x="821701" y="404683"/>
                </a:lnTo>
                <a:lnTo>
                  <a:pt x="824499" y="404341"/>
                </a:lnTo>
                <a:lnTo>
                  <a:pt x="825583" y="403565"/>
                </a:lnTo>
                <a:lnTo>
                  <a:pt x="827887" y="400432"/>
                </a:lnTo>
                <a:lnTo>
                  <a:pt x="829726" y="395979"/>
                </a:lnTo>
                <a:lnTo>
                  <a:pt x="831797" y="393982"/>
                </a:lnTo>
                <a:lnTo>
                  <a:pt x="835109" y="392594"/>
                </a:lnTo>
                <a:lnTo>
                  <a:pt x="840990" y="391165"/>
                </a:lnTo>
                <a:lnTo>
                  <a:pt x="844430" y="386445"/>
                </a:lnTo>
                <a:lnTo>
                  <a:pt x="848292" y="380140"/>
                </a:lnTo>
                <a:lnTo>
                  <a:pt x="850909" y="361949"/>
                </a:lnTo>
                <a:lnTo>
                  <a:pt x="851960" y="348507"/>
                </a:lnTo>
                <a:lnTo>
                  <a:pt x="851802" y="313450"/>
                </a:lnTo>
                <a:lnTo>
                  <a:pt x="847398" y="303595"/>
                </a:lnTo>
                <a:lnTo>
                  <a:pt x="844942" y="299624"/>
                </a:lnTo>
                <a:lnTo>
                  <a:pt x="842510" y="296606"/>
                </a:lnTo>
                <a:lnTo>
                  <a:pt x="839094" y="290581"/>
                </a:lnTo>
                <a:lnTo>
                  <a:pt x="838691" y="288927"/>
                </a:lnTo>
                <a:lnTo>
                  <a:pt x="839102" y="286580"/>
                </a:lnTo>
                <a:lnTo>
                  <a:pt x="839953" y="286203"/>
                </a:lnTo>
                <a:lnTo>
                  <a:pt x="842157" y="287852"/>
                </a:lnTo>
                <a:lnTo>
                  <a:pt x="849915" y="298073"/>
                </a:lnTo>
                <a:lnTo>
                  <a:pt x="853779" y="303815"/>
                </a:lnTo>
                <a:lnTo>
                  <a:pt x="856475" y="306824"/>
                </a:lnTo>
                <a:lnTo>
                  <a:pt x="858825" y="308820"/>
                </a:lnTo>
                <a:lnTo>
                  <a:pt x="860829" y="312052"/>
                </a:lnTo>
                <a:lnTo>
                  <a:pt x="862723" y="316417"/>
                </a:lnTo>
                <a:lnTo>
                  <a:pt x="864839" y="320122"/>
                </a:lnTo>
                <a:lnTo>
                  <a:pt x="867482" y="323479"/>
                </a:lnTo>
                <a:lnTo>
                  <a:pt x="870356" y="326154"/>
                </a:lnTo>
                <a:lnTo>
                  <a:pt x="873163" y="327814"/>
                </a:lnTo>
                <a:lnTo>
                  <a:pt x="874450" y="328159"/>
                </a:lnTo>
                <a:lnTo>
                  <a:pt x="876688" y="327851"/>
                </a:lnTo>
                <a:lnTo>
                  <a:pt x="877916" y="326074"/>
                </a:lnTo>
                <a:lnTo>
                  <a:pt x="878461" y="322351"/>
                </a:lnTo>
                <a:lnTo>
                  <a:pt x="880884" y="321415"/>
                </a:lnTo>
                <a:lnTo>
                  <a:pt x="883839" y="320903"/>
                </a:lnTo>
                <a:lnTo>
                  <a:pt x="884651" y="319609"/>
                </a:lnTo>
                <a:lnTo>
                  <a:pt x="883894" y="317581"/>
                </a:lnTo>
                <a:lnTo>
                  <a:pt x="881202" y="314871"/>
                </a:lnTo>
                <a:lnTo>
                  <a:pt x="870203" y="309440"/>
                </a:lnTo>
                <a:lnTo>
                  <a:pt x="868007" y="307723"/>
                </a:lnTo>
                <a:lnTo>
                  <a:pt x="866359" y="305454"/>
                </a:lnTo>
                <a:lnTo>
                  <a:pt x="864964" y="300748"/>
                </a:lnTo>
                <a:lnTo>
                  <a:pt x="864431" y="296833"/>
                </a:lnTo>
                <a:lnTo>
                  <a:pt x="865113" y="295257"/>
                </a:lnTo>
                <a:lnTo>
                  <a:pt x="868913" y="292437"/>
                </a:lnTo>
                <a:lnTo>
                  <a:pt x="868976" y="290009"/>
                </a:lnTo>
                <a:lnTo>
                  <a:pt x="868145" y="288405"/>
                </a:lnTo>
                <a:lnTo>
                  <a:pt x="845221" y="272318"/>
                </a:lnTo>
                <a:lnTo>
                  <a:pt x="843176" y="270205"/>
                </a:lnTo>
                <a:lnTo>
                  <a:pt x="839170" y="264931"/>
                </a:lnTo>
                <a:lnTo>
                  <a:pt x="832831" y="258878"/>
                </a:lnTo>
                <a:lnTo>
                  <a:pt x="831177" y="258097"/>
                </a:lnTo>
                <a:lnTo>
                  <a:pt x="828417" y="257583"/>
                </a:lnTo>
                <a:lnTo>
                  <a:pt x="826053" y="257881"/>
                </a:lnTo>
                <a:lnTo>
                  <a:pt x="825101" y="258544"/>
                </a:lnTo>
                <a:close/>
                <a:moveTo>
                  <a:pt x="561809" y="301541"/>
                </a:moveTo>
                <a:lnTo>
                  <a:pt x="557088" y="302261"/>
                </a:lnTo>
                <a:lnTo>
                  <a:pt x="552647" y="303449"/>
                </a:lnTo>
                <a:lnTo>
                  <a:pt x="548517" y="305081"/>
                </a:lnTo>
                <a:lnTo>
                  <a:pt x="544728" y="307133"/>
                </a:lnTo>
                <a:lnTo>
                  <a:pt x="541308" y="309580"/>
                </a:lnTo>
                <a:lnTo>
                  <a:pt x="538288" y="312396"/>
                </a:lnTo>
                <a:lnTo>
                  <a:pt x="535698" y="315558"/>
                </a:lnTo>
                <a:lnTo>
                  <a:pt x="533567" y="319039"/>
                </a:lnTo>
                <a:lnTo>
                  <a:pt x="531926" y="322816"/>
                </a:lnTo>
                <a:lnTo>
                  <a:pt x="530804" y="326864"/>
                </a:lnTo>
                <a:lnTo>
                  <a:pt x="530052" y="330583"/>
                </a:lnTo>
                <a:lnTo>
                  <a:pt x="530052" y="391172"/>
                </a:lnTo>
                <a:lnTo>
                  <a:pt x="531542" y="398370"/>
                </a:lnTo>
                <a:lnTo>
                  <a:pt x="533928" y="404139"/>
                </a:lnTo>
                <a:lnTo>
                  <a:pt x="535540" y="406801"/>
                </a:lnTo>
                <a:lnTo>
                  <a:pt x="539508" y="411570"/>
                </a:lnTo>
                <a:lnTo>
                  <a:pt x="544344" y="415446"/>
                </a:lnTo>
                <a:lnTo>
                  <a:pt x="549900" y="418249"/>
                </a:lnTo>
                <a:lnTo>
                  <a:pt x="556638" y="420348"/>
                </a:lnTo>
                <a:lnTo>
                  <a:pt x="570067" y="420883"/>
                </a:lnTo>
                <a:lnTo>
                  <a:pt x="610442" y="420808"/>
                </a:lnTo>
                <a:lnTo>
                  <a:pt x="616064" y="420095"/>
                </a:lnTo>
                <a:lnTo>
                  <a:pt x="624077" y="417081"/>
                </a:lnTo>
                <a:lnTo>
                  <a:pt x="629517" y="413423"/>
                </a:lnTo>
                <a:lnTo>
                  <a:pt x="634056" y="409122"/>
                </a:lnTo>
                <a:lnTo>
                  <a:pt x="637934" y="403042"/>
                </a:lnTo>
                <a:lnTo>
                  <a:pt x="640829" y="394300"/>
                </a:lnTo>
                <a:lnTo>
                  <a:pt x="641395" y="386455"/>
                </a:lnTo>
                <a:lnTo>
                  <a:pt x="641522" y="377188"/>
                </a:lnTo>
                <a:lnTo>
                  <a:pt x="641202" y="327658"/>
                </a:lnTo>
                <a:lnTo>
                  <a:pt x="637418" y="318528"/>
                </a:lnTo>
                <a:lnTo>
                  <a:pt x="635159" y="315075"/>
                </a:lnTo>
                <a:lnTo>
                  <a:pt x="632301" y="311611"/>
                </a:lnTo>
                <a:lnTo>
                  <a:pt x="627246" y="307407"/>
                </a:lnTo>
                <a:lnTo>
                  <a:pt x="621702" y="304493"/>
                </a:lnTo>
                <a:lnTo>
                  <a:pt x="611534" y="301374"/>
                </a:lnTo>
                <a:lnTo>
                  <a:pt x="561809" y="301541"/>
                </a:lnTo>
                <a:close/>
                <a:moveTo>
                  <a:pt x="608024" y="327658"/>
                </a:moveTo>
                <a:lnTo>
                  <a:pt x="610419" y="329036"/>
                </a:lnTo>
                <a:lnTo>
                  <a:pt x="613390" y="332044"/>
                </a:lnTo>
                <a:lnTo>
                  <a:pt x="614626" y="334343"/>
                </a:lnTo>
                <a:lnTo>
                  <a:pt x="614805" y="336388"/>
                </a:lnTo>
                <a:lnTo>
                  <a:pt x="615093" y="353703"/>
                </a:lnTo>
                <a:lnTo>
                  <a:pt x="614910" y="381936"/>
                </a:lnTo>
                <a:lnTo>
                  <a:pt x="614584" y="388163"/>
                </a:lnTo>
                <a:lnTo>
                  <a:pt x="613075" y="390817"/>
                </a:lnTo>
                <a:lnTo>
                  <a:pt x="610113" y="394139"/>
                </a:lnTo>
                <a:lnTo>
                  <a:pt x="602675" y="396437"/>
                </a:lnTo>
                <a:lnTo>
                  <a:pt x="566823" y="396186"/>
                </a:lnTo>
                <a:lnTo>
                  <a:pt x="560556" y="393601"/>
                </a:lnTo>
                <a:lnTo>
                  <a:pt x="558203" y="391038"/>
                </a:lnTo>
                <a:lnTo>
                  <a:pt x="555625" y="386158"/>
                </a:lnTo>
                <a:lnTo>
                  <a:pt x="555708" y="336725"/>
                </a:lnTo>
                <a:lnTo>
                  <a:pt x="558573" y="331100"/>
                </a:lnTo>
                <a:lnTo>
                  <a:pt x="561648" y="328314"/>
                </a:lnTo>
                <a:lnTo>
                  <a:pt x="563230" y="327616"/>
                </a:lnTo>
                <a:lnTo>
                  <a:pt x="565004" y="327381"/>
                </a:lnTo>
                <a:lnTo>
                  <a:pt x="591853" y="327029"/>
                </a:lnTo>
                <a:lnTo>
                  <a:pt x="608024" y="327658"/>
                </a:lnTo>
                <a:close/>
                <a:moveTo>
                  <a:pt x="25364" y="304049"/>
                </a:moveTo>
                <a:lnTo>
                  <a:pt x="1588" y="304258"/>
                </a:lnTo>
                <a:lnTo>
                  <a:pt x="0" y="306221"/>
                </a:lnTo>
                <a:lnTo>
                  <a:pt x="0" y="326529"/>
                </a:lnTo>
                <a:lnTo>
                  <a:pt x="1588" y="328493"/>
                </a:lnTo>
                <a:lnTo>
                  <a:pt x="60631" y="328702"/>
                </a:lnTo>
                <a:lnTo>
                  <a:pt x="64653" y="330413"/>
                </a:lnTo>
                <a:lnTo>
                  <a:pt x="66343" y="331530"/>
                </a:lnTo>
                <a:lnTo>
                  <a:pt x="69364" y="335513"/>
                </a:lnTo>
                <a:lnTo>
                  <a:pt x="69260" y="344628"/>
                </a:lnTo>
                <a:lnTo>
                  <a:pt x="68737" y="346868"/>
                </a:lnTo>
                <a:lnTo>
                  <a:pt x="66732" y="347581"/>
                </a:lnTo>
                <a:lnTo>
                  <a:pt x="63497" y="347809"/>
                </a:lnTo>
                <a:lnTo>
                  <a:pt x="30629" y="348258"/>
                </a:lnTo>
                <a:lnTo>
                  <a:pt x="29834" y="349438"/>
                </a:lnTo>
                <a:lnTo>
                  <a:pt x="29410" y="352280"/>
                </a:lnTo>
                <a:lnTo>
                  <a:pt x="29358" y="367060"/>
                </a:lnTo>
                <a:lnTo>
                  <a:pt x="29971" y="371735"/>
                </a:lnTo>
                <a:lnTo>
                  <a:pt x="30550" y="372724"/>
                </a:lnTo>
                <a:lnTo>
                  <a:pt x="31263" y="373068"/>
                </a:lnTo>
                <a:lnTo>
                  <a:pt x="67609" y="373413"/>
                </a:lnTo>
                <a:lnTo>
                  <a:pt x="69573" y="375001"/>
                </a:lnTo>
                <a:lnTo>
                  <a:pt x="68944" y="387408"/>
                </a:lnTo>
                <a:lnTo>
                  <a:pt x="68052" y="389066"/>
                </a:lnTo>
                <a:lnTo>
                  <a:pt x="65940" y="391101"/>
                </a:lnTo>
                <a:lnTo>
                  <a:pt x="61216" y="393679"/>
                </a:lnTo>
                <a:lnTo>
                  <a:pt x="1755" y="394097"/>
                </a:lnTo>
                <a:lnTo>
                  <a:pt x="0" y="395685"/>
                </a:lnTo>
                <a:lnTo>
                  <a:pt x="0" y="416786"/>
                </a:lnTo>
                <a:lnTo>
                  <a:pt x="1588" y="418750"/>
                </a:lnTo>
                <a:lnTo>
                  <a:pt x="59189" y="418782"/>
                </a:lnTo>
                <a:lnTo>
                  <a:pt x="67278" y="418262"/>
                </a:lnTo>
                <a:lnTo>
                  <a:pt x="73419" y="417427"/>
                </a:lnTo>
                <a:lnTo>
                  <a:pt x="77513" y="416238"/>
                </a:lnTo>
                <a:lnTo>
                  <a:pt x="83113" y="413867"/>
                </a:lnTo>
                <a:lnTo>
                  <a:pt x="88182" y="409565"/>
                </a:lnTo>
                <a:lnTo>
                  <a:pt x="91469" y="404768"/>
                </a:lnTo>
                <a:lnTo>
                  <a:pt x="93200" y="400701"/>
                </a:lnTo>
                <a:lnTo>
                  <a:pt x="95204" y="394133"/>
                </a:lnTo>
                <a:lnTo>
                  <a:pt x="95713" y="390383"/>
                </a:lnTo>
                <a:lnTo>
                  <a:pt x="96337" y="370583"/>
                </a:lnTo>
                <a:lnTo>
                  <a:pt x="95888" y="335660"/>
                </a:lnTo>
                <a:lnTo>
                  <a:pt x="95145" y="327798"/>
                </a:lnTo>
                <a:lnTo>
                  <a:pt x="92106" y="318305"/>
                </a:lnTo>
                <a:lnTo>
                  <a:pt x="89894" y="314606"/>
                </a:lnTo>
                <a:lnTo>
                  <a:pt x="88497" y="312959"/>
                </a:lnTo>
                <a:lnTo>
                  <a:pt x="85111" y="310063"/>
                </a:lnTo>
                <a:lnTo>
                  <a:pt x="80919" y="307683"/>
                </a:lnTo>
                <a:lnTo>
                  <a:pt x="74179" y="305280"/>
                </a:lnTo>
                <a:lnTo>
                  <a:pt x="68735" y="304419"/>
                </a:lnTo>
                <a:lnTo>
                  <a:pt x="60145" y="303994"/>
                </a:lnTo>
                <a:lnTo>
                  <a:pt x="25364" y="304049"/>
                </a:lnTo>
                <a:close/>
                <a:moveTo>
                  <a:pt x="190668" y="303965"/>
                </a:moveTo>
                <a:lnTo>
                  <a:pt x="188053" y="304401"/>
                </a:lnTo>
                <a:lnTo>
                  <a:pt x="187534" y="304759"/>
                </a:lnTo>
                <a:lnTo>
                  <a:pt x="187312" y="305592"/>
                </a:lnTo>
                <a:lnTo>
                  <a:pt x="186573" y="344915"/>
                </a:lnTo>
                <a:lnTo>
                  <a:pt x="184985" y="346670"/>
                </a:lnTo>
                <a:lnTo>
                  <a:pt x="147687" y="346627"/>
                </a:lnTo>
                <a:lnTo>
                  <a:pt x="134550" y="346252"/>
                </a:lnTo>
                <a:lnTo>
                  <a:pt x="133526" y="344733"/>
                </a:lnTo>
                <a:lnTo>
                  <a:pt x="133034" y="339922"/>
                </a:lnTo>
                <a:lnTo>
                  <a:pt x="132879" y="305344"/>
                </a:lnTo>
                <a:lnTo>
                  <a:pt x="131295" y="304423"/>
                </a:lnTo>
                <a:lnTo>
                  <a:pt x="129102" y="304164"/>
                </a:lnTo>
                <a:lnTo>
                  <a:pt x="108225" y="304049"/>
                </a:lnTo>
                <a:lnTo>
                  <a:pt x="106554" y="305720"/>
                </a:lnTo>
                <a:lnTo>
                  <a:pt x="106554" y="416870"/>
                </a:lnTo>
                <a:lnTo>
                  <a:pt x="107735" y="417987"/>
                </a:lnTo>
                <a:lnTo>
                  <a:pt x="109708" y="418644"/>
                </a:lnTo>
                <a:lnTo>
                  <a:pt x="112161" y="418858"/>
                </a:lnTo>
                <a:lnTo>
                  <a:pt x="131165" y="418750"/>
                </a:lnTo>
                <a:lnTo>
                  <a:pt x="132962" y="416954"/>
                </a:lnTo>
                <a:lnTo>
                  <a:pt x="132943" y="382004"/>
                </a:lnTo>
                <a:lnTo>
                  <a:pt x="133500" y="373761"/>
                </a:lnTo>
                <a:lnTo>
                  <a:pt x="134126" y="372469"/>
                </a:lnTo>
                <a:lnTo>
                  <a:pt x="134956" y="372087"/>
                </a:lnTo>
                <a:lnTo>
                  <a:pt x="144370" y="371816"/>
                </a:lnTo>
                <a:lnTo>
                  <a:pt x="185069" y="371741"/>
                </a:lnTo>
                <a:lnTo>
                  <a:pt x="186782" y="373956"/>
                </a:lnTo>
                <a:lnTo>
                  <a:pt x="186782" y="416912"/>
                </a:lnTo>
                <a:lnTo>
                  <a:pt x="188871" y="419001"/>
                </a:lnTo>
                <a:lnTo>
                  <a:pt x="210976" y="418750"/>
                </a:lnTo>
                <a:lnTo>
                  <a:pt x="212856" y="416870"/>
                </a:lnTo>
                <a:lnTo>
                  <a:pt x="212689" y="306138"/>
                </a:lnTo>
                <a:lnTo>
                  <a:pt x="211568" y="304721"/>
                </a:lnTo>
                <a:lnTo>
                  <a:pt x="209403" y="304347"/>
                </a:lnTo>
                <a:lnTo>
                  <a:pt x="190668" y="303965"/>
                </a:lnTo>
                <a:close/>
                <a:moveTo>
                  <a:pt x="249670" y="304508"/>
                </a:moveTo>
                <a:lnTo>
                  <a:pt x="245215" y="305583"/>
                </a:lnTo>
                <a:lnTo>
                  <a:pt x="239170" y="307847"/>
                </a:lnTo>
                <a:lnTo>
                  <a:pt x="236006" y="309606"/>
                </a:lnTo>
                <a:lnTo>
                  <a:pt x="233144" y="312128"/>
                </a:lnTo>
                <a:lnTo>
                  <a:pt x="230701" y="315086"/>
                </a:lnTo>
                <a:lnTo>
                  <a:pt x="227907" y="320204"/>
                </a:lnTo>
                <a:lnTo>
                  <a:pt x="226679" y="323975"/>
                </a:lnTo>
                <a:lnTo>
                  <a:pt x="225225" y="331168"/>
                </a:lnTo>
                <a:lnTo>
                  <a:pt x="224871" y="346881"/>
                </a:lnTo>
                <a:lnTo>
                  <a:pt x="225016" y="391172"/>
                </a:lnTo>
                <a:lnTo>
                  <a:pt x="226907" y="399287"/>
                </a:lnTo>
                <a:lnTo>
                  <a:pt x="229793" y="406078"/>
                </a:lnTo>
                <a:lnTo>
                  <a:pt x="232504" y="409667"/>
                </a:lnTo>
                <a:lnTo>
                  <a:pt x="237909" y="413863"/>
                </a:lnTo>
                <a:lnTo>
                  <a:pt x="244394" y="416761"/>
                </a:lnTo>
                <a:lnTo>
                  <a:pt x="249308" y="417866"/>
                </a:lnTo>
                <a:lnTo>
                  <a:pt x="256804" y="418462"/>
                </a:lnTo>
                <a:lnTo>
                  <a:pt x="268848" y="418704"/>
                </a:lnTo>
                <a:lnTo>
                  <a:pt x="318491" y="418750"/>
                </a:lnTo>
                <a:lnTo>
                  <a:pt x="320079" y="416786"/>
                </a:lnTo>
                <a:lnTo>
                  <a:pt x="320011" y="398661"/>
                </a:lnTo>
                <a:lnTo>
                  <a:pt x="319786" y="396066"/>
                </a:lnTo>
                <a:lnTo>
                  <a:pt x="318929" y="394455"/>
                </a:lnTo>
                <a:lnTo>
                  <a:pt x="317340" y="394059"/>
                </a:lnTo>
                <a:lnTo>
                  <a:pt x="311785" y="393952"/>
                </a:lnTo>
                <a:lnTo>
                  <a:pt x="259698" y="393679"/>
                </a:lnTo>
                <a:lnTo>
                  <a:pt x="255588" y="391648"/>
                </a:lnTo>
                <a:lnTo>
                  <a:pt x="252700" y="389044"/>
                </a:lnTo>
                <a:lnTo>
                  <a:pt x="251166" y="385226"/>
                </a:lnTo>
                <a:lnTo>
                  <a:pt x="250714" y="379639"/>
                </a:lnTo>
                <a:lnTo>
                  <a:pt x="250940" y="375418"/>
                </a:lnTo>
                <a:lnTo>
                  <a:pt x="252469" y="373622"/>
                </a:lnTo>
                <a:lnTo>
                  <a:pt x="318449" y="372870"/>
                </a:lnTo>
                <a:lnTo>
                  <a:pt x="319427" y="371790"/>
                </a:lnTo>
                <a:lnTo>
                  <a:pt x="319797" y="370185"/>
                </a:lnTo>
                <a:lnTo>
                  <a:pt x="320079" y="360292"/>
                </a:lnTo>
                <a:lnTo>
                  <a:pt x="320079" y="350096"/>
                </a:lnTo>
                <a:lnTo>
                  <a:pt x="318491" y="348133"/>
                </a:lnTo>
                <a:lnTo>
                  <a:pt x="252399" y="347402"/>
                </a:lnTo>
                <a:lnTo>
                  <a:pt x="251554" y="347162"/>
                </a:lnTo>
                <a:lnTo>
                  <a:pt x="251117" y="346604"/>
                </a:lnTo>
                <a:lnTo>
                  <a:pt x="250726" y="343306"/>
                </a:lnTo>
                <a:lnTo>
                  <a:pt x="251153" y="337085"/>
                </a:lnTo>
                <a:lnTo>
                  <a:pt x="253246" y="332659"/>
                </a:lnTo>
                <a:lnTo>
                  <a:pt x="254496" y="331204"/>
                </a:lnTo>
                <a:lnTo>
                  <a:pt x="255589" y="330538"/>
                </a:lnTo>
                <a:lnTo>
                  <a:pt x="260701" y="328702"/>
                </a:lnTo>
                <a:lnTo>
                  <a:pt x="317864" y="328702"/>
                </a:lnTo>
                <a:lnTo>
                  <a:pt x="320079" y="326989"/>
                </a:lnTo>
                <a:lnTo>
                  <a:pt x="320079" y="305344"/>
                </a:lnTo>
                <a:lnTo>
                  <a:pt x="318112" y="304423"/>
                </a:lnTo>
                <a:lnTo>
                  <a:pt x="309496" y="304124"/>
                </a:lnTo>
                <a:lnTo>
                  <a:pt x="249670" y="304508"/>
                </a:lnTo>
                <a:close/>
                <a:moveTo>
                  <a:pt x="334160" y="304801"/>
                </a:moveTo>
                <a:lnTo>
                  <a:pt x="333450" y="305595"/>
                </a:lnTo>
                <a:lnTo>
                  <a:pt x="333450" y="416912"/>
                </a:lnTo>
                <a:lnTo>
                  <a:pt x="335497" y="418959"/>
                </a:lnTo>
                <a:lnTo>
                  <a:pt x="351116" y="418925"/>
                </a:lnTo>
                <a:lnTo>
                  <a:pt x="357008" y="418481"/>
                </a:lnTo>
                <a:lnTo>
                  <a:pt x="358387" y="417959"/>
                </a:lnTo>
                <a:lnTo>
                  <a:pt x="359274" y="417163"/>
                </a:lnTo>
                <a:lnTo>
                  <a:pt x="359592" y="415587"/>
                </a:lnTo>
                <a:lnTo>
                  <a:pt x="359904" y="382180"/>
                </a:lnTo>
                <a:lnTo>
                  <a:pt x="360259" y="378874"/>
                </a:lnTo>
                <a:lnTo>
                  <a:pt x="360948" y="377388"/>
                </a:lnTo>
                <a:lnTo>
                  <a:pt x="362073" y="376756"/>
                </a:lnTo>
                <a:lnTo>
                  <a:pt x="364658" y="376582"/>
                </a:lnTo>
                <a:lnTo>
                  <a:pt x="397336" y="376339"/>
                </a:lnTo>
                <a:lnTo>
                  <a:pt x="407591" y="375806"/>
                </a:lnTo>
                <a:lnTo>
                  <a:pt x="416771" y="373621"/>
                </a:lnTo>
                <a:lnTo>
                  <a:pt x="420320" y="372073"/>
                </a:lnTo>
                <a:lnTo>
                  <a:pt x="423472" y="370162"/>
                </a:lnTo>
                <a:lnTo>
                  <a:pt x="427416" y="366645"/>
                </a:lnTo>
                <a:lnTo>
                  <a:pt x="429919" y="363220"/>
                </a:lnTo>
                <a:lnTo>
                  <a:pt x="431292" y="360076"/>
                </a:lnTo>
                <a:lnTo>
                  <a:pt x="433401" y="352729"/>
                </a:lnTo>
                <a:lnTo>
                  <a:pt x="433642" y="332389"/>
                </a:lnTo>
                <a:lnTo>
                  <a:pt x="433250" y="327434"/>
                </a:lnTo>
                <a:lnTo>
                  <a:pt x="430795" y="318818"/>
                </a:lnTo>
                <a:lnTo>
                  <a:pt x="429059" y="315595"/>
                </a:lnTo>
                <a:lnTo>
                  <a:pt x="426747" y="312630"/>
                </a:lnTo>
                <a:lnTo>
                  <a:pt x="424024" y="310102"/>
                </a:lnTo>
                <a:lnTo>
                  <a:pt x="421055" y="308188"/>
                </a:lnTo>
                <a:lnTo>
                  <a:pt x="413174" y="305076"/>
                </a:lnTo>
                <a:lnTo>
                  <a:pt x="406784" y="304299"/>
                </a:lnTo>
                <a:lnTo>
                  <a:pt x="391052" y="304065"/>
                </a:lnTo>
                <a:lnTo>
                  <a:pt x="334829" y="304049"/>
                </a:lnTo>
                <a:lnTo>
                  <a:pt x="334160" y="304801"/>
                </a:lnTo>
                <a:close/>
                <a:moveTo>
                  <a:pt x="398845" y="329162"/>
                </a:moveTo>
                <a:lnTo>
                  <a:pt x="402999" y="330776"/>
                </a:lnTo>
                <a:lnTo>
                  <a:pt x="404909" y="332176"/>
                </a:lnTo>
                <a:lnTo>
                  <a:pt x="406222" y="333922"/>
                </a:lnTo>
                <a:lnTo>
                  <a:pt x="407244" y="337352"/>
                </a:lnTo>
                <a:lnTo>
                  <a:pt x="407322" y="341123"/>
                </a:lnTo>
                <a:lnTo>
                  <a:pt x="406633" y="345258"/>
                </a:lnTo>
                <a:lnTo>
                  <a:pt x="405142" y="347465"/>
                </a:lnTo>
                <a:lnTo>
                  <a:pt x="402030" y="349887"/>
                </a:lnTo>
                <a:lnTo>
                  <a:pt x="400358" y="350473"/>
                </a:lnTo>
                <a:lnTo>
                  <a:pt x="394750" y="350728"/>
                </a:lnTo>
                <a:lnTo>
                  <a:pt x="361488" y="350849"/>
                </a:lnTo>
                <a:lnTo>
                  <a:pt x="359775" y="348634"/>
                </a:lnTo>
                <a:lnTo>
                  <a:pt x="360033" y="332852"/>
                </a:lnTo>
                <a:lnTo>
                  <a:pt x="360743" y="330160"/>
                </a:lnTo>
                <a:lnTo>
                  <a:pt x="362115" y="328911"/>
                </a:lnTo>
                <a:lnTo>
                  <a:pt x="380104" y="328582"/>
                </a:lnTo>
                <a:lnTo>
                  <a:pt x="398845" y="329162"/>
                </a:lnTo>
                <a:close/>
                <a:moveTo>
                  <a:pt x="467791" y="304675"/>
                </a:moveTo>
                <a:lnTo>
                  <a:pt x="463873" y="305682"/>
                </a:lnTo>
                <a:lnTo>
                  <a:pt x="458252" y="307744"/>
                </a:lnTo>
                <a:lnTo>
                  <a:pt x="455386" y="309465"/>
                </a:lnTo>
                <a:lnTo>
                  <a:pt x="452534" y="311868"/>
                </a:lnTo>
                <a:lnTo>
                  <a:pt x="449978" y="314676"/>
                </a:lnTo>
                <a:lnTo>
                  <a:pt x="448000" y="317616"/>
                </a:lnTo>
                <a:lnTo>
                  <a:pt x="444813" y="325750"/>
                </a:lnTo>
                <a:lnTo>
                  <a:pt x="444067" y="334338"/>
                </a:lnTo>
                <a:lnTo>
                  <a:pt x="443848" y="345621"/>
                </a:lnTo>
                <a:lnTo>
                  <a:pt x="443764" y="416912"/>
                </a:lnTo>
                <a:lnTo>
                  <a:pt x="445812" y="418959"/>
                </a:lnTo>
                <a:lnTo>
                  <a:pt x="464931" y="418759"/>
                </a:lnTo>
                <a:lnTo>
                  <a:pt x="467949" y="418161"/>
                </a:lnTo>
                <a:lnTo>
                  <a:pt x="469212" y="416954"/>
                </a:lnTo>
                <a:lnTo>
                  <a:pt x="469567" y="407124"/>
                </a:lnTo>
                <a:lnTo>
                  <a:pt x="469912" y="341687"/>
                </a:lnTo>
                <a:lnTo>
                  <a:pt x="470331" y="336807"/>
                </a:lnTo>
                <a:lnTo>
                  <a:pt x="471873" y="332786"/>
                </a:lnTo>
                <a:lnTo>
                  <a:pt x="474689" y="330676"/>
                </a:lnTo>
                <a:lnTo>
                  <a:pt x="479720" y="328972"/>
                </a:lnTo>
                <a:lnTo>
                  <a:pt x="488253" y="328597"/>
                </a:lnTo>
                <a:lnTo>
                  <a:pt x="519480" y="328493"/>
                </a:lnTo>
                <a:lnTo>
                  <a:pt x="521068" y="326529"/>
                </a:lnTo>
                <a:lnTo>
                  <a:pt x="520953" y="307642"/>
                </a:lnTo>
                <a:lnTo>
                  <a:pt x="520693" y="305611"/>
                </a:lnTo>
                <a:lnTo>
                  <a:pt x="519773" y="304049"/>
                </a:lnTo>
                <a:lnTo>
                  <a:pt x="478282" y="304194"/>
                </a:lnTo>
                <a:lnTo>
                  <a:pt x="467791" y="304675"/>
                </a:lnTo>
                <a:close/>
                <a:moveTo>
                  <a:pt x="727280" y="314537"/>
                </a:moveTo>
                <a:lnTo>
                  <a:pt x="723766" y="316635"/>
                </a:lnTo>
                <a:lnTo>
                  <a:pt x="720253" y="317987"/>
                </a:lnTo>
                <a:lnTo>
                  <a:pt x="717701" y="319603"/>
                </a:lnTo>
                <a:lnTo>
                  <a:pt x="710310" y="326232"/>
                </a:lnTo>
                <a:lnTo>
                  <a:pt x="706596" y="328764"/>
                </a:lnTo>
                <a:lnTo>
                  <a:pt x="705250" y="330559"/>
                </a:lnTo>
                <a:lnTo>
                  <a:pt x="704925" y="332045"/>
                </a:lnTo>
                <a:lnTo>
                  <a:pt x="705252" y="332781"/>
                </a:lnTo>
                <a:lnTo>
                  <a:pt x="710847" y="338832"/>
                </a:lnTo>
                <a:lnTo>
                  <a:pt x="711884" y="341002"/>
                </a:lnTo>
                <a:lnTo>
                  <a:pt x="710953" y="347495"/>
                </a:lnTo>
                <a:lnTo>
                  <a:pt x="710480" y="356915"/>
                </a:lnTo>
                <a:lnTo>
                  <a:pt x="710032" y="358581"/>
                </a:lnTo>
                <a:lnTo>
                  <a:pt x="708763" y="360556"/>
                </a:lnTo>
                <a:lnTo>
                  <a:pt x="706304" y="363050"/>
                </a:lnTo>
                <a:lnTo>
                  <a:pt x="700078" y="361671"/>
                </a:lnTo>
                <a:lnTo>
                  <a:pt x="695070" y="363433"/>
                </a:lnTo>
                <a:lnTo>
                  <a:pt x="693032" y="363682"/>
                </a:lnTo>
                <a:lnTo>
                  <a:pt x="686380" y="361864"/>
                </a:lnTo>
                <a:lnTo>
                  <a:pt x="683835" y="361713"/>
                </a:lnTo>
                <a:lnTo>
                  <a:pt x="682742" y="362005"/>
                </a:lnTo>
                <a:lnTo>
                  <a:pt x="680621" y="363440"/>
                </a:lnTo>
                <a:lnTo>
                  <a:pt x="675566" y="369474"/>
                </a:lnTo>
                <a:lnTo>
                  <a:pt x="671782" y="373071"/>
                </a:lnTo>
                <a:lnTo>
                  <a:pt x="667886" y="375467"/>
                </a:lnTo>
                <a:lnTo>
                  <a:pt x="665460" y="376237"/>
                </a:lnTo>
                <a:lnTo>
                  <a:pt x="663297" y="376464"/>
                </a:lnTo>
                <a:lnTo>
                  <a:pt x="660852" y="378099"/>
                </a:lnTo>
                <a:lnTo>
                  <a:pt x="659980" y="379912"/>
                </a:lnTo>
                <a:lnTo>
                  <a:pt x="659864" y="382002"/>
                </a:lnTo>
                <a:lnTo>
                  <a:pt x="660632" y="384110"/>
                </a:lnTo>
                <a:lnTo>
                  <a:pt x="661928" y="385538"/>
                </a:lnTo>
                <a:lnTo>
                  <a:pt x="663589" y="386519"/>
                </a:lnTo>
                <a:lnTo>
                  <a:pt x="665359" y="386986"/>
                </a:lnTo>
                <a:lnTo>
                  <a:pt x="667654" y="386580"/>
                </a:lnTo>
                <a:lnTo>
                  <a:pt x="669318" y="385231"/>
                </a:lnTo>
                <a:lnTo>
                  <a:pt x="679012" y="379419"/>
                </a:lnTo>
                <a:lnTo>
                  <a:pt x="684686" y="372810"/>
                </a:lnTo>
                <a:lnTo>
                  <a:pt x="686492" y="371418"/>
                </a:lnTo>
                <a:lnTo>
                  <a:pt x="687782" y="371373"/>
                </a:lnTo>
                <a:lnTo>
                  <a:pt x="692461" y="373152"/>
                </a:lnTo>
                <a:lnTo>
                  <a:pt x="694970" y="373575"/>
                </a:lnTo>
                <a:lnTo>
                  <a:pt x="697049" y="373174"/>
                </a:lnTo>
                <a:lnTo>
                  <a:pt x="699576" y="371324"/>
                </a:lnTo>
                <a:lnTo>
                  <a:pt x="706908" y="371684"/>
                </a:lnTo>
                <a:lnTo>
                  <a:pt x="709192" y="371479"/>
                </a:lnTo>
                <a:lnTo>
                  <a:pt x="711946" y="370308"/>
                </a:lnTo>
                <a:lnTo>
                  <a:pt x="720508" y="363196"/>
                </a:lnTo>
                <a:lnTo>
                  <a:pt x="721143" y="361870"/>
                </a:lnTo>
                <a:lnTo>
                  <a:pt x="721155" y="360828"/>
                </a:lnTo>
                <a:lnTo>
                  <a:pt x="719408" y="356103"/>
                </a:lnTo>
                <a:lnTo>
                  <a:pt x="719103" y="350925"/>
                </a:lnTo>
                <a:lnTo>
                  <a:pt x="719920" y="347032"/>
                </a:lnTo>
                <a:lnTo>
                  <a:pt x="721938" y="341859"/>
                </a:lnTo>
                <a:lnTo>
                  <a:pt x="722183" y="339770"/>
                </a:lnTo>
                <a:lnTo>
                  <a:pt x="721343" y="337016"/>
                </a:lnTo>
                <a:lnTo>
                  <a:pt x="718928" y="333777"/>
                </a:lnTo>
                <a:lnTo>
                  <a:pt x="718296" y="332129"/>
                </a:lnTo>
                <a:lnTo>
                  <a:pt x="719217" y="330234"/>
                </a:lnTo>
                <a:lnTo>
                  <a:pt x="721645" y="327935"/>
                </a:lnTo>
                <a:lnTo>
                  <a:pt x="729556" y="323193"/>
                </a:lnTo>
                <a:lnTo>
                  <a:pt x="730887" y="321802"/>
                </a:lnTo>
                <a:lnTo>
                  <a:pt x="731718" y="317919"/>
                </a:lnTo>
                <a:lnTo>
                  <a:pt x="731543" y="315331"/>
                </a:lnTo>
                <a:lnTo>
                  <a:pt x="729740" y="314197"/>
                </a:lnTo>
                <a:lnTo>
                  <a:pt x="727280" y="314537"/>
                </a:lnTo>
                <a:close/>
                <a:moveTo>
                  <a:pt x="554622" y="440646"/>
                </a:moveTo>
                <a:lnTo>
                  <a:pt x="537824" y="440897"/>
                </a:lnTo>
                <a:lnTo>
                  <a:pt x="535902" y="442819"/>
                </a:lnTo>
                <a:lnTo>
                  <a:pt x="535812" y="546817"/>
                </a:lnTo>
                <a:lnTo>
                  <a:pt x="535902" y="553384"/>
                </a:lnTo>
                <a:lnTo>
                  <a:pt x="536394" y="554429"/>
                </a:lnTo>
                <a:lnTo>
                  <a:pt x="538513" y="555327"/>
                </a:lnTo>
                <a:lnTo>
                  <a:pt x="541467" y="555585"/>
                </a:lnTo>
                <a:lnTo>
                  <a:pt x="559720" y="555557"/>
                </a:lnTo>
                <a:lnTo>
                  <a:pt x="561600" y="553802"/>
                </a:lnTo>
                <a:lnTo>
                  <a:pt x="561704" y="478776"/>
                </a:lnTo>
                <a:lnTo>
                  <a:pt x="561883" y="470028"/>
                </a:lnTo>
                <a:lnTo>
                  <a:pt x="562385" y="467606"/>
                </a:lnTo>
                <a:lnTo>
                  <a:pt x="563564" y="466637"/>
                </a:lnTo>
                <a:lnTo>
                  <a:pt x="569019" y="466374"/>
                </a:lnTo>
                <a:lnTo>
                  <a:pt x="607650" y="466209"/>
                </a:lnTo>
                <a:lnTo>
                  <a:pt x="613725" y="466654"/>
                </a:lnTo>
                <a:lnTo>
                  <a:pt x="614459" y="467966"/>
                </a:lnTo>
                <a:lnTo>
                  <a:pt x="614698" y="469618"/>
                </a:lnTo>
                <a:lnTo>
                  <a:pt x="615043" y="481973"/>
                </a:lnTo>
                <a:lnTo>
                  <a:pt x="615420" y="554178"/>
                </a:lnTo>
                <a:lnTo>
                  <a:pt x="616584" y="555038"/>
                </a:lnTo>
                <a:lnTo>
                  <a:pt x="619542" y="555460"/>
                </a:lnTo>
                <a:lnTo>
                  <a:pt x="640032" y="555599"/>
                </a:lnTo>
                <a:lnTo>
                  <a:pt x="641453" y="554011"/>
                </a:lnTo>
                <a:lnTo>
                  <a:pt x="641514" y="465933"/>
                </a:lnTo>
                <a:lnTo>
                  <a:pt x="641380" y="445606"/>
                </a:lnTo>
                <a:lnTo>
                  <a:pt x="641072" y="442077"/>
                </a:lnTo>
                <a:lnTo>
                  <a:pt x="638904" y="441007"/>
                </a:lnTo>
                <a:lnTo>
                  <a:pt x="635393" y="440702"/>
                </a:lnTo>
                <a:lnTo>
                  <a:pt x="554622" y="440646"/>
                </a:lnTo>
                <a:close/>
                <a:moveTo>
                  <a:pt x="134968" y="441733"/>
                </a:moveTo>
                <a:lnTo>
                  <a:pt x="127084" y="443457"/>
                </a:lnTo>
                <a:lnTo>
                  <a:pt x="123710" y="444652"/>
                </a:lnTo>
                <a:lnTo>
                  <a:pt x="118019" y="447760"/>
                </a:lnTo>
                <a:lnTo>
                  <a:pt x="115668" y="449696"/>
                </a:lnTo>
                <a:lnTo>
                  <a:pt x="113626" y="451902"/>
                </a:lnTo>
                <a:lnTo>
                  <a:pt x="110401" y="457164"/>
                </a:lnTo>
                <a:lnTo>
                  <a:pt x="107613" y="465789"/>
                </a:lnTo>
                <a:lnTo>
                  <a:pt x="107099" y="471130"/>
                </a:lnTo>
                <a:lnTo>
                  <a:pt x="106841" y="488180"/>
                </a:lnTo>
                <a:lnTo>
                  <a:pt x="106758" y="545661"/>
                </a:lnTo>
                <a:lnTo>
                  <a:pt x="107013" y="554846"/>
                </a:lnTo>
                <a:lnTo>
                  <a:pt x="107562" y="555673"/>
                </a:lnTo>
                <a:lnTo>
                  <a:pt x="108689" y="556188"/>
                </a:lnTo>
                <a:lnTo>
                  <a:pt x="114666" y="556510"/>
                </a:lnTo>
                <a:lnTo>
                  <a:pt x="131332" y="556225"/>
                </a:lnTo>
                <a:lnTo>
                  <a:pt x="132879" y="554136"/>
                </a:lnTo>
                <a:lnTo>
                  <a:pt x="133331" y="477299"/>
                </a:lnTo>
                <a:lnTo>
                  <a:pt x="133589" y="473406"/>
                </a:lnTo>
                <a:lnTo>
                  <a:pt x="135522" y="470298"/>
                </a:lnTo>
                <a:lnTo>
                  <a:pt x="137768" y="468099"/>
                </a:lnTo>
                <a:lnTo>
                  <a:pt x="141671" y="467295"/>
                </a:lnTo>
                <a:lnTo>
                  <a:pt x="152036" y="466715"/>
                </a:lnTo>
                <a:lnTo>
                  <a:pt x="182057" y="466382"/>
                </a:lnTo>
                <a:lnTo>
                  <a:pt x="183232" y="465776"/>
                </a:lnTo>
                <a:lnTo>
                  <a:pt x="183779" y="464609"/>
                </a:lnTo>
                <a:lnTo>
                  <a:pt x="184240" y="458878"/>
                </a:lnTo>
                <a:lnTo>
                  <a:pt x="184275" y="443279"/>
                </a:lnTo>
                <a:lnTo>
                  <a:pt x="182687" y="441315"/>
                </a:lnTo>
                <a:lnTo>
                  <a:pt x="145344" y="441308"/>
                </a:lnTo>
                <a:lnTo>
                  <a:pt x="134968" y="441733"/>
                </a:lnTo>
                <a:close/>
                <a:moveTo>
                  <a:pt x="198190" y="441607"/>
                </a:moveTo>
                <a:lnTo>
                  <a:pt x="197020" y="442735"/>
                </a:lnTo>
                <a:lnTo>
                  <a:pt x="196837" y="450323"/>
                </a:lnTo>
                <a:lnTo>
                  <a:pt x="197425" y="552465"/>
                </a:lnTo>
                <a:lnTo>
                  <a:pt x="198439" y="555150"/>
                </a:lnTo>
                <a:lnTo>
                  <a:pt x="199025" y="555766"/>
                </a:lnTo>
                <a:lnTo>
                  <a:pt x="200230" y="556123"/>
                </a:lnTo>
                <a:lnTo>
                  <a:pt x="221679" y="556451"/>
                </a:lnTo>
                <a:lnTo>
                  <a:pt x="223140" y="555056"/>
                </a:lnTo>
                <a:lnTo>
                  <a:pt x="223472" y="552866"/>
                </a:lnTo>
                <a:lnTo>
                  <a:pt x="223661" y="520370"/>
                </a:lnTo>
                <a:lnTo>
                  <a:pt x="223914" y="517001"/>
                </a:lnTo>
                <a:lnTo>
                  <a:pt x="224400" y="515425"/>
                </a:lnTo>
                <a:lnTo>
                  <a:pt x="225183" y="514816"/>
                </a:lnTo>
                <a:lnTo>
                  <a:pt x="226467" y="514716"/>
                </a:lnTo>
                <a:lnTo>
                  <a:pt x="262086" y="514198"/>
                </a:lnTo>
                <a:lnTo>
                  <a:pt x="270645" y="513700"/>
                </a:lnTo>
                <a:lnTo>
                  <a:pt x="274581" y="513055"/>
                </a:lnTo>
                <a:lnTo>
                  <a:pt x="280809" y="511338"/>
                </a:lnTo>
                <a:lnTo>
                  <a:pt x="284923" y="509546"/>
                </a:lnTo>
                <a:lnTo>
                  <a:pt x="288410" y="507253"/>
                </a:lnTo>
                <a:lnTo>
                  <a:pt x="291321" y="504418"/>
                </a:lnTo>
                <a:lnTo>
                  <a:pt x="293704" y="501001"/>
                </a:lnTo>
                <a:lnTo>
                  <a:pt x="295836" y="496379"/>
                </a:lnTo>
                <a:lnTo>
                  <a:pt x="296547" y="493576"/>
                </a:lnTo>
                <a:lnTo>
                  <a:pt x="297055" y="484215"/>
                </a:lnTo>
                <a:lnTo>
                  <a:pt x="296887" y="461372"/>
                </a:lnTo>
                <a:lnTo>
                  <a:pt x="293836" y="454723"/>
                </a:lnTo>
                <a:lnTo>
                  <a:pt x="292332" y="452452"/>
                </a:lnTo>
                <a:lnTo>
                  <a:pt x="288582" y="448520"/>
                </a:lnTo>
                <a:lnTo>
                  <a:pt x="283863" y="445412"/>
                </a:lnTo>
                <a:lnTo>
                  <a:pt x="281147" y="444172"/>
                </a:lnTo>
                <a:lnTo>
                  <a:pt x="275016" y="442330"/>
                </a:lnTo>
                <a:lnTo>
                  <a:pt x="268342" y="441537"/>
                </a:lnTo>
                <a:lnTo>
                  <a:pt x="253759" y="441258"/>
                </a:lnTo>
                <a:lnTo>
                  <a:pt x="213721" y="441187"/>
                </a:lnTo>
                <a:lnTo>
                  <a:pt x="198190" y="441607"/>
                </a:lnTo>
                <a:close/>
                <a:moveTo>
                  <a:pt x="262247" y="466804"/>
                </a:moveTo>
                <a:lnTo>
                  <a:pt x="265532" y="467753"/>
                </a:lnTo>
                <a:lnTo>
                  <a:pt x="267810" y="468889"/>
                </a:lnTo>
                <a:lnTo>
                  <a:pt x="269339" y="470354"/>
                </a:lnTo>
                <a:lnTo>
                  <a:pt x="270771" y="472738"/>
                </a:lnTo>
                <a:lnTo>
                  <a:pt x="270771" y="482766"/>
                </a:lnTo>
                <a:lnTo>
                  <a:pt x="268562" y="485540"/>
                </a:lnTo>
                <a:lnTo>
                  <a:pt x="264796" y="488115"/>
                </a:lnTo>
                <a:lnTo>
                  <a:pt x="225309" y="488365"/>
                </a:lnTo>
                <a:lnTo>
                  <a:pt x="223554" y="486109"/>
                </a:lnTo>
                <a:lnTo>
                  <a:pt x="223729" y="470165"/>
                </a:lnTo>
                <a:lnTo>
                  <a:pt x="224262" y="467715"/>
                </a:lnTo>
                <a:lnTo>
                  <a:pt x="225350" y="466720"/>
                </a:lnTo>
                <a:lnTo>
                  <a:pt x="249936" y="466196"/>
                </a:lnTo>
                <a:lnTo>
                  <a:pt x="258374" y="466339"/>
                </a:lnTo>
                <a:lnTo>
                  <a:pt x="262247" y="466804"/>
                </a:lnTo>
                <a:close/>
                <a:moveTo>
                  <a:pt x="417815" y="441900"/>
                </a:moveTo>
                <a:lnTo>
                  <a:pt x="416812" y="442694"/>
                </a:lnTo>
                <a:lnTo>
                  <a:pt x="416711" y="536587"/>
                </a:lnTo>
                <a:lnTo>
                  <a:pt x="416870" y="549096"/>
                </a:lnTo>
                <a:lnTo>
                  <a:pt x="417619" y="555598"/>
                </a:lnTo>
                <a:lnTo>
                  <a:pt x="418609" y="556184"/>
                </a:lnTo>
                <a:lnTo>
                  <a:pt x="420325" y="556307"/>
                </a:lnTo>
                <a:lnTo>
                  <a:pt x="437652" y="556490"/>
                </a:lnTo>
                <a:lnTo>
                  <a:pt x="440261" y="556019"/>
                </a:lnTo>
                <a:lnTo>
                  <a:pt x="442302" y="554429"/>
                </a:lnTo>
                <a:lnTo>
                  <a:pt x="442518" y="477127"/>
                </a:lnTo>
                <a:lnTo>
                  <a:pt x="442678" y="468350"/>
                </a:lnTo>
                <a:lnTo>
                  <a:pt x="443247" y="467290"/>
                </a:lnTo>
                <a:lnTo>
                  <a:pt x="446590" y="466449"/>
                </a:lnTo>
                <a:lnTo>
                  <a:pt x="452300" y="466236"/>
                </a:lnTo>
                <a:lnTo>
                  <a:pt x="493071" y="466177"/>
                </a:lnTo>
                <a:lnTo>
                  <a:pt x="495662" y="468517"/>
                </a:lnTo>
                <a:lnTo>
                  <a:pt x="495705" y="531697"/>
                </a:lnTo>
                <a:lnTo>
                  <a:pt x="496080" y="554053"/>
                </a:lnTo>
                <a:lnTo>
                  <a:pt x="499130" y="556434"/>
                </a:lnTo>
                <a:lnTo>
                  <a:pt x="514119" y="556394"/>
                </a:lnTo>
                <a:lnTo>
                  <a:pt x="520137" y="556038"/>
                </a:lnTo>
                <a:lnTo>
                  <a:pt x="521904" y="553760"/>
                </a:lnTo>
                <a:lnTo>
                  <a:pt x="521904" y="443153"/>
                </a:lnTo>
                <a:lnTo>
                  <a:pt x="519856" y="441106"/>
                </a:lnTo>
                <a:lnTo>
                  <a:pt x="418776" y="441106"/>
                </a:lnTo>
                <a:lnTo>
                  <a:pt x="417815" y="441900"/>
                </a:lnTo>
                <a:close/>
                <a:moveTo>
                  <a:pt x="307794" y="442903"/>
                </a:moveTo>
                <a:lnTo>
                  <a:pt x="306641" y="444841"/>
                </a:lnTo>
                <a:lnTo>
                  <a:pt x="306429" y="446967"/>
                </a:lnTo>
                <a:lnTo>
                  <a:pt x="306511" y="482502"/>
                </a:lnTo>
                <a:lnTo>
                  <a:pt x="306885" y="492842"/>
                </a:lnTo>
                <a:lnTo>
                  <a:pt x="308003" y="497551"/>
                </a:lnTo>
                <a:lnTo>
                  <a:pt x="310487" y="501757"/>
                </a:lnTo>
                <a:lnTo>
                  <a:pt x="312909" y="504734"/>
                </a:lnTo>
                <a:lnTo>
                  <a:pt x="315743" y="507294"/>
                </a:lnTo>
                <a:lnTo>
                  <a:pt x="320809" y="510387"/>
                </a:lnTo>
                <a:lnTo>
                  <a:pt x="329732" y="513444"/>
                </a:lnTo>
                <a:lnTo>
                  <a:pt x="339207" y="514234"/>
                </a:lnTo>
                <a:lnTo>
                  <a:pt x="376740" y="514858"/>
                </a:lnTo>
                <a:lnTo>
                  <a:pt x="378423" y="515473"/>
                </a:lnTo>
                <a:lnTo>
                  <a:pt x="379070" y="516341"/>
                </a:lnTo>
                <a:lnTo>
                  <a:pt x="379567" y="520007"/>
                </a:lnTo>
                <a:lnTo>
                  <a:pt x="379623" y="526140"/>
                </a:lnTo>
                <a:lnTo>
                  <a:pt x="376123" y="530139"/>
                </a:lnTo>
                <a:lnTo>
                  <a:pt x="373340" y="531341"/>
                </a:lnTo>
                <a:lnTo>
                  <a:pt x="363572" y="532097"/>
                </a:lnTo>
                <a:lnTo>
                  <a:pt x="321285" y="532314"/>
                </a:lnTo>
                <a:lnTo>
                  <a:pt x="313692" y="532544"/>
                </a:lnTo>
                <a:lnTo>
                  <a:pt x="312632" y="532876"/>
                </a:lnTo>
                <a:lnTo>
                  <a:pt x="311803" y="533735"/>
                </a:lnTo>
                <a:lnTo>
                  <a:pt x="311283" y="535348"/>
                </a:lnTo>
                <a:lnTo>
                  <a:pt x="310932" y="539979"/>
                </a:lnTo>
                <a:lnTo>
                  <a:pt x="311085" y="553579"/>
                </a:lnTo>
                <a:lnTo>
                  <a:pt x="311445" y="555608"/>
                </a:lnTo>
                <a:lnTo>
                  <a:pt x="312078" y="556690"/>
                </a:lnTo>
                <a:lnTo>
                  <a:pt x="313621" y="557322"/>
                </a:lnTo>
                <a:lnTo>
                  <a:pt x="321990" y="557583"/>
                </a:lnTo>
                <a:lnTo>
                  <a:pt x="379205" y="557688"/>
                </a:lnTo>
                <a:lnTo>
                  <a:pt x="390853" y="554100"/>
                </a:lnTo>
                <a:lnTo>
                  <a:pt x="395636" y="551357"/>
                </a:lnTo>
                <a:lnTo>
                  <a:pt x="398470" y="548866"/>
                </a:lnTo>
                <a:lnTo>
                  <a:pt x="401774" y="544729"/>
                </a:lnTo>
                <a:lnTo>
                  <a:pt x="403865" y="540231"/>
                </a:lnTo>
                <a:lnTo>
                  <a:pt x="404987" y="535374"/>
                </a:lnTo>
                <a:lnTo>
                  <a:pt x="405056" y="458911"/>
                </a:lnTo>
                <a:lnTo>
                  <a:pt x="404872" y="448653"/>
                </a:lnTo>
                <a:lnTo>
                  <a:pt x="404053" y="443138"/>
                </a:lnTo>
                <a:lnTo>
                  <a:pt x="402075" y="442232"/>
                </a:lnTo>
                <a:lnTo>
                  <a:pt x="392138" y="441931"/>
                </a:lnTo>
                <a:lnTo>
                  <a:pt x="382281" y="442232"/>
                </a:lnTo>
                <a:lnTo>
                  <a:pt x="381420" y="442401"/>
                </a:lnTo>
                <a:lnTo>
                  <a:pt x="380474" y="443174"/>
                </a:lnTo>
                <a:lnTo>
                  <a:pt x="379707" y="446491"/>
                </a:lnTo>
                <a:lnTo>
                  <a:pt x="379513" y="451640"/>
                </a:lnTo>
                <a:lnTo>
                  <a:pt x="379540" y="487070"/>
                </a:lnTo>
                <a:lnTo>
                  <a:pt x="378378" y="488294"/>
                </a:lnTo>
                <a:lnTo>
                  <a:pt x="376109" y="489069"/>
                </a:lnTo>
                <a:lnTo>
                  <a:pt x="372930" y="489335"/>
                </a:lnTo>
                <a:lnTo>
                  <a:pt x="344356" y="489619"/>
                </a:lnTo>
                <a:lnTo>
                  <a:pt x="338144" y="488095"/>
                </a:lnTo>
                <a:lnTo>
                  <a:pt x="335675" y="487054"/>
                </a:lnTo>
                <a:lnTo>
                  <a:pt x="333819" y="484820"/>
                </a:lnTo>
                <a:lnTo>
                  <a:pt x="332300" y="481033"/>
                </a:lnTo>
                <a:lnTo>
                  <a:pt x="331923" y="477528"/>
                </a:lnTo>
                <a:lnTo>
                  <a:pt x="333069" y="470742"/>
                </a:lnTo>
                <a:lnTo>
                  <a:pt x="333315" y="452688"/>
                </a:lnTo>
                <a:lnTo>
                  <a:pt x="333074" y="446642"/>
                </a:lnTo>
                <a:lnTo>
                  <a:pt x="332247" y="444026"/>
                </a:lnTo>
                <a:lnTo>
                  <a:pt x="329898" y="442150"/>
                </a:lnTo>
                <a:lnTo>
                  <a:pt x="308796" y="441900"/>
                </a:lnTo>
                <a:lnTo>
                  <a:pt x="307794" y="442903"/>
                </a:lnTo>
                <a:close/>
              </a:path>
            </a:pathLst>
          </a:cu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rker"/>
          <p:cNvSpPr/>
          <p:nvPr/>
        </p:nvSpPr>
        <p:spPr>
          <a:xfrm>
            <a:off x="720000" y="122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itle: ГНБ (ГОРИЗОНТАЛЬНО-"/>
          <p:cNvSpPr txBox="1"/>
          <p:nvPr/>
        </p:nvSpPr>
        <p:spPr>
          <a:xfrm>
            <a:off x="691200" y="1540770"/>
            <a:ext cx="6192000" cy="876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ГНБ (ГОРИЗОНТАЛЬНО-</a:t>
            </a:r>
          </a:p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НАПРАВЛЕННОЕ БУРЕНИЕ)</a:t>
            </a:r>
          </a:p>
        </p:txBody>
      </p:sp>
      <p:cxnSp>
        <p:nvCxnSpPr>
          <p:cNvPr id="53" name="motif"/>
          <p:cNvCxnSpPr/>
          <p:nvPr/>
        </p:nvCxnSpPr>
        <p:spPr>
          <a:xfrm>
            <a:off x="720000" y="2846775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4" name="marker"/>
          <p:cNvSpPr/>
          <p:nvPr/>
        </p:nvSpPr>
        <p:spPr>
          <a:xfrm>
            <a:off x="720000" y="3026247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item: Собственные установки"/>
          <p:cNvSpPr txBox="1"/>
          <p:nvPr/>
        </p:nvSpPr>
        <p:spPr>
          <a:xfrm>
            <a:off x="918000" y="2963572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Собственные установки</a:t>
            </a:r>
          </a:p>
        </p:txBody>
      </p:sp>
      <p:cxnSp>
        <p:nvCxnSpPr>
          <p:cNvPr id="56" name="motif"/>
          <p:cNvCxnSpPr/>
          <p:nvPr/>
        </p:nvCxnSpPr>
        <p:spPr>
          <a:xfrm>
            <a:off x="720000" y="3290396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7" name="marker"/>
          <p:cNvSpPr/>
          <p:nvPr/>
        </p:nvSpPr>
        <p:spPr>
          <a:xfrm>
            <a:off x="720000" y="3469868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item: Квалифицированный инженерный с"/>
          <p:cNvSpPr txBox="1"/>
          <p:nvPr/>
        </p:nvSpPr>
        <p:spPr>
          <a:xfrm>
            <a:off x="918000" y="3407194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Квалифицированный инженерный состав</a:t>
            </a:r>
          </a:p>
        </p:txBody>
      </p:sp>
      <p:cxnSp>
        <p:nvCxnSpPr>
          <p:cNvPr id="59" name="motif"/>
          <p:cNvCxnSpPr/>
          <p:nvPr/>
        </p:nvCxnSpPr>
        <p:spPr>
          <a:xfrm>
            <a:off x="720000" y="3734018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0" name="marker"/>
          <p:cNvSpPr/>
          <p:nvPr/>
        </p:nvSpPr>
        <p:spPr>
          <a:xfrm>
            <a:off x="720000" y="3913489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item: Оптимизация сроков"/>
          <p:cNvSpPr txBox="1"/>
          <p:nvPr/>
        </p:nvSpPr>
        <p:spPr>
          <a:xfrm>
            <a:off x="918000" y="3850815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Оптимизация сроков</a:t>
            </a:r>
          </a:p>
        </p:txBody>
      </p:sp>
      <p:cxnSp>
        <p:nvCxnSpPr>
          <p:cNvPr id="62" name="motif"/>
          <p:cNvCxnSpPr/>
          <p:nvPr/>
        </p:nvCxnSpPr>
        <p:spPr>
          <a:xfrm>
            <a:off x="720000" y="4177639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3" name="marker"/>
          <p:cNvSpPr/>
          <p:nvPr/>
        </p:nvSpPr>
        <p:spPr>
          <a:xfrm>
            <a:off x="720000" y="4357111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item: Многолетний опыт строительства"/>
          <p:cNvSpPr txBox="1"/>
          <p:nvPr/>
        </p:nvSpPr>
        <p:spPr>
          <a:xfrm>
            <a:off x="918000" y="4294436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Многолетний опыт строительства</a:t>
            </a:r>
          </a:p>
        </p:txBody>
      </p:sp>
      <p:cxnSp>
        <p:nvCxnSpPr>
          <p:cNvPr id="65" name="motif"/>
          <p:cNvCxnSpPr/>
          <p:nvPr/>
        </p:nvCxnSpPr>
        <p:spPr>
          <a:xfrm>
            <a:off x="720000" y="4621260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pic>
        <p:nvPicPr>
          <p:cNvPr id="66" name="image" descr="1826a9c7774700e1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5773680"/>
            <a:ext cx="6408000" cy="4054320"/>
          </a:xfrm>
          <a:prstGeom prst="rect">
            <a:avLst/>
          </a:prstGeom>
        </p:spPr>
      </p:pic>
      <p:sp>
        <p:nvSpPr>
          <p:cNvPr id="67" name="caption: Прокол под а/д М4 «Дон»"/>
          <p:cNvSpPr txBox="1"/>
          <p:nvPr/>
        </p:nvSpPr>
        <p:spPr>
          <a:xfrm>
            <a:off x="576000" y="9940342"/>
            <a:ext cx="64080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5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Прокол под а/д М4 «Дон»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ker"/>
          <p:cNvSpPr/>
          <p:nvPr/>
        </p:nvSpPr>
        <p:spPr>
          <a:xfrm>
            <a:off x="576000" y="1440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itle: МЕТРОСТРОЙ"/>
          <p:cNvSpPr txBox="1"/>
          <p:nvPr/>
        </p:nvSpPr>
        <p:spPr>
          <a:xfrm>
            <a:off x="547200" y="1788520"/>
            <a:ext cx="6408000" cy="6502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 spc="-140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МЕТРОСТРОЙ</a:t>
            </a:r>
          </a:p>
        </p:txBody>
      </p:sp>
      <p:sp>
        <p:nvSpPr>
          <p:cNvPr id="5" name="marker"/>
          <p:cNvSpPr/>
          <p:nvPr/>
        </p:nvSpPr>
        <p:spPr>
          <a:xfrm>
            <a:off x="576000" y="3816000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item: Проектирование"/>
          <p:cNvSpPr txBox="1"/>
          <p:nvPr/>
        </p:nvSpPr>
        <p:spPr>
          <a:xfrm>
            <a:off x="1008000" y="3715996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Проектирование</a:t>
            </a:r>
          </a:p>
        </p:txBody>
      </p:sp>
      <p:sp>
        <p:nvSpPr>
          <p:cNvPr id="7" name="marker"/>
          <p:cNvSpPr/>
          <p:nvPr/>
        </p:nvSpPr>
        <p:spPr>
          <a:xfrm>
            <a:off x="576000" y="4202021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item: Строительство"/>
          <p:cNvSpPr txBox="1"/>
          <p:nvPr/>
        </p:nvSpPr>
        <p:spPr>
          <a:xfrm>
            <a:off x="1008000" y="4102018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Строительство</a:t>
            </a:r>
          </a:p>
        </p:txBody>
      </p:sp>
      <p:sp>
        <p:nvSpPr>
          <p:cNvPr id="9" name="marker"/>
          <p:cNvSpPr/>
          <p:nvPr/>
        </p:nvSpPr>
        <p:spPr>
          <a:xfrm>
            <a:off x="576000" y="4588042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item: Пуско-наладочные работы"/>
          <p:cNvSpPr txBox="1"/>
          <p:nvPr/>
        </p:nvSpPr>
        <p:spPr>
          <a:xfrm>
            <a:off x="1008000" y="4488039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Пуско-наладочные работы</a:t>
            </a:r>
          </a:p>
        </p:txBody>
      </p:sp>
      <p:sp>
        <p:nvSpPr>
          <p:cNvPr id="11" name="marker"/>
          <p:cNvSpPr/>
          <p:nvPr/>
        </p:nvSpPr>
        <p:spPr>
          <a:xfrm>
            <a:off x="576000" y="4974064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item: Обеспечение электроснабжением "/>
          <p:cNvSpPr txBox="1"/>
          <p:nvPr/>
        </p:nvSpPr>
        <p:spPr>
          <a:xfrm>
            <a:off x="1008000" y="4874060"/>
            <a:ext cx="5904000" cy="40805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Обеспечение электроснабжением строительных площадок для станций метро Яхтино,</a:t>
            </a:r>
          </a:p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Шахты, Зоопарк в г. Санкт-Петербурге.</a:t>
            </a:r>
          </a:p>
        </p:txBody>
      </p:sp>
      <p:sp>
        <p:nvSpPr>
          <p:cNvPr id="13" name="note: Заказчик:"/>
          <p:cNvSpPr txBox="1"/>
          <p:nvPr/>
        </p:nvSpPr>
        <p:spPr>
          <a:xfrm>
            <a:off x="1008000" y="5684870"/>
            <a:ext cx="6336000" cy="1619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019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 spc="0">
                <a:solidFill>
                  <a:srgbClr val="C4BED6"/>
                </a:solidFill>
                <a:latin typeface="Onest"/>
                <a:ea typeface="Onest"/>
                <a:cs typeface="Onest"/>
              </a:rPr>
              <a:t>Заказчик:</a:t>
            </a:r>
          </a:p>
        </p:txBody>
      </p:sp>
      <p:sp>
        <p:nvSpPr>
          <p:cNvPr id="14" name="note: АО «Метрострой Северной Столиц"/>
          <p:cNvSpPr txBox="1"/>
          <p:nvPr/>
        </p:nvSpPr>
        <p:spPr>
          <a:xfrm>
            <a:off x="1008000" y="5864489"/>
            <a:ext cx="6336000" cy="1809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4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 spc="0">
                <a:solidFill>
                  <a:srgbClr val="F7F5F1"/>
                </a:solidFill>
                <a:latin typeface="Onest SemiBold"/>
                <a:ea typeface="Onest SemiBold"/>
                <a:cs typeface="Onest SemiBold"/>
              </a:rPr>
              <a:t>АО «Метрострой Северной Столицы»</a:t>
            </a:r>
          </a:p>
        </p:txBody>
      </p:sp>
      <p:sp>
        <p:nvSpPr>
          <p:cNvPr id="15" name="folio: 20"/>
          <p:cNvSpPr txBox="1"/>
          <p:nvPr/>
        </p:nvSpPr>
        <p:spPr>
          <a:xfrm>
            <a:off x="576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C4BED6"/>
                </a:solidFill>
                <a:latin typeface="Onest SemiBold"/>
                <a:ea typeface="Onest SemiBold"/>
                <a:cs typeface="Onest SemiBol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image" descr="66518cab88d77a0b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5346000"/>
          </a:xfrm>
          <a:prstGeom prst="rect">
            <a:avLst/>
          </a:prstGeom>
        </p:spPr>
      </p:pic>
      <p:pic>
        <p:nvPicPr>
          <p:cNvPr id="5" name="image" descr="ce9083e0e36e2a7b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5346000"/>
            <a:ext cx="7560000" cy="5346000"/>
          </a:xfrm>
          <a:prstGeom prst="rect">
            <a:avLst/>
          </a:prstGeom>
        </p:spPr>
      </p:pic>
      <p:sp>
        <p:nvSpPr>
          <p:cNvPr id="6" name="band"/>
          <p:cNvSpPr/>
          <p:nvPr/>
        </p:nvSpPr>
        <p:spPr>
          <a:xfrm>
            <a:off x="0" y="5292000"/>
            <a:ext cx="7560000" cy="1080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frame"/>
          <p:cNvCxnSpPr/>
          <p:nvPr/>
        </p:nvCxnSpPr>
        <p:spPr>
          <a:xfrm>
            <a:off x="360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792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8" name="folio: 22"/>
          <p:cNvSpPr txBox="1"/>
          <p:nvPr/>
        </p:nvSpPr>
        <p:spPr>
          <a:xfrm>
            <a:off x="360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22</a:t>
            </a:r>
          </a:p>
        </p:txBody>
      </p:sp>
      <p:sp>
        <p:nvSpPr>
          <p:cNvPr id="49" name="marker"/>
          <p:cNvSpPr/>
          <p:nvPr/>
        </p:nvSpPr>
        <p:spPr>
          <a:xfrm>
            <a:off x="720000" y="2520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itle: ОСОБАЯ"/>
          <p:cNvSpPr txBox="1"/>
          <p:nvPr/>
        </p:nvSpPr>
        <p:spPr>
          <a:xfrm>
            <a:off x="691200" y="2849724"/>
            <a:ext cx="6192000" cy="19659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 spc="-9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ОСОБАЯ</a:t>
            </a:r>
          </a:p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 spc="-9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ЭКОНОМИЧЕСКАЯ</a:t>
            </a:r>
          </a:p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 spc="-9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ЗОНА «ЭММАУС»</a:t>
            </a:r>
          </a:p>
          <a:p>
            <a:pPr algn="l">
              <a:lnSpc>
                <a:spcPts val="3600"/>
              </a:lnSpc>
              <a:spcBef>
                <a:spcPts val="0"/>
              </a:spcBef>
              <a:spcAft>
                <a:spcPts val="0"/>
              </a:spcAft>
            </a:pPr>
            <a:r>
              <a:rPr sz="3600" b="0" i="0" spc="-9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ТВЕРСКАЯ ОБЛАСТЬ</a:t>
            </a:r>
          </a:p>
        </p:txBody>
      </p:sp>
      <p:cxnSp>
        <p:nvCxnSpPr>
          <p:cNvPr id="51" name="motif"/>
          <p:cNvCxnSpPr/>
          <p:nvPr/>
        </p:nvCxnSpPr>
        <p:spPr>
          <a:xfrm>
            <a:off x="720000" y="5230530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2" name="marker"/>
          <p:cNvSpPr/>
          <p:nvPr/>
        </p:nvSpPr>
        <p:spPr>
          <a:xfrm>
            <a:off x="720000" y="5410002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item: Проектирование автомобильной д"/>
          <p:cNvSpPr txBox="1"/>
          <p:nvPr/>
        </p:nvSpPr>
        <p:spPr>
          <a:xfrm>
            <a:off x="918000" y="5347328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Проектирование автомобильной дороги и инженерных сетей</a:t>
            </a:r>
          </a:p>
        </p:txBody>
      </p:sp>
      <p:cxnSp>
        <p:nvCxnSpPr>
          <p:cNvPr id="54" name="motif"/>
          <p:cNvCxnSpPr/>
          <p:nvPr/>
        </p:nvCxnSpPr>
        <p:spPr>
          <a:xfrm>
            <a:off x="720000" y="5674151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5" name="marker"/>
          <p:cNvSpPr/>
          <p:nvPr/>
        </p:nvSpPr>
        <p:spPr>
          <a:xfrm>
            <a:off x="720000" y="5853623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item: Строительство"/>
          <p:cNvSpPr txBox="1"/>
          <p:nvPr/>
        </p:nvSpPr>
        <p:spPr>
          <a:xfrm>
            <a:off x="918000" y="5790949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Строительство</a:t>
            </a:r>
          </a:p>
        </p:txBody>
      </p:sp>
      <p:cxnSp>
        <p:nvCxnSpPr>
          <p:cNvPr id="57" name="motif"/>
          <p:cNvCxnSpPr/>
          <p:nvPr/>
        </p:nvCxnSpPr>
        <p:spPr>
          <a:xfrm>
            <a:off x="720000" y="6117773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8" name="body: Особая экономическая зона пром"/>
          <p:cNvSpPr txBox="1"/>
          <p:nvPr/>
        </p:nvSpPr>
        <p:spPr>
          <a:xfrm>
            <a:off x="720000" y="6374023"/>
            <a:ext cx="5508000" cy="75946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Особая экономическая зона промышленно-производственного типа «Эммаус» создана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на территориях Калининского и Конаковского муниципального округов Тверской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области. Общая площадь территории составляет почти 300 га. Планируется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размещение на территории разных типов высокотехнологичных предприятий.</a:t>
            </a:r>
          </a:p>
        </p:txBody>
      </p:sp>
      <p:sp>
        <p:nvSpPr>
          <p:cNvPr id="59" name="body: Мы принимаем активное участие "/>
          <p:cNvSpPr txBox="1"/>
          <p:nvPr/>
        </p:nvSpPr>
        <p:spPr>
          <a:xfrm>
            <a:off x="720000" y="7256968"/>
            <a:ext cx="5508000" cy="39878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Мы принимаем активное участие в работах по строительству автомобильных дорог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и инженерных коммуникаций.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6768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8" name="frame"/>
          <p:cNvCxnSpPr/>
          <p:nvPr/>
        </p:nvCxnSpPr>
        <p:spPr>
          <a:xfrm>
            <a:off x="6768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9" name="folio: 23"/>
          <p:cNvSpPr txBox="1"/>
          <p:nvPr/>
        </p:nvSpPr>
        <p:spPr>
          <a:xfrm>
            <a:off x="6768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23</a:t>
            </a:r>
          </a:p>
        </p:txBody>
      </p:sp>
      <p:pic>
        <p:nvPicPr>
          <p:cNvPr id="50" name="image" descr="787761dba5e3fde0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576000"/>
            <a:ext cx="6408000" cy="4590000"/>
          </a:xfrm>
          <a:prstGeom prst="rect">
            <a:avLst/>
          </a:prstGeom>
        </p:spPr>
      </p:pic>
      <p:pic>
        <p:nvPicPr>
          <p:cNvPr id="51" name="image" descr="f415c854b437cc99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76000" y="5310000"/>
            <a:ext cx="6408000" cy="4590000"/>
          </a:xfrm>
          <a:prstGeom prst="rect">
            <a:avLst/>
          </a:prstGeom>
        </p:spPr>
      </p:pic>
      <p:sp>
        <p:nvSpPr>
          <p:cNvPr id="52" name="logo"/>
          <p:cNvSpPr/>
          <p:nvPr/>
        </p:nvSpPr>
        <p:spPr>
          <a:xfrm>
            <a:off x="5771668" y="9988842"/>
            <a:ext cx="774597" cy="471890"/>
          </a:xfrm>
          <a:custGeom>
            <a:avLst/>
            <a:gdLst/>
            <a:ahLst/>
            <a:cxnLst/>
            <a:rect l="0" t="0" r="r" b="b"/>
            <a:pathLst>
              <a:path w="774597" h="471890">
                <a:moveTo>
                  <a:pt x="726094" y="225"/>
                </a:moveTo>
                <a:lnTo>
                  <a:pt x="722161" y="1790"/>
                </a:lnTo>
                <a:lnTo>
                  <a:pt x="718912" y="3508"/>
                </a:lnTo>
                <a:lnTo>
                  <a:pt x="714108" y="11292"/>
                </a:lnTo>
                <a:lnTo>
                  <a:pt x="693079" y="21915"/>
                </a:lnTo>
                <a:lnTo>
                  <a:pt x="686558" y="26238"/>
                </a:lnTo>
                <a:lnTo>
                  <a:pt x="678801" y="32403"/>
                </a:lnTo>
                <a:lnTo>
                  <a:pt x="676631" y="34899"/>
                </a:lnTo>
                <a:lnTo>
                  <a:pt x="674404" y="38714"/>
                </a:lnTo>
                <a:lnTo>
                  <a:pt x="670685" y="43304"/>
                </a:lnTo>
                <a:lnTo>
                  <a:pt x="669664" y="45483"/>
                </a:lnTo>
                <a:lnTo>
                  <a:pt x="669624" y="47117"/>
                </a:lnTo>
                <a:lnTo>
                  <a:pt x="670331" y="48784"/>
                </a:lnTo>
                <a:lnTo>
                  <a:pt x="673384" y="51605"/>
                </a:lnTo>
                <a:lnTo>
                  <a:pt x="673801" y="52528"/>
                </a:lnTo>
                <a:lnTo>
                  <a:pt x="672653" y="53202"/>
                </a:lnTo>
                <a:lnTo>
                  <a:pt x="669196" y="54144"/>
                </a:lnTo>
                <a:lnTo>
                  <a:pt x="668065" y="54949"/>
                </a:lnTo>
                <a:lnTo>
                  <a:pt x="665832" y="59471"/>
                </a:lnTo>
                <a:lnTo>
                  <a:pt x="660865" y="64699"/>
                </a:lnTo>
                <a:lnTo>
                  <a:pt x="659219" y="67109"/>
                </a:lnTo>
                <a:lnTo>
                  <a:pt x="657431" y="70622"/>
                </a:lnTo>
                <a:lnTo>
                  <a:pt x="656263" y="71039"/>
                </a:lnTo>
                <a:lnTo>
                  <a:pt x="654658" y="70907"/>
                </a:lnTo>
                <a:lnTo>
                  <a:pt x="650315" y="68839"/>
                </a:lnTo>
                <a:lnTo>
                  <a:pt x="649170" y="68615"/>
                </a:lnTo>
                <a:lnTo>
                  <a:pt x="644631" y="69702"/>
                </a:lnTo>
                <a:lnTo>
                  <a:pt x="641409" y="70933"/>
                </a:lnTo>
                <a:lnTo>
                  <a:pt x="639316" y="72291"/>
                </a:lnTo>
                <a:lnTo>
                  <a:pt x="638221" y="73520"/>
                </a:lnTo>
                <a:lnTo>
                  <a:pt x="633184" y="81118"/>
                </a:lnTo>
                <a:lnTo>
                  <a:pt x="630135" y="83375"/>
                </a:lnTo>
                <a:lnTo>
                  <a:pt x="627973" y="84054"/>
                </a:lnTo>
                <a:lnTo>
                  <a:pt x="626384" y="84065"/>
                </a:lnTo>
                <a:lnTo>
                  <a:pt x="621997" y="81266"/>
                </a:lnTo>
                <a:lnTo>
                  <a:pt x="619440" y="80609"/>
                </a:lnTo>
                <a:lnTo>
                  <a:pt x="616730" y="80736"/>
                </a:lnTo>
                <a:lnTo>
                  <a:pt x="614004" y="81640"/>
                </a:lnTo>
                <a:lnTo>
                  <a:pt x="608893" y="84847"/>
                </a:lnTo>
                <a:lnTo>
                  <a:pt x="595668" y="91279"/>
                </a:lnTo>
                <a:lnTo>
                  <a:pt x="594287" y="92346"/>
                </a:lnTo>
                <a:lnTo>
                  <a:pt x="592975" y="94488"/>
                </a:lnTo>
                <a:lnTo>
                  <a:pt x="593632" y="99924"/>
                </a:lnTo>
                <a:lnTo>
                  <a:pt x="595279" y="103432"/>
                </a:lnTo>
                <a:lnTo>
                  <a:pt x="595202" y="105086"/>
                </a:lnTo>
                <a:lnTo>
                  <a:pt x="593637" y="106263"/>
                </a:lnTo>
                <a:lnTo>
                  <a:pt x="589151" y="107667"/>
                </a:lnTo>
                <a:lnTo>
                  <a:pt x="586659" y="109427"/>
                </a:lnTo>
                <a:lnTo>
                  <a:pt x="585228" y="109094"/>
                </a:lnTo>
                <a:lnTo>
                  <a:pt x="582676" y="107572"/>
                </a:lnTo>
                <a:lnTo>
                  <a:pt x="577108" y="103884"/>
                </a:lnTo>
                <a:lnTo>
                  <a:pt x="570177" y="98744"/>
                </a:lnTo>
                <a:lnTo>
                  <a:pt x="556373" y="89566"/>
                </a:lnTo>
                <a:lnTo>
                  <a:pt x="548243" y="83827"/>
                </a:lnTo>
                <a:lnTo>
                  <a:pt x="538303" y="76056"/>
                </a:lnTo>
                <a:lnTo>
                  <a:pt x="521692" y="64007"/>
                </a:lnTo>
                <a:lnTo>
                  <a:pt x="519121" y="62552"/>
                </a:lnTo>
                <a:lnTo>
                  <a:pt x="517898" y="62709"/>
                </a:lnTo>
                <a:lnTo>
                  <a:pt x="517328" y="63582"/>
                </a:lnTo>
                <a:lnTo>
                  <a:pt x="517811" y="65438"/>
                </a:lnTo>
                <a:lnTo>
                  <a:pt x="518508" y="66507"/>
                </a:lnTo>
                <a:lnTo>
                  <a:pt x="520316" y="68007"/>
                </a:lnTo>
                <a:lnTo>
                  <a:pt x="534378" y="78306"/>
                </a:lnTo>
                <a:lnTo>
                  <a:pt x="551270" y="90124"/>
                </a:lnTo>
                <a:lnTo>
                  <a:pt x="561565" y="97895"/>
                </a:lnTo>
                <a:lnTo>
                  <a:pt x="565720" y="100695"/>
                </a:lnTo>
                <a:lnTo>
                  <a:pt x="569171" y="102345"/>
                </a:lnTo>
                <a:lnTo>
                  <a:pt x="573081" y="104757"/>
                </a:lnTo>
                <a:lnTo>
                  <a:pt x="576147" y="107199"/>
                </a:lnTo>
                <a:lnTo>
                  <a:pt x="577633" y="108902"/>
                </a:lnTo>
                <a:lnTo>
                  <a:pt x="578141" y="110187"/>
                </a:lnTo>
                <a:lnTo>
                  <a:pt x="578620" y="117788"/>
                </a:lnTo>
                <a:lnTo>
                  <a:pt x="576767" y="117813"/>
                </a:lnTo>
                <a:lnTo>
                  <a:pt x="575566" y="117019"/>
                </a:lnTo>
                <a:lnTo>
                  <a:pt x="574489" y="115481"/>
                </a:lnTo>
                <a:lnTo>
                  <a:pt x="573190" y="112623"/>
                </a:lnTo>
                <a:lnTo>
                  <a:pt x="571934" y="110972"/>
                </a:lnTo>
                <a:lnTo>
                  <a:pt x="565954" y="104848"/>
                </a:lnTo>
                <a:lnTo>
                  <a:pt x="564162" y="103350"/>
                </a:lnTo>
                <a:lnTo>
                  <a:pt x="562833" y="102750"/>
                </a:lnTo>
                <a:lnTo>
                  <a:pt x="561634" y="102898"/>
                </a:lnTo>
                <a:lnTo>
                  <a:pt x="558501" y="104352"/>
                </a:lnTo>
                <a:lnTo>
                  <a:pt x="552349" y="104529"/>
                </a:lnTo>
                <a:lnTo>
                  <a:pt x="549640" y="108228"/>
                </a:lnTo>
                <a:lnTo>
                  <a:pt x="548579" y="112427"/>
                </a:lnTo>
                <a:lnTo>
                  <a:pt x="547630" y="113135"/>
                </a:lnTo>
                <a:lnTo>
                  <a:pt x="545586" y="113891"/>
                </a:lnTo>
                <a:lnTo>
                  <a:pt x="544014" y="113874"/>
                </a:lnTo>
                <a:lnTo>
                  <a:pt x="540414" y="111907"/>
                </a:lnTo>
                <a:lnTo>
                  <a:pt x="538326" y="111292"/>
                </a:lnTo>
                <a:lnTo>
                  <a:pt x="532403" y="112666"/>
                </a:lnTo>
                <a:lnTo>
                  <a:pt x="529913" y="112919"/>
                </a:lnTo>
                <a:lnTo>
                  <a:pt x="528323" y="112714"/>
                </a:lnTo>
                <a:lnTo>
                  <a:pt x="525306" y="110328"/>
                </a:lnTo>
                <a:lnTo>
                  <a:pt x="523993" y="108418"/>
                </a:lnTo>
                <a:lnTo>
                  <a:pt x="525092" y="104358"/>
                </a:lnTo>
                <a:lnTo>
                  <a:pt x="525640" y="98084"/>
                </a:lnTo>
                <a:lnTo>
                  <a:pt x="525442" y="95407"/>
                </a:lnTo>
                <a:lnTo>
                  <a:pt x="524286" y="93612"/>
                </a:lnTo>
                <a:lnTo>
                  <a:pt x="520104" y="89714"/>
                </a:lnTo>
                <a:lnTo>
                  <a:pt x="517569" y="88040"/>
                </a:lnTo>
                <a:lnTo>
                  <a:pt x="515442" y="87556"/>
                </a:lnTo>
                <a:lnTo>
                  <a:pt x="509414" y="87364"/>
                </a:lnTo>
                <a:lnTo>
                  <a:pt x="507211" y="86996"/>
                </a:lnTo>
                <a:lnTo>
                  <a:pt x="506529" y="86398"/>
                </a:lnTo>
                <a:lnTo>
                  <a:pt x="505875" y="83619"/>
                </a:lnTo>
                <a:lnTo>
                  <a:pt x="505183" y="82462"/>
                </a:lnTo>
                <a:lnTo>
                  <a:pt x="503803" y="81600"/>
                </a:lnTo>
                <a:lnTo>
                  <a:pt x="500410" y="80380"/>
                </a:lnTo>
                <a:lnTo>
                  <a:pt x="496542" y="81803"/>
                </a:lnTo>
                <a:lnTo>
                  <a:pt x="494187" y="83739"/>
                </a:lnTo>
                <a:lnTo>
                  <a:pt x="494600" y="92317"/>
                </a:lnTo>
                <a:lnTo>
                  <a:pt x="495155" y="94938"/>
                </a:lnTo>
                <a:lnTo>
                  <a:pt x="495450" y="95275"/>
                </a:lnTo>
                <a:lnTo>
                  <a:pt x="496273" y="95250"/>
                </a:lnTo>
                <a:lnTo>
                  <a:pt x="499137" y="93580"/>
                </a:lnTo>
                <a:lnTo>
                  <a:pt x="500343" y="93626"/>
                </a:lnTo>
                <a:lnTo>
                  <a:pt x="501690" y="94168"/>
                </a:lnTo>
                <a:lnTo>
                  <a:pt x="508720" y="99385"/>
                </a:lnTo>
                <a:lnTo>
                  <a:pt x="514052" y="104419"/>
                </a:lnTo>
                <a:lnTo>
                  <a:pt x="514407" y="106111"/>
                </a:lnTo>
                <a:lnTo>
                  <a:pt x="514152" y="107086"/>
                </a:lnTo>
                <a:lnTo>
                  <a:pt x="512754" y="109505"/>
                </a:lnTo>
                <a:lnTo>
                  <a:pt x="509163" y="114165"/>
                </a:lnTo>
                <a:lnTo>
                  <a:pt x="508231" y="116588"/>
                </a:lnTo>
                <a:lnTo>
                  <a:pt x="508239" y="117823"/>
                </a:lnTo>
                <a:lnTo>
                  <a:pt x="508779" y="119809"/>
                </a:lnTo>
                <a:lnTo>
                  <a:pt x="509759" y="121521"/>
                </a:lnTo>
                <a:lnTo>
                  <a:pt x="511068" y="122837"/>
                </a:lnTo>
                <a:lnTo>
                  <a:pt x="513332" y="123835"/>
                </a:lnTo>
                <a:lnTo>
                  <a:pt x="516165" y="123980"/>
                </a:lnTo>
                <a:lnTo>
                  <a:pt x="520237" y="123386"/>
                </a:lnTo>
                <a:lnTo>
                  <a:pt x="524218" y="121911"/>
                </a:lnTo>
                <a:lnTo>
                  <a:pt x="527281" y="122358"/>
                </a:lnTo>
                <a:lnTo>
                  <a:pt x="531051" y="121458"/>
                </a:lnTo>
                <a:lnTo>
                  <a:pt x="532781" y="122148"/>
                </a:lnTo>
                <a:lnTo>
                  <a:pt x="556333" y="142083"/>
                </a:lnTo>
                <a:lnTo>
                  <a:pt x="557356" y="143295"/>
                </a:lnTo>
                <a:lnTo>
                  <a:pt x="559995" y="145172"/>
                </a:lnTo>
                <a:lnTo>
                  <a:pt x="567137" y="151273"/>
                </a:lnTo>
                <a:lnTo>
                  <a:pt x="574192" y="157676"/>
                </a:lnTo>
                <a:lnTo>
                  <a:pt x="579004" y="161214"/>
                </a:lnTo>
                <a:lnTo>
                  <a:pt x="580887" y="163526"/>
                </a:lnTo>
                <a:lnTo>
                  <a:pt x="586418" y="168188"/>
                </a:lnTo>
                <a:lnTo>
                  <a:pt x="590027" y="170819"/>
                </a:lnTo>
                <a:lnTo>
                  <a:pt x="590866" y="171802"/>
                </a:lnTo>
                <a:lnTo>
                  <a:pt x="592724" y="172150"/>
                </a:lnTo>
                <a:lnTo>
                  <a:pt x="593522" y="171547"/>
                </a:lnTo>
                <a:lnTo>
                  <a:pt x="593480" y="170703"/>
                </a:lnTo>
                <a:lnTo>
                  <a:pt x="590611" y="167940"/>
                </a:lnTo>
                <a:lnTo>
                  <a:pt x="587815" y="165898"/>
                </a:lnTo>
                <a:lnTo>
                  <a:pt x="583517" y="161878"/>
                </a:lnTo>
                <a:lnTo>
                  <a:pt x="579949" y="159825"/>
                </a:lnTo>
                <a:lnTo>
                  <a:pt x="577422" y="157923"/>
                </a:lnTo>
                <a:lnTo>
                  <a:pt x="576008" y="156240"/>
                </a:lnTo>
                <a:lnTo>
                  <a:pt x="570211" y="152050"/>
                </a:lnTo>
                <a:lnTo>
                  <a:pt x="542939" y="126645"/>
                </a:lnTo>
                <a:lnTo>
                  <a:pt x="541765" y="124986"/>
                </a:lnTo>
                <a:lnTo>
                  <a:pt x="541766" y="123191"/>
                </a:lnTo>
                <a:lnTo>
                  <a:pt x="543290" y="122128"/>
                </a:lnTo>
                <a:lnTo>
                  <a:pt x="549507" y="120933"/>
                </a:lnTo>
                <a:lnTo>
                  <a:pt x="552770" y="119679"/>
                </a:lnTo>
                <a:lnTo>
                  <a:pt x="554518" y="118398"/>
                </a:lnTo>
                <a:lnTo>
                  <a:pt x="555839" y="116819"/>
                </a:lnTo>
                <a:lnTo>
                  <a:pt x="557710" y="112785"/>
                </a:lnTo>
                <a:lnTo>
                  <a:pt x="559121" y="112142"/>
                </a:lnTo>
                <a:lnTo>
                  <a:pt x="560756" y="112114"/>
                </a:lnTo>
                <a:lnTo>
                  <a:pt x="563324" y="113045"/>
                </a:lnTo>
                <a:lnTo>
                  <a:pt x="565078" y="114500"/>
                </a:lnTo>
                <a:lnTo>
                  <a:pt x="565891" y="120228"/>
                </a:lnTo>
                <a:lnTo>
                  <a:pt x="574193" y="126340"/>
                </a:lnTo>
                <a:lnTo>
                  <a:pt x="576822" y="126922"/>
                </a:lnTo>
                <a:lnTo>
                  <a:pt x="588378" y="127582"/>
                </a:lnTo>
                <a:lnTo>
                  <a:pt x="589505" y="126459"/>
                </a:lnTo>
                <a:lnTo>
                  <a:pt x="589709" y="125628"/>
                </a:lnTo>
                <a:lnTo>
                  <a:pt x="588181" y="121763"/>
                </a:lnTo>
                <a:lnTo>
                  <a:pt x="588122" y="119914"/>
                </a:lnTo>
                <a:lnTo>
                  <a:pt x="589227" y="118876"/>
                </a:lnTo>
                <a:lnTo>
                  <a:pt x="591788" y="118810"/>
                </a:lnTo>
                <a:lnTo>
                  <a:pt x="597387" y="122015"/>
                </a:lnTo>
                <a:lnTo>
                  <a:pt x="601916" y="125310"/>
                </a:lnTo>
                <a:lnTo>
                  <a:pt x="606225" y="127843"/>
                </a:lnTo>
                <a:lnTo>
                  <a:pt x="624992" y="140408"/>
                </a:lnTo>
                <a:lnTo>
                  <a:pt x="626198" y="140874"/>
                </a:lnTo>
                <a:lnTo>
                  <a:pt x="627309" y="140723"/>
                </a:lnTo>
                <a:lnTo>
                  <a:pt x="627705" y="140427"/>
                </a:lnTo>
                <a:lnTo>
                  <a:pt x="627824" y="139498"/>
                </a:lnTo>
                <a:lnTo>
                  <a:pt x="627128" y="138269"/>
                </a:lnTo>
                <a:lnTo>
                  <a:pt x="625720" y="136924"/>
                </a:lnTo>
                <a:lnTo>
                  <a:pt x="606052" y="123768"/>
                </a:lnTo>
                <a:lnTo>
                  <a:pt x="602296" y="120851"/>
                </a:lnTo>
                <a:lnTo>
                  <a:pt x="597793" y="118054"/>
                </a:lnTo>
                <a:lnTo>
                  <a:pt x="595466" y="115666"/>
                </a:lnTo>
                <a:lnTo>
                  <a:pt x="595023" y="114554"/>
                </a:lnTo>
                <a:lnTo>
                  <a:pt x="595230" y="114064"/>
                </a:lnTo>
                <a:lnTo>
                  <a:pt x="598813" y="112661"/>
                </a:lnTo>
                <a:lnTo>
                  <a:pt x="605668" y="106155"/>
                </a:lnTo>
                <a:lnTo>
                  <a:pt x="605482" y="103312"/>
                </a:lnTo>
                <a:lnTo>
                  <a:pt x="602026" y="98658"/>
                </a:lnTo>
                <a:lnTo>
                  <a:pt x="601771" y="97745"/>
                </a:lnTo>
                <a:lnTo>
                  <a:pt x="602112" y="96636"/>
                </a:lnTo>
                <a:lnTo>
                  <a:pt x="605612" y="94445"/>
                </a:lnTo>
                <a:lnTo>
                  <a:pt x="612385" y="91718"/>
                </a:lnTo>
                <a:lnTo>
                  <a:pt x="619801" y="92441"/>
                </a:lnTo>
                <a:lnTo>
                  <a:pt x="635191" y="89856"/>
                </a:lnTo>
                <a:lnTo>
                  <a:pt x="636690" y="88846"/>
                </a:lnTo>
                <a:lnTo>
                  <a:pt x="637834" y="87602"/>
                </a:lnTo>
                <a:lnTo>
                  <a:pt x="643742" y="78950"/>
                </a:lnTo>
                <a:lnTo>
                  <a:pt x="645657" y="77120"/>
                </a:lnTo>
                <a:lnTo>
                  <a:pt x="646598" y="76615"/>
                </a:lnTo>
                <a:lnTo>
                  <a:pt x="647544" y="76376"/>
                </a:lnTo>
                <a:lnTo>
                  <a:pt x="649503" y="76685"/>
                </a:lnTo>
                <a:lnTo>
                  <a:pt x="652450" y="78471"/>
                </a:lnTo>
                <a:lnTo>
                  <a:pt x="655059" y="79162"/>
                </a:lnTo>
                <a:lnTo>
                  <a:pt x="659199" y="79388"/>
                </a:lnTo>
                <a:lnTo>
                  <a:pt x="661136" y="78767"/>
                </a:lnTo>
                <a:lnTo>
                  <a:pt x="662660" y="77222"/>
                </a:lnTo>
                <a:lnTo>
                  <a:pt x="665251" y="71903"/>
                </a:lnTo>
                <a:lnTo>
                  <a:pt x="666782" y="69557"/>
                </a:lnTo>
                <a:lnTo>
                  <a:pt x="673452" y="62131"/>
                </a:lnTo>
                <a:lnTo>
                  <a:pt x="680075" y="57871"/>
                </a:lnTo>
                <a:lnTo>
                  <a:pt x="683193" y="54903"/>
                </a:lnTo>
                <a:lnTo>
                  <a:pt x="683454" y="53862"/>
                </a:lnTo>
                <a:lnTo>
                  <a:pt x="683096" y="52409"/>
                </a:lnTo>
                <a:lnTo>
                  <a:pt x="680047" y="46669"/>
                </a:lnTo>
                <a:lnTo>
                  <a:pt x="679750" y="45438"/>
                </a:lnTo>
                <a:lnTo>
                  <a:pt x="680336" y="43469"/>
                </a:lnTo>
                <a:lnTo>
                  <a:pt x="682795" y="39398"/>
                </a:lnTo>
                <a:lnTo>
                  <a:pt x="685444" y="36482"/>
                </a:lnTo>
                <a:lnTo>
                  <a:pt x="690596" y="32577"/>
                </a:lnTo>
                <a:lnTo>
                  <a:pt x="698758" y="27347"/>
                </a:lnTo>
                <a:lnTo>
                  <a:pt x="700574" y="26472"/>
                </a:lnTo>
                <a:lnTo>
                  <a:pt x="702149" y="26279"/>
                </a:lnTo>
                <a:lnTo>
                  <a:pt x="703819" y="27223"/>
                </a:lnTo>
                <a:lnTo>
                  <a:pt x="716142" y="37802"/>
                </a:lnTo>
                <a:lnTo>
                  <a:pt x="721101" y="40926"/>
                </a:lnTo>
                <a:lnTo>
                  <a:pt x="721961" y="42285"/>
                </a:lnTo>
                <a:lnTo>
                  <a:pt x="723392" y="46711"/>
                </a:lnTo>
                <a:lnTo>
                  <a:pt x="724768" y="48881"/>
                </a:lnTo>
                <a:lnTo>
                  <a:pt x="726946" y="50183"/>
                </a:lnTo>
                <a:lnTo>
                  <a:pt x="733753" y="52204"/>
                </a:lnTo>
                <a:lnTo>
                  <a:pt x="734981" y="53042"/>
                </a:lnTo>
                <a:lnTo>
                  <a:pt x="736242" y="54499"/>
                </a:lnTo>
                <a:lnTo>
                  <a:pt x="736132" y="63892"/>
                </a:lnTo>
                <a:lnTo>
                  <a:pt x="738615" y="79271"/>
                </a:lnTo>
                <a:lnTo>
                  <a:pt x="740054" y="84880"/>
                </a:lnTo>
                <a:lnTo>
                  <a:pt x="740153" y="87005"/>
                </a:lnTo>
                <a:lnTo>
                  <a:pt x="739384" y="88625"/>
                </a:lnTo>
                <a:lnTo>
                  <a:pt x="736739" y="90960"/>
                </a:lnTo>
                <a:lnTo>
                  <a:pt x="735066" y="93299"/>
                </a:lnTo>
                <a:lnTo>
                  <a:pt x="733870" y="96850"/>
                </a:lnTo>
                <a:lnTo>
                  <a:pt x="732181" y="104332"/>
                </a:lnTo>
                <a:lnTo>
                  <a:pt x="731382" y="105807"/>
                </a:lnTo>
                <a:lnTo>
                  <a:pt x="730504" y="105786"/>
                </a:lnTo>
                <a:lnTo>
                  <a:pt x="727314" y="102911"/>
                </a:lnTo>
                <a:lnTo>
                  <a:pt x="724696" y="99920"/>
                </a:lnTo>
                <a:lnTo>
                  <a:pt x="722002" y="95827"/>
                </a:lnTo>
                <a:lnTo>
                  <a:pt x="720039" y="94224"/>
                </a:lnTo>
                <a:lnTo>
                  <a:pt x="718886" y="94438"/>
                </a:lnTo>
                <a:lnTo>
                  <a:pt x="717620" y="95240"/>
                </a:lnTo>
                <a:lnTo>
                  <a:pt x="708195" y="103055"/>
                </a:lnTo>
                <a:lnTo>
                  <a:pt x="707855" y="103972"/>
                </a:lnTo>
                <a:lnTo>
                  <a:pt x="708138" y="105060"/>
                </a:lnTo>
                <a:lnTo>
                  <a:pt x="712096" y="110046"/>
                </a:lnTo>
                <a:lnTo>
                  <a:pt x="712716" y="111384"/>
                </a:lnTo>
                <a:lnTo>
                  <a:pt x="712567" y="112393"/>
                </a:lnTo>
                <a:lnTo>
                  <a:pt x="711643" y="113103"/>
                </a:lnTo>
                <a:lnTo>
                  <a:pt x="708134" y="114122"/>
                </a:lnTo>
                <a:lnTo>
                  <a:pt x="705207" y="116117"/>
                </a:lnTo>
                <a:lnTo>
                  <a:pt x="702185" y="119315"/>
                </a:lnTo>
                <a:lnTo>
                  <a:pt x="698834" y="124152"/>
                </a:lnTo>
                <a:lnTo>
                  <a:pt x="699078" y="132148"/>
                </a:lnTo>
                <a:lnTo>
                  <a:pt x="701680" y="144288"/>
                </a:lnTo>
                <a:lnTo>
                  <a:pt x="703878" y="149537"/>
                </a:lnTo>
                <a:lnTo>
                  <a:pt x="704126" y="151434"/>
                </a:lnTo>
                <a:lnTo>
                  <a:pt x="703943" y="152182"/>
                </a:lnTo>
                <a:lnTo>
                  <a:pt x="703552" y="152804"/>
                </a:lnTo>
                <a:lnTo>
                  <a:pt x="702137" y="153700"/>
                </a:lnTo>
                <a:lnTo>
                  <a:pt x="696134" y="154837"/>
                </a:lnTo>
                <a:lnTo>
                  <a:pt x="693119" y="156040"/>
                </a:lnTo>
                <a:lnTo>
                  <a:pt x="691846" y="156866"/>
                </a:lnTo>
                <a:lnTo>
                  <a:pt x="690713" y="157857"/>
                </a:lnTo>
                <a:lnTo>
                  <a:pt x="688810" y="160366"/>
                </a:lnTo>
                <a:lnTo>
                  <a:pt x="686525" y="165295"/>
                </a:lnTo>
                <a:lnTo>
                  <a:pt x="685062" y="167200"/>
                </a:lnTo>
                <a:lnTo>
                  <a:pt x="684916" y="168260"/>
                </a:lnTo>
                <a:lnTo>
                  <a:pt x="685831" y="169397"/>
                </a:lnTo>
                <a:lnTo>
                  <a:pt x="687895" y="170817"/>
                </a:lnTo>
                <a:lnTo>
                  <a:pt x="689877" y="171670"/>
                </a:lnTo>
                <a:lnTo>
                  <a:pt x="690955" y="171632"/>
                </a:lnTo>
                <a:lnTo>
                  <a:pt x="692587" y="170655"/>
                </a:lnTo>
                <a:lnTo>
                  <a:pt x="694495" y="168660"/>
                </a:lnTo>
                <a:lnTo>
                  <a:pt x="695807" y="163719"/>
                </a:lnTo>
                <a:lnTo>
                  <a:pt x="697238" y="162015"/>
                </a:lnTo>
                <a:lnTo>
                  <a:pt x="699188" y="161560"/>
                </a:lnTo>
                <a:lnTo>
                  <a:pt x="702319" y="163901"/>
                </a:lnTo>
                <a:lnTo>
                  <a:pt x="704279" y="164283"/>
                </a:lnTo>
                <a:lnTo>
                  <a:pt x="705740" y="164107"/>
                </a:lnTo>
                <a:lnTo>
                  <a:pt x="706936" y="163542"/>
                </a:lnTo>
                <a:lnTo>
                  <a:pt x="708359" y="161831"/>
                </a:lnTo>
                <a:lnTo>
                  <a:pt x="710358" y="156905"/>
                </a:lnTo>
                <a:lnTo>
                  <a:pt x="712327" y="153719"/>
                </a:lnTo>
                <a:lnTo>
                  <a:pt x="714652" y="150747"/>
                </a:lnTo>
                <a:lnTo>
                  <a:pt x="715315" y="148722"/>
                </a:lnTo>
                <a:lnTo>
                  <a:pt x="714580" y="147026"/>
                </a:lnTo>
                <a:lnTo>
                  <a:pt x="710912" y="145191"/>
                </a:lnTo>
                <a:lnTo>
                  <a:pt x="709464" y="142886"/>
                </a:lnTo>
                <a:lnTo>
                  <a:pt x="707975" y="137706"/>
                </a:lnTo>
                <a:lnTo>
                  <a:pt x="706983" y="132822"/>
                </a:lnTo>
                <a:lnTo>
                  <a:pt x="706542" y="128796"/>
                </a:lnTo>
                <a:lnTo>
                  <a:pt x="706719" y="126203"/>
                </a:lnTo>
                <a:lnTo>
                  <a:pt x="708663" y="123339"/>
                </a:lnTo>
                <a:lnTo>
                  <a:pt x="710264" y="122048"/>
                </a:lnTo>
                <a:lnTo>
                  <a:pt x="711138" y="121748"/>
                </a:lnTo>
                <a:lnTo>
                  <a:pt x="716025" y="124186"/>
                </a:lnTo>
                <a:lnTo>
                  <a:pt x="718961" y="124289"/>
                </a:lnTo>
                <a:lnTo>
                  <a:pt x="719815" y="123906"/>
                </a:lnTo>
                <a:lnTo>
                  <a:pt x="720383" y="121827"/>
                </a:lnTo>
                <a:lnTo>
                  <a:pt x="720905" y="110728"/>
                </a:lnTo>
                <a:lnTo>
                  <a:pt x="721225" y="109383"/>
                </a:lnTo>
                <a:lnTo>
                  <a:pt x="722035" y="108843"/>
                </a:lnTo>
                <a:lnTo>
                  <a:pt x="723069" y="109426"/>
                </a:lnTo>
                <a:lnTo>
                  <a:pt x="723730" y="110911"/>
                </a:lnTo>
                <a:lnTo>
                  <a:pt x="724657" y="123095"/>
                </a:lnTo>
                <a:lnTo>
                  <a:pt x="727115" y="134012"/>
                </a:lnTo>
                <a:lnTo>
                  <a:pt x="729113" y="141207"/>
                </a:lnTo>
                <a:lnTo>
                  <a:pt x="729302" y="143305"/>
                </a:lnTo>
                <a:lnTo>
                  <a:pt x="728584" y="148137"/>
                </a:lnTo>
                <a:lnTo>
                  <a:pt x="728675" y="150196"/>
                </a:lnTo>
                <a:lnTo>
                  <a:pt x="730770" y="154904"/>
                </a:lnTo>
                <a:lnTo>
                  <a:pt x="733095" y="162267"/>
                </a:lnTo>
                <a:lnTo>
                  <a:pt x="735445" y="165639"/>
                </a:lnTo>
                <a:lnTo>
                  <a:pt x="738677" y="169206"/>
                </a:lnTo>
                <a:lnTo>
                  <a:pt x="741252" y="171530"/>
                </a:lnTo>
                <a:lnTo>
                  <a:pt x="745319" y="174485"/>
                </a:lnTo>
                <a:lnTo>
                  <a:pt x="759511" y="183314"/>
                </a:lnTo>
                <a:lnTo>
                  <a:pt x="769124" y="188785"/>
                </a:lnTo>
                <a:lnTo>
                  <a:pt x="771730" y="189603"/>
                </a:lnTo>
                <a:lnTo>
                  <a:pt x="773675" y="189490"/>
                </a:lnTo>
                <a:lnTo>
                  <a:pt x="774299" y="188816"/>
                </a:lnTo>
                <a:lnTo>
                  <a:pt x="774597" y="187527"/>
                </a:lnTo>
                <a:lnTo>
                  <a:pt x="774321" y="180370"/>
                </a:lnTo>
                <a:lnTo>
                  <a:pt x="769507" y="171137"/>
                </a:lnTo>
                <a:lnTo>
                  <a:pt x="769047" y="162771"/>
                </a:lnTo>
                <a:lnTo>
                  <a:pt x="767710" y="160818"/>
                </a:lnTo>
                <a:lnTo>
                  <a:pt x="764068" y="156716"/>
                </a:lnTo>
                <a:lnTo>
                  <a:pt x="766272" y="151466"/>
                </a:lnTo>
                <a:lnTo>
                  <a:pt x="766401" y="148390"/>
                </a:lnTo>
                <a:lnTo>
                  <a:pt x="764927" y="146039"/>
                </a:lnTo>
                <a:lnTo>
                  <a:pt x="761062" y="143664"/>
                </a:lnTo>
                <a:lnTo>
                  <a:pt x="760386" y="142847"/>
                </a:lnTo>
                <a:lnTo>
                  <a:pt x="759953" y="140781"/>
                </a:lnTo>
                <a:lnTo>
                  <a:pt x="759648" y="134123"/>
                </a:lnTo>
                <a:lnTo>
                  <a:pt x="757496" y="132885"/>
                </a:lnTo>
                <a:lnTo>
                  <a:pt x="753567" y="132037"/>
                </a:lnTo>
                <a:lnTo>
                  <a:pt x="749642" y="128207"/>
                </a:lnTo>
                <a:lnTo>
                  <a:pt x="748002" y="127131"/>
                </a:lnTo>
                <a:lnTo>
                  <a:pt x="746963" y="127013"/>
                </a:lnTo>
                <a:lnTo>
                  <a:pt x="743354" y="127984"/>
                </a:lnTo>
                <a:lnTo>
                  <a:pt x="742005" y="127935"/>
                </a:lnTo>
                <a:lnTo>
                  <a:pt x="739895" y="124803"/>
                </a:lnTo>
                <a:lnTo>
                  <a:pt x="735641" y="116586"/>
                </a:lnTo>
                <a:lnTo>
                  <a:pt x="738329" y="111557"/>
                </a:lnTo>
                <a:lnTo>
                  <a:pt x="740544" y="108995"/>
                </a:lnTo>
                <a:lnTo>
                  <a:pt x="741209" y="107685"/>
                </a:lnTo>
                <a:lnTo>
                  <a:pt x="740816" y="100190"/>
                </a:lnTo>
                <a:lnTo>
                  <a:pt x="741467" y="97015"/>
                </a:lnTo>
                <a:lnTo>
                  <a:pt x="743030" y="95924"/>
                </a:lnTo>
                <a:lnTo>
                  <a:pt x="748546" y="93605"/>
                </a:lnTo>
                <a:lnTo>
                  <a:pt x="749505" y="92623"/>
                </a:lnTo>
                <a:lnTo>
                  <a:pt x="749667" y="92017"/>
                </a:lnTo>
                <a:lnTo>
                  <a:pt x="749430" y="90417"/>
                </a:lnTo>
                <a:lnTo>
                  <a:pt x="747689" y="85893"/>
                </a:lnTo>
                <a:lnTo>
                  <a:pt x="746740" y="82116"/>
                </a:lnTo>
                <a:lnTo>
                  <a:pt x="744103" y="66548"/>
                </a:lnTo>
                <a:lnTo>
                  <a:pt x="743561" y="59838"/>
                </a:lnTo>
                <a:lnTo>
                  <a:pt x="743561" y="57469"/>
                </a:lnTo>
                <a:lnTo>
                  <a:pt x="749218" y="51529"/>
                </a:lnTo>
                <a:lnTo>
                  <a:pt x="749218" y="48382"/>
                </a:lnTo>
                <a:lnTo>
                  <a:pt x="746278" y="45916"/>
                </a:lnTo>
                <a:lnTo>
                  <a:pt x="744378" y="45049"/>
                </a:lnTo>
                <a:lnTo>
                  <a:pt x="742068" y="44852"/>
                </a:lnTo>
                <a:lnTo>
                  <a:pt x="738009" y="45191"/>
                </a:lnTo>
                <a:lnTo>
                  <a:pt x="733931" y="45054"/>
                </a:lnTo>
                <a:lnTo>
                  <a:pt x="731115" y="44387"/>
                </a:lnTo>
                <a:lnTo>
                  <a:pt x="730166" y="43381"/>
                </a:lnTo>
                <a:lnTo>
                  <a:pt x="729007" y="36878"/>
                </a:lnTo>
                <a:lnTo>
                  <a:pt x="727044" y="33124"/>
                </a:lnTo>
                <a:lnTo>
                  <a:pt x="727482" y="31182"/>
                </a:lnTo>
                <a:lnTo>
                  <a:pt x="729217" y="28258"/>
                </a:lnTo>
                <a:lnTo>
                  <a:pt x="730664" y="26492"/>
                </a:lnTo>
                <a:lnTo>
                  <a:pt x="734639" y="25227"/>
                </a:lnTo>
                <a:lnTo>
                  <a:pt x="738602" y="22045"/>
                </a:lnTo>
                <a:lnTo>
                  <a:pt x="742348" y="19671"/>
                </a:lnTo>
                <a:lnTo>
                  <a:pt x="743861" y="17634"/>
                </a:lnTo>
                <a:lnTo>
                  <a:pt x="744115" y="15244"/>
                </a:lnTo>
                <a:lnTo>
                  <a:pt x="743561" y="13520"/>
                </a:lnTo>
                <a:lnTo>
                  <a:pt x="742593" y="12061"/>
                </a:lnTo>
                <a:lnTo>
                  <a:pt x="736759" y="9687"/>
                </a:lnTo>
                <a:lnTo>
                  <a:pt x="735132" y="8450"/>
                </a:lnTo>
                <a:lnTo>
                  <a:pt x="734422" y="7098"/>
                </a:lnTo>
                <a:lnTo>
                  <a:pt x="733547" y="3894"/>
                </a:lnTo>
                <a:lnTo>
                  <a:pt x="731513" y="968"/>
                </a:lnTo>
                <a:lnTo>
                  <a:pt x="729347" y="0"/>
                </a:lnTo>
                <a:lnTo>
                  <a:pt x="726094" y="225"/>
                </a:lnTo>
                <a:close/>
                <a:moveTo>
                  <a:pt x="726377" y="11929"/>
                </a:moveTo>
                <a:lnTo>
                  <a:pt x="730012" y="15562"/>
                </a:lnTo>
                <a:lnTo>
                  <a:pt x="730695" y="17581"/>
                </a:lnTo>
                <a:lnTo>
                  <a:pt x="729634" y="18403"/>
                </a:lnTo>
                <a:lnTo>
                  <a:pt x="726138" y="19150"/>
                </a:lnTo>
                <a:lnTo>
                  <a:pt x="724715" y="19751"/>
                </a:lnTo>
                <a:lnTo>
                  <a:pt x="721777" y="24585"/>
                </a:lnTo>
                <a:lnTo>
                  <a:pt x="720031" y="25305"/>
                </a:lnTo>
                <a:lnTo>
                  <a:pt x="715162" y="25358"/>
                </a:lnTo>
                <a:lnTo>
                  <a:pt x="710771" y="24860"/>
                </a:lnTo>
                <a:lnTo>
                  <a:pt x="708737" y="24014"/>
                </a:lnTo>
                <a:lnTo>
                  <a:pt x="708791" y="23291"/>
                </a:lnTo>
                <a:lnTo>
                  <a:pt x="713295" y="19566"/>
                </a:lnTo>
                <a:lnTo>
                  <a:pt x="718376" y="19891"/>
                </a:lnTo>
                <a:lnTo>
                  <a:pt x="720327" y="19482"/>
                </a:lnTo>
                <a:lnTo>
                  <a:pt x="721161" y="18242"/>
                </a:lnTo>
                <a:lnTo>
                  <a:pt x="721600" y="15098"/>
                </a:lnTo>
                <a:lnTo>
                  <a:pt x="723925" y="11537"/>
                </a:lnTo>
                <a:lnTo>
                  <a:pt x="725267" y="10654"/>
                </a:lnTo>
                <a:lnTo>
                  <a:pt x="726377" y="11929"/>
                </a:lnTo>
                <a:close/>
                <a:moveTo>
                  <a:pt x="515366" y="95690"/>
                </a:moveTo>
                <a:lnTo>
                  <a:pt x="516887" y="96878"/>
                </a:lnTo>
                <a:lnTo>
                  <a:pt x="517641" y="98575"/>
                </a:lnTo>
                <a:lnTo>
                  <a:pt x="517515" y="100736"/>
                </a:lnTo>
                <a:lnTo>
                  <a:pt x="516572" y="101630"/>
                </a:lnTo>
                <a:lnTo>
                  <a:pt x="515730" y="101640"/>
                </a:lnTo>
                <a:lnTo>
                  <a:pt x="514874" y="101134"/>
                </a:lnTo>
                <a:lnTo>
                  <a:pt x="511639" y="98205"/>
                </a:lnTo>
                <a:lnTo>
                  <a:pt x="511298" y="97456"/>
                </a:lnTo>
                <a:lnTo>
                  <a:pt x="511436" y="95907"/>
                </a:lnTo>
                <a:lnTo>
                  <a:pt x="512321" y="95067"/>
                </a:lnTo>
                <a:lnTo>
                  <a:pt x="513921" y="95133"/>
                </a:lnTo>
                <a:lnTo>
                  <a:pt x="515366" y="95690"/>
                </a:lnTo>
                <a:close/>
                <a:moveTo>
                  <a:pt x="738823" y="135997"/>
                </a:moveTo>
                <a:lnTo>
                  <a:pt x="740738" y="137284"/>
                </a:lnTo>
                <a:lnTo>
                  <a:pt x="742074" y="137703"/>
                </a:lnTo>
                <a:lnTo>
                  <a:pt x="744864" y="136485"/>
                </a:lnTo>
                <a:lnTo>
                  <a:pt x="745988" y="136523"/>
                </a:lnTo>
                <a:lnTo>
                  <a:pt x="750114" y="138547"/>
                </a:lnTo>
                <a:lnTo>
                  <a:pt x="751762" y="139968"/>
                </a:lnTo>
                <a:lnTo>
                  <a:pt x="752222" y="144383"/>
                </a:lnTo>
                <a:lnTo>
                  <a:pt x="752612" y="145632"/>
                </a:lnTo>
                <a:lnTo>
                  <a:pt x="753793" y="147400"/>
                </a:lnTo>
                <a:lnTo>
                  <a:pt x="757385" y="151024"/>
                </a:lnTo>
                <a:lnTo>
                  <a:pt x="756836" y="155764"/>
                </a:lnTo>
                <a:lnTo>
                  <a:pt x="757001" y="159134"/>
                </a:lnTo>
                <a:lnTo>
                  <a:pt x="758168" y="161731"/>
                </a:lnTo>
                <a:lnTo>
                  <a:pt x="761381" y="165414"/>
                </a:lnTo>
                <a:lnTo>
                  <a:pt x="761761" y="170247"/>
                </a:lnTo>
                <a:lnTo>
                  <a:pt x="762514" y="173462"/>
                </a:lnTo>
                <a:lnTo>
                  <a:pt x="762534" y="173972"/>
                </a:lnTo>
                <a:lnTo>
                  <a:pt x="762065" y="174636"/>
                </a:lnTo>
                <a:lnTo>
                  <a:pt x="760382" y="174694"/>
                </a:lnTo>
                <a:lnTo>
                  <a:pt x="758832" y="174069"/>
                </a:lnTo>
                <a:lnTo>
                  <a:pt x="747298" y="166761"/>
                </a:lnTo>
                <a:lnTo>
                  <a:pt x="743942" y="163824"/>
                </a:lnTo>
                <a:lnTo>
                  <a:pt x="740151" y="158903"/>
                </a:lnTo>
                <a:lnTo>
                  <a:pt x="738650" y="155516"/>
                </a:lnTo>
                <a:lnTo>
                  <a:pt x="736676" y="148342"/>
                </a:lnTo>
                <a:lnTo>
                  <a:pt x="736724" y="142657"/>
                </a:lnTo>
                <a:lnTo>
                  <a:pt x="735460" y="137119"/>
                </a:lnTo>
                <a:lnTo>
                  <a:pt x="735527" y="135644"/>
                </a:lnTo>
                <a:lnTo>
                  <a:pt x="736143" y="134360"/>
                </a:lnTo>
                <a:lnTo>
                  <a:pt x="736719" y="134471"/>
                </a:lnTo>
                <a:lnTo>
                  <a:pt x="738823" y="135997"/>
                </a:lnTo>
                <a:close/>
                <a:moveTo>
                  <a:pt x="479832" y="6554"/>
                </a:moveTo>
                <a:lnTo>
                  <a:pt x="478924" y="8194"/>
                </a:lnTo>
                <a:lnTo>
                  <a:pt x="478365" y="10502"/>
                </a:lnTo>
                <a:lnTo>
                  <a:pt x="476997" y="19215"/>
                </a:lnTo>
                <a:lnTo>
                  <a:pt x="475409" y="25907"/>
                </a:lnTo>
                <a:lnTo>
                  <a:pt x="474906" y="32545"/>
                </a:lnTo>
                <a:lnTo>
                  <a:pt x="474198" y="34748"/>
                </a:lnTo>
                <a:lnTo>
                  <a:pt x="472948" y="36432"/>
                </a:lnTo>
                <a:lnTo>
                  <a:pt x="470331" y="38747"/>
                </a:lnTo>
                <a:lnTo>
                  <a:pt x="459811" y="42837"/>
                </a:lnTo>
                <a:lnTo>
                  <a:pt x="458602" y="43699"/>
                </a:lnTo>
                <a:lnTo>
                  <a:pt x="457880" y="45105"/>
                </a:lnTo>
                <a:lnTo>
                  <a:pt x="458234" y="45964"/>
                </a:lnTo>
                <a:lnTo>
                  <a:pt x="459138" y="46513"/>
                </a:lnTo>
                <a:lnTo>
                  <a:pt x="470721" y="47718"/>
                </a:lnTo>
                <a:lnTo>
                  <a:pt x="473008" y="48417"/>
                </a:lnTo>
                <a:lnTo>
                  <a:pt x="473832" y="48992"/>
                </a:lnTo>
                <a:lnTo>
                  <a:pt x="473887" y="49345"/>
                </a:lnTo>
                <a:lnTo>
                  <a:pt x="469012" y="52491"/>
                </a:lnTo>
                <a:lnTo>
                  <a:pt x="462865" y="54366"/>
                </a:lnTo>
                <a:lnTo>
                  <a:pt x="452346" y="58419"/>
                </a:lnTo>
                <a:lnTo>
                  <a:pt x="449524" y="59774"/>
                </a:lnTo>
                <a:lnTo>
                  <a:pt x="448505" y="60722"/>
                </a:lnTo>
                <a:lnTo>
                  <a:pt x="450132" y="62065"/>
                </a:lnTo>
                <a:lnTo>
                  <a:pt x="468454" y="62185"/>
                </a:lnTo>
                <a:lnTo>
                  <a:pt x="470512" y="62394"/>
                </a:lnTo>
                <a:lnTo>
                  <a:pt x="472047" y="63002"/>
                </a:lnTo>
                <a:lnTo>
                  <a:pt x="472499" y="63863"/>
                </a:lnTo>
                <a:lnTo>
                  <a:pt x="472779" y="68674"/>
                </a:lnTo>
                <a:lnTo>
                  <a:pt x="472638" y="78119"/>
                </a:lnTo>
                <a:lnTo>
                  <a:pt x="471906" y="86497"/>
                </a:lnTo>
                <a:lnTo>
                  <a:pt x="472305" y="89634"/>
                </a:lnTo>
                <a:lnTo>
                  <a:pt x="473246" y="89714"/>
                </a:lnTo>
                <a:lnTo>
                  <a:pt x="477040" y="87498"/>
                </a:lnTo>
                <a:lnTo>
                  <a:pt x="478498" y="84172"/>
                </a:lnTo>
                <a:lnTo>
                  <a:pt x="479956" y="83249"/>
                </a:lnTo>
                <a:lnTo>
                  <a:pt x="482660" y="82855"/>
                </a:lnTo>
                <a:lnTo>
                  <a:pt x="484546" y="84789"/>
                </a:lnTo>
                <a:lnTo>
                  <a:pt x="485109" y="86098"/>
                </a:lnTo>
                <a:lnTo>
                  <a:pt x="484742" y="87147"/>
                </a:lnTo>
                <a:lnTo>
                  <a:pt x="483506" y="87869"/>
                </a:lnTo>
                <a:lnTo>
                  <a:pt x="481459" y="88198"/>
                </a:lnTo>
                <a:lnTo>
                  <a:pt x="477852" y="88088"/>
                </a:lnTo>
                <a:lnTo>
                  <a:pt x="477331" y="91597"/>
                </a:lnTo>
                <a:lnTo>
                  <a:pt x="477003" y="92295"/>
                </a:lnTo>
                <a:lnTo>
                  <a:pt x="476385" y="92717"/>
                </a:lnTo>
                <a:lnTo>
                  <a:pt x="474079" y="92675"/>
                </a:lnTo>
                <a:lnTo>
                  <a:pt x="471602" y="91227"/>
                </a:lnTo>
                <a:lnTo>
                  <a:pt x="471134" y="91482"/>
                </a:lnTo>
                <a:lnTo>
                  <a:pt x="470593" y="92528"/>
                </a:lnTo>
                <a:lnTo>
                  <a:pt x="469696" y="98054"/>
                </a:lnTo>
                <a:lnTo>
                  <a:pt x="469790" y="106297"/>
                </a:lnTo>
                <a:lnTo>
                  <a:pt x="468184" y="110158"/>
                </a:lnTo>
                <a:lnTo>
                  <a:pt x="467121" y="114403"/>
                </a:lnTo>
                <a:lnTo>
                  <a:pt x="465463" y="126107"/>
                </a:lnTo>
                <a:lnTo>
                  <a:pt x="464067" y="131763"/>
                </a:lnTo>
                <a:lnTo>
                  <a:pt x="462935" y="142137"/>
                </a:lnTo>
                <a:lnTo>
                  <a:pt x="461941" y="145614"/>
                </a:lnTo>
                <a:lnTo>
                  <a:pt x="463788" y="146832"/>
                </a:lnTo>
                <a:lnTo>
                  <a:pt x="465524" y="146624"/>
                </a:lnTo>
                <a:lnTo>
                  <a:pt x="479054" y="136881"/>
                </a:lnTo>
                <a:lnTo>
                  <a:pt x="480541" y="136135"/>
                </a:lnTo>
                <a:lnTo>
                  <a:pt x="481525" y="136015"/>
                </a:lnTo>
                <a:lnTo>
                  <a:pt x="483481" y="136694"/>
                </a:lnTo>
                <a:lnTo>
                  <a:pt x="487659" y="139904"/>
                </a:lnTo>
                <a:lnTo>
                  <a:pt x="491332" y="142198"/>
                </a:lnTo>
                <a:lnTo>
                  <a:pt x="492330" y="143257"/>
                </a:lnTo>
                <a:lnTo>
                  <a:pt x="496292" y="146170"/>
                </a:lnTo>
                <a:lnTo>
                  <a:pt x="497357" y="146749"/>
                </a:lnTo>
                <a:lnTo>
                  <a:pt x="498769" y="146980"/>
                </a:lnTo>
                <a:lnTo>
                  <a:pt x="499796" y="146432"/>
                </a:lnTo>
                <a:lnTo>
                  <a:pt x="500136" y="145608"/>
                </a:lnTo>
                <a:lnTo>
                  <a:pt x="500016" y="141738"/>
                </a:lnTo>
                <a:lnTo>
                  <a:pt x="497988" y="131175"/>
                </a:lnTo>
                <a:lnTo>
                  <a:pt x="496534" y="119571"/>
                </a:lnTo>
                <a:lnTo>
                  <a:pt x="495930" y="117518"/>
                </a:lnTo>
                <a:lnTo>
                  <a:pt x="495186" y="116619"/>
                </a:lnTo>
                <a:lnTo>
                  <a:pt x="494527" y="116427"/>
                </a:lnTo>
                <a:lnTo>
                  <a:pt x="494107" y="117227"/>
                </a:lnTo>
                <a:lnTo>
                  <a:pt x="493762" y="120263"/>
                </a:lnTo>
                <a:lnTo>
                  <a:pt x="491084" y="120665"/>
                </a:lnTo>
                <a:lnTo>
                  <a:pt x="487045" y="118460"/>
                </a:lnTo>
                <a:lnTo>
                  <a:pt x="486300" y="117699"/>
                </a:lnTo>
                <a:lnTo>
                  <a:pt x="486437" y="116377"/>
                </a:lnTo>
                <a:lnTo>
                  <a:pt x="488494" y="114209"/>
                </a:lnTo>
                <a:lnTo>
                  <a:pt x="488636" y="113863"/>
                </a:lnTo>
                <a:lnTo>
                  <a:pt x="488341" y="113519"/>
                </a:lnTo>
                <a:lnTo>
                  <a:pt x="485886" y="113515"/>
                </a:lnTo>
                <a:lnTo>
                  <a:pt x="482524" y="114646"/>
                </a:lnTo>
                <a:lnTo>
                  <a:pt x="481358" y="114724"/>
                </a:lnTo>
                <a:lnTo>
                  <a:pt x="475830" y="112642"/>
                </a:lnTo>
                <a:lnTo>
                  <a:pt x="475094" y="112166"/>
                </a:lnTo>
                <a:lnTo>
                  <a:pt x="474889" y="111270"/>
                </a:lnTo>
                <a:lnTo>
                  <a:pt x="475593" y="109612"/>
                </a:lnTo>
                <a:lnTo>
                  <a:pt x="477262" y="107935"/>
                </a:lnTo>
                <a:lnTo>
                  <a:pt x="480101" y="106376"/>
                </a:lnTo>
                <a:lnTo>
                  <a:pt x="482088" y="106062"/>
                </a:lnTo>
                <a:lnTo>
                  <a:pt x="484605" y="107004"/>
                </a:lnTo>
                <a:lnTo>
                  <a:pt x="487051" y="108584"/>
                </a:lnTo>
                <a:lnTo>
                  <a:pt x="488237" y="109990"/>
                </a:lnTo>
                <a:lnTo>
                  <a:pt x="489565" y="112862"/>
                </a:lnTo>
                <a:lnTo>
                  <a:pt x="493830" y="114491"/>
                </a:lnTo>
                <a:lnTo>
                  <a:pt x="494390" y="114278"/>
                </a:lnTo>
                <a:lnTo>
                  <a:pt x="494682" y="113626"/>
                </a:lnTo>
                <a:lnTo>
                  <a:pt x="494798" y="111290"/>
                </a:lnTo>
                <a:lnTo>
                  <a:pt x="494147" y="106125"/>
                </a:lnTo>
                <a:lnTo>
                  <a:pt x="494096" y="102840"/>
                </a:lnTo>
                <a:lnTo>
                  <a:pt x="492886" y="96953"/>
                </a:lnTo>
                <a:lnTo>
                  <a:pt x="491864" y="93774"/>
                </a:lnTo>
                <a:lnTo>
                  <a:pt x="490876" y="82886"/>
                </a:lnTo>
                <a:lnTo>
                  <a:pt x="489528" y="77188"/>
                </a:lnTo>
                <a:lnTo>
                  <a:pt x="489310" y="72756"/>
                </a:lnTo>
                <a:lnTo>
                  <a:pt x="489524" y="69331"/>
                </a:lnTo>
                <a:lnTo>
                  <a:pt x="489169" y="66257"/>
                </a:lnTo>
                <a:lnTo>
                  <a:pt x="489651" y="64409"/>
                </a:lnTo>
                <a:lnTo>
                  <a:pt x="490850" y="63399"/>
                </a:lnTo>
                <a:lnTo>
                  <a:pt x="493055" y="62277"/>
                </a:lnTo>
                <a:lnTo>
                  <a:pt x="512210" y="62125"/>
                </a:lnTo>
                <a:lnTo>
                  <a:pt x="513845" y="61782"/>
                </a:lnTo>
                <a:lnTo>
                  <a:pt x="514461" y="60826"/>
                </a:lnTo>
                <a:lnTo>
                  <a:pt x="514133" y="60213"/>
                </a:lnTo>
                <a:lnTo>
                  <a:pt x="512425" y="59225"/>
                </a:lnTo>
                <a:lnTo>
                  <a:pt x="507183" y="57404"/>
                </a:lnTo>
                <a:lnTo>
                  <a:pt x="503033" y="56430"/>
                </a:lnTo>
                <a:lnTo>
                  <a:pt x="500215" y="54627"/>
                </a:lnTo>
                <a:lnTo>
                  <a:pt x="494820" y="52624"/>
                </a:lnTo>
                <a:lnTo>
                  <a:pt x="492122" y="51078"/>
                </a:lnTo>
                <a:lnTo>
                  <a:pt x="490528" y="49696"/>
                </a:lnTo>
                <a:lnTo>
                  <a:pt x="490419" y="49312"/>
                </a:lnTo>
                <a:lnTo>
                  <a:pt x="490744" y="48965"/>
                </a:lnTo>
                <a:lnTo>
                  <a:pt x="492514" y="48101"/>
                </a:lnTo>
                <a:lnTo>
                  <a:pt x="503976" y="48042"/>
                </a:lnTo>
                <a:lnTo>
                  <a:pt x="505363" y="47576"/>
                </a:lnTo>
                <a:lnTo>
                  <a:pt x="505788" y="46779"/>
                </a:lnTo>
                <a:lnTo>
                  <a:pt x="504320" y="45032"/>
                </a:lnTo>
                <a:lnTo>
                  <a:pt x="496622" y="40431"/>
                </a:lnTo>
                <a:lnTo>
                  <a:pt x="493705" y="39003"/>
                </a:lnTo>
                <a:lnTo>
                  <a:pt x="491818" y="37598"/>
                </a:lnTo>
                <a:lnTo>
                  <a:pt x="490039" y="35735"/>
                </a:lnTo>
                <a:lnTo>
                  <a:pt x="488855" y="32906"/>
                </a:lnTo>
                <a:lnTo>
                  <a:pt x="488406" y="27689"/>
                </a:lnTo>
                <a:lnTo>
                  <a:pt x="486909" y="21936"/>
                </a:lnTo>
                <a:lnTo>
                  <a:pt x="485653" y="13769"/>
                </a:lnTo>
                <a:lnTo>
                  <a:pt x="484424" y="8492"/>
                </a:lnTo>
                <a:lnTo>
                  <a:pt x="483792" y="7004"/>
                </a:lnTo>
                <a:lnTo>
                  <a:pt x="482867" y="6130"/>
                </a:lnTo>
                <a:lnTo>
                  <a:pt x="481261" y="5918"/>
                </a:lnTo>
                <a:lnTo>
                  <a:pt x="479832" y="6554"/>
                </a:lnTo>
                <a:close/>
                <a:moveTo>
                  <a:pt x="482802" y="27627"/>
                </a:moveTo>
                <a:lnTo>
                  <a:pt x="482521" y="28989"/>
                </a:lnTo>
                <a:lnTo>
                  <a:pt x="481895" y="29174"/>
                </a:lnTo>
                <a:lnTo>
                  <a:pt x="481183" y="28952"/>
                </a:lnTo>
                <a:lnTo>
                  <a:pt x="480525" y="27778"/>
                </a:lnTo>
                <a:lnTo>
                  <a:pt x="480676" y="26417"/>
                </a:lnTo>
                <a:lnTo>
                  <a:pt x="481336" y="26077"/>
                </a:lnTo>
                <a:lnTo>
                  <a:pt x="482452" y="26248"/>
                </a:lnTo>
                <a:lnTo>
                  <a:pt x="482802" y="27627"/>
                </a:lnTo>
                <a:close/>
                <a:moveTo>
                  <a:pt x="476756" y="40038"/>
                </a:moveTo>
                <a:lnTo>
                  <a:pt x="477313" y="40741"/>
                </a:lnTo>
                <a:lnTo>
                  <a:pt x="476737" y="41705"/>
                </a:lnTo>
                <a:lnTo>
                  <a:pt x="474814" y="41885"/>
                </a:lnTo>
                <a:lnTo>
                  <a:pt x="474009" y="41370"/>
                </a:lnTo>
                <a:lnTo>
                  <a:pt x="474113" y="40847"/>
                </a:lnTo>
                <a:lnTo>
                  <a:pt x="475129" y="40142"/>
                </a:lnTo>
                <a:lnTo>
                  <a:pt x="475907" y="39856"/>
                </a:lnTo>
                <a:lnTo>
                  <a:pt x="476756" y="40038"/>
                </a:lnTo>
                <a:close/>
                <a:moveTo>
                  <a:pt x="493904" y="42124"/>
                </a:moveTo>
                <a:lnTo>
                  <a:pt x="494829" y="42910"/>
                </a:lnTo>
                <a:lnTo>
                  <a:pt x="494788" y="44143"/>
                </a:lnTo>
                <a:lnTo>
                  <a:pt x="493411" y="44928"/>
                </a:lnTo>
                <a:lnTo>
                  <a:pt x="491959" y="44917"/>
                </a:lnTo>
                <a:lnTo>
                  <a:pt x="490770" y="44429"/>
                </a:lnTo>
                <a:lnTo>
                  <a:pt x="489857" y="43532"/>
                </a:lnTo>
                <a:lnTo>
                  <a:pt x="489378" y="42410"/>
                </a:lnTo>
                <a:lnTo>
                  <a:pt x="489343" y="41134"/>
                </a:lnTo>
                <a:lnTo>
                  <a:pt x="492016" y="41500"/>
                </a:lnTo>
                <a:lnTo>
                  <a:pt x="493904" y="42124"/>
                </a:lnTo>
                <a:close/>
                <a:moveTo>
                  <a:pt x="472371" y="41947"/>
                </a:moveTo>
                <a:lnTo>
                  <a:pt x="472671" y="42401"/>
                </a:lnTo>
                <a:lnTo>
                  <a:pt x="472568" y="42997"/>
                </a:lnTo>
                <a:lnTo>
                  <a:pt x="471515" y="44101"/>
                </a:lnTo>
                <a:lnTo>
                  <a:pt x="470256" y="44373"/>
                </a:lnTo>
                <a:lnTo>
                  <a:pt x="469167" y="43922"/>
                </a:lnTo>
                <a:lnTo>
                  <a:pt x="469555" y="42844"/>
                </a:lnTo>
                <a:lnTo>
                  <a:pt x="470807" y="41854"/>
                </a:lnTo>
                <a:lnTo>
                  <a:pt x="471495" y="41632"/>
                </a:lnTo>
                <a:lnTo>
                  <a:pt x="472371" y="41947"/>
                </a:lnTo>
                <a:close/>
                <a:moveTo>
                  <a:pt x="472301" y="54534"/>
                </a:moveTo>
                <a:lnTo>
                  <a:pt x="473064" y="55632"/>
                </a:lnTo>
                <a:lnTo>
                  <a:pt x="472483" y="56525"/>
                </a:lnTo>
                <a:lnTo>
                  <a:pt x="470607" y="56662"/>
                </a:lnTo>
                <a:lnTo>
                  <a:pt x="469736" y="55972"/>
                </a:lnTo>
                <a:lnTo>
                  <a:pt x="469548" y="54750"/>
                </a:lnTo>
                <a:lnTo>
                  <a:pt x="469818" y="54075"/>
                </a:lnTo>
                <a:lnTo>
                  <a:pt x="471068" y="54030"/>
                </a:lnTo>
                <a:lnTo>
                  <a:pt x="472301" y="54534"/>
                </a:lnTo>
                <a:close/>
                <a:moveTo>
                  <a:pt x="492419" y="55241"/>
                </a:moveTo>
                <a:lnTo>
                  <a:pt x="492456" y="55990"/>
                </a:lnTo>
                <a:lnTo>
                  <a:pt x="491862" y="56760"/>
                </a:lnTo>
                <a:lnTo>
                  <a:pt x="490807" y="56945"/>
                </a:lnTo>
                <a:lnTo>
                  <a:pt x="490243" y="56575"/>
                </a:lnTo>
                <a:lnTo>
                  <a:pt x="490137" y="55688"/>
                </a:lnTo>
                <a:lnTo>
                  <a:pt x="490817" y="54870"/>
                </a:lnTo>
                <a:lnTo>
                  <a:pt x="491760" y="54720"/>
                </a:lnTo>
                <a:lnTo>
                  <a:pt x="492419" y="55241"/>
                </a:lnTo>
                <a:close/>
                <a:moveTo>
                  <a:pt x="476614" y="64929"/>
                </a:moveTo>
                <a:lnTo>
                  <a:pt x="476296" y="65636"/>
                </a:lnTo>
                <a:lnTo>
                  <a:pt x="475812" y="65385"/>
                </a:lnTo>
                <a:lnTo>
                  <a:pt x="475647" y="64849"/>
                </a:lnTo>
                <a:lnTo>
                  <a:pt x="476194" y="64226"/>
                </a:lnTo>
                <a:lnTo>
                  <a:pt x="476614" y="64929"/>
                </a:lnTo>
                <a:close/>
                <a:moveTo>
                  <a:pt x="483969" y="67616"/>
                </a:moveTo>
                <a:lnTo>
                  <a:pt x="484616" y="68466"/>
                </a:lnTo>
                <a:lnTo>
                  <a:pt x="484714" y="69569"/>
                </a:lnTo>
                <a:lnTo>
                  <a:pt x="484271" y="70660"/>
                </a:lnTo>
                <a:lnTo>
                  <a:pt x="483453" y="71348"/>
                </a:lnTo>
                <a:lnTo>
                  <a:pt x="481863" y="71528"/>
                </a:lnTo>
                <a:lnTo>
                  <a:pt x="480263" y="71159"/>
                </a:lnTo>
                <a:lnTo>
                  <a:pt x="479100" y="70598"/>
                </a:lnTo>
                <a:lnTo>
                  <a:pt x="478546" y="69742"/>
                </a:lnTo>
                <a:lnTo>
                  <a:pt x="478630" y="68147"/>
                </a:lnTo>
                <a:lnTo>
                  <a:pt x="479847" y="67375"/>
                </a:lnTo>
                <a:lnTo>
                  <a:pt x="482372" y="67118"/>
                </a:lnTo>
                <a:lnTo>
                  <a:pt x="483969" y="67616"/>
                </a:lnTo>
                <a:close/>
                <a:moveTo>
                  <a:pt x="476968" y="80345"/>
                </a:moveTo>
                <a:lnTo>
                  <a:pt x="477233" y="80971"/>
                </a:lnTo>
                <a:lnTo>
                  <a:pt x="476695" y="81567"/>
                </a:lnTo>
                <a:lnTo>
                  <a:pt x="476025" y="81728"/>
                </a:lnTo>
                <a:lnTo>
                  <a:pt x="475315" y="81304"/>
                </a:lnTo>
                <a:lnTo>
                  <a:pt x="475228" y="80551"/>
                </a:lnTo>
                <a:lnTo>
                  <a:pt x="475598" y="79909"/>
                </a:lnTo>
                <a:lnTo>
                  <a:pt x="476243" y="79818"/>
                </a:lnTo>
                <a:lnTo>
                  <a:pt x="476968" y="80345"/>
                </a:lnTo>
                <a:close/>
                <a:moveTo>
                  <a:pt x="488919" y="80380"/>
                </a:moveTo>
                <a:lnTo>
                  <a:pt x="487840" y="81127"/>
                </a:lnTo>
                <a:lnTo>
                  <a:pt x="487068" y="81057"/>
                </a:lnTo>
                <a:lnTo>
                  <a:pt x="486868" y="80734"/>
                </a:lnTo>
                <a:lnTo>
                  <a:pt x="487053" y="80092"/>
                </a:lnTo>
                <a:lnTo>
                  <a:pt x="487673" y="79810"/>
                </a:lnTo>
                <a:lnTo>
                  <a:pt x="488743" y="79868"/>
                </a:lnTo>
                <a:lnTo>
                  <a:pt x="488919" y="80380"/>
                </a:lnTo>
                <a:close/>
                <a:moveTo>
                  <a:pt x="488742" y="88901"/>
                </a:moveTo>
                <a:lnTo>
                  <a:pt x="489460" y="90306"/>
                </a:lnTo>
                <a:lnTo>
                  <a:pt x="489570" y="91503"/>
                </a:lnTo>
                <a:lnTo>
                  <a:pt x="488789" y="92909"/>
                </a:lnTo>
                <a:lnTo>
                  <a:pt x="486227" y="94298"/>
                </a:lnTo>
                <a:lnTo>
                  <a:pt x="487211" y="97192"/>
                </a:lnTo>
                <a:lnTo>
                  <a:pt x="486611" y="98673"/>
                </a:lnTo>
                <a:lnTo>
                  <a:pt x="484326" y="100060"/>
                </a:lnTo>
                <a:lnTo>
                  <a:pt x="482214" y="100799"/>
                </a:lnTo>
                <a:lnTo>
                  <a:pt x="480424" y="100112"/>
                </a:lnTo>
                <a:lnTo>
                  <a:pt x="477818" y="98205"/>
                </a:lnTo>
                <a:lnTo>
                  <a:pt x="477530" y="96799"/>
                </a:lnTo>
                <a:lnTo>
                  <a:pt x="479078" y="94507"/>
                </a:lnTo>
                <a:lnTo>
                  <a:pt x="481144" y="93442"/>
                </a:lnTo>
                <a:lnTo>
                  <a:pt x="485424" y="93094"/>
                </a:lnTo>
                <a:lnTo>
                  <a:pt x="486550" y="88724"/>
                </a:lnTo>
                <a:lnTo>
                  <a:pt x="487606" y="88296"/>
                </a:lnTo>
                <a:lnTo>
                  <a:pt x="488742" y="88901"/>
                </a:lnTo>
                <a:close/>
                <a:moveTo>
                  <a:pt x="475907" y="101135"/>
                </a:moveTo>
                <a:lnTo>
                  <a:pt x="477483" y="102757"/>
                </a:lnTo>
                <a:lnTo>
                  <a:pt x="477478" y="103525"/>
                </a:lnTo>
                <a:lnTo>
                  <a:pt x="476941" y="104419"/>
                </a:lnTo>
                <a:lnTo>
                  <a:pt x="473803" y="107216"/>
                </a:lnTo>
                <a:lnTo>
                  <a:pt x="472929" y="107249"/>
                </a:lnTo>
                <a:lnTo>
                  <a:pt x="471666" y="106599"/>
                </a:lnTo>
                <a:lnTo>
                  <a:pt x="471174" y="105961"/>
                </a:lnTo>
                <a:lnTo>
                  <a:pt x="471107" y="104529"/>
                </a:lnTo>
                <a:lnTo>
                  <a:pt x="471581" y="101851"/>
                </a:lnTo>
                <a:lnTo>
                  <a:pt x="472211" y="100521"/>
                </a:lnTo>
                <a:lnTo>
                  <a:pt x="472623" y="100154"/>
                </a:lnTo>
                <a:lnTo>
                  <a:pt x="473674" y="99994"/>
                </a:lnTo>
                <a:lnTo>
                  <a:pt x="475907" y="101135"/>
                </a:lnTo>
                <a:close/>
                <a:moveTo>
                  <a:pt x="491747" y="100710"/>
                </a:moveTo>
                <a:lnTo>
                  <a:pt x="492176" y="102808"/>
                </a:lnTo>
                <a:lnTo>
                  <a:pt x="491953" y="105646"/>
                </a:lnTo>
                <a:lnTo>
                  <a:pt x="491375" y="106638"/>
                </a:lnTo>
                <a:lnTo>
                  <a:pt x="490071" y="106935"/>
                </a:lnTo>
                <a:lnTo>
                  <a:pt x="486717" y="104466"/>
                </a:lnTo>
                <a:lnTo>
                  <a:pt x="486108" y="103504"/>
                </a:lnTo>
                <a:lnTo>
                  <a:pt x="486033" y="102503"/>
                </a:lnTo>
                <a:lnTo>
                  <a:pt x="486636" y="101510"/>
                </a:lnTo>
                <a:lnTo>
                  <a:pt x="488321" y="100652"/>
                </a:lnTo>
                <a:lnTo>
                  <a:pt x="490326" y="100317"/>
                </a:lnTo>
                <a:lnTo>
                  <a:pt x="491747" y="100710"/>
                </a:lnTo>
                <a:close/>
                <a:moveTo>
                  <a:pt x="473432" y="114500"/>
                </a:moveTo>
                <a:lnTo>
                  <a:pt x="476049" y="117258"/>
                </a:lnTo>
                <a:lnTo>
                  <a:pt x="474374" y="118561"/>
                </a:lnTo>
                <a:lnTo>
                  <a:pt x="470497" y="119874"/>
                </a:lnTo>
                <a:lnTo>
                  <a:pt x="469647" y="118709"/>
                </a:lnTo>
                <a:lnTo>
                  <a:pt x="469338" y="117705"/>
                </a:lnTo>
                <a:lnTo>
                  <a:pt x="469186" y="115891"/>
                </a:lnTo>
                <a:lnTo>
                  <a:pt x="469436" y="114421"/>
                </a:lnTo>
                <a:lnTo>
                  <a:pt x="469849" y="113970"/>
                </a:lnTo>
                <a:lnTo>
                  <a:pt x="470881" y="113736"/>
                </a:lnTo>
                <a:lnTo>
                  <a:pt x="473432" y="114500"/>
                </a:lnTo>
                <a:close/>
                <a:moveTo>
                  <a:pt x="484004" y="120263"/>
                </a:moveTo>
                <a:lnTo>
                  <a:pt x="488093" y="122270"/>
                </a:lnTo>
                <a:lnTo>
                  <a:pt x="488817" y="123272"/>
                </a:lnTo>
                <a:lnTo>
                  <a:pt x="488890" y="125081"/>
                </a:lnTo>
                <a:lnTo>
                  <a:pt x="487646" y="126627"/>
                </a:lnTo>
                <a:lnTo>
                  <a:pt x="484111" y="129237"/>
                </a:lnTo>
                <a:lnTo>
                  <a:pt x="481890" y="130250"/>
                </a:lnTo>
                <a:lnTo>
                  <a:pt x="479878" y="130103"/>
                </a:lnTo>
                <a:lnTo>
                  <a:pt x="478683" y="129355"/>
                </a:lnTo>
                <a:lnTo>
                  <a:pt x="474802" y="126072"/>
                </a:lnTo>
                <a:lnTo>
                  <a:pt x="473125" y="123415"/>
                </a:lnTo>
                <a:lnTo>
                  <a:pt x="473128" y="122740"/>
                </a:lnTo>
                <a:lnTo>
                  <a:pt x="473575" y="122198"/>
                </a:lnTo>
                <a:lnTo>
                  <a:pt x="479520" y="119157"/>
                </a:lnTo>
                <a:lnTo>
                  <a:pt x="481341" y="119083"/>
                </a:lnTo>
                <a:lnTo>
                  <a:pt x="484004" y="120263"/>
                </a:lnTo>
                <a:close/>
                <a:moveTo>
                  <a:pt x="472477" y="128360"/>
                </a:moveTo>
                <a:lnTo>
                  <a:pt x="476160" y="131356"/>
                </a:lnTo>
                <a:lnTo>
                  <a:pt x="477109" y="133057"/>
                </a:lnTo>
                <a:lnTo>
                  <a:pt x="477145" y="134229"/>
                </a:lnTo>
                <a:lnTo>
                  <a:pt x="476518" y="134934"/>
                </a:lnTo>
                <a:lnTo>
                  <a:pt x="474383" y="136152"/>
                </a:lnTo>
                <a:lnTo>
                  <a:pt x="469738" y="139615"/>
                </a:lnTo>
                <a:lnTo>
                  <a:pt x="468235" y="140520"/>
                </a:lnTo>
                <a:lnTo>
                  <a:pt x="467631" y="140482"/>
                </a:lnTo>
                <a:lnTo>
                  <a:pt x="467054" y="139664"/>
                </a:lnTo>
                <a:lnTo>
                  <a:pt x="466729" y="137317"/>
                </a:lnTo>
                <a:lnTo>
                  <a:pt x="467819" y="131290"/>
                </a:lnTo>
                <a:lnTo>
                  <a:pt x="467930" y="128987"/>
                </a:lnTo>
                <a:lnTo>
                  <a:pt x="468969" y="127736"/>
                </a:lnTo>
                <a:lnTo>
                  <a:pt x="470110" y="127209"/>
                </a:lnTo>
                <a:lnTo>
                  <a:pt x="471270" y="127419"/>
                </a:lnTo>
                <a:lnTo>
                  <a:pt x="472477" y="128360"/>
                </a:lnTo>
                <a:close/>
                <a:moveTo>
                  <a:pt x="494045" y="128006"/>
                </a:moveTo>
                <a:lnTo>
                  <a:pt x="494622" y="130649"/>
                </a:lnTo>
                <a:lnTo>
                  <a:pt x="495126" y="138704"/>
                </a:lnTo>
                <a:lnTo>
                  <a:pt x="494922" y="140019"/>
                </a:lnTo>
                <a:lnTo>
                  <a:pt x="493691" y="140513"/>
                </a:lnTo>
                <a:lnTo>
                  <a:pt x="492310" y="139834"/>
                </a:lnTo>
                <a:lnTo>
                  <a:pt x="488510" y="136503"/>
                </a:lnTo>
                <a:lnTo>
                  <a:pt x="486409" y="135179"/>
                </a:lnTo>
                <a:lnTo>
                  <a:pt x="485931" y="133738"/>
                </a:lnTo>
                <a:lnTo>
                  <a:pt x="486533" y="132254"/>
                </a:lnTo>
                <a:lnTo>
                  <a:pt x="490366" y="129002"/>
                </a:lnTo>
                <a:lnTo>
                  <a:pt x="492949" y="127511"/>
                </a:lnTo>
                <a:lnTo>
                  <a:pt x="494045" y="128006"/>
                </a:lnTo>
                <a:close/>
                <a:moveTo>
                  <a:pt x="236221" y="8287"/>
                </a:moveTo>
                <a:lnTo>
                  <a:pt x="235238" y="8965"/>
                </a:lnTo>
                <a:lnTo>
                  <a:pt x="234661" y="10239"/>
                </a:lnTo>
                <a:lnTo>
                  <a:pt x="233655" y="16883"/>
                </a:lnTo>
                <a:lnTo>
                  <a:pt x="232053" y="24189"/>
                </a:lnTo>
                <a:lnTo>
                  <a:pt x="231050" y="31978"/>
                </a:lnTo>
                <a:lnTo>
                  <a:pt x="229788" y="37298"/>
                </a:lnTo>
                <a:lnTo>
                  <a:pt x="228421" y="45674"/>
                </a:lnTo>
                <a:lnTo>
                  <a:pt x="227772" y="47127"/>
                </a:lnTo>
                <a:lnTo>
                  <a:pt x="226099" y="49041"/>
                </a:lnTo>
                <a:lnTo>
                  <a:pt x="224599" y="50054"/>
                </a:lnTo>
                <a:lnTo>
                  <a:pt x="220925" y="51542"/>
                </a:lnTo>
                <a:lnTo>
                  <a:pt x="217781" y="53353"/>
                </a:lnTo>
                <a:lnTo>
                  <a:pt x="208646" y="57075"/>
                </a:lnTo>
                <a:lnTo>
                  <a:pt x="207185" y="58143"/>
                </a:lnTo>
                <a:lnTo>
                  <a:pt x="206150" y="59816"/>
                </a:lnTo>
                <a:lnTo>
                  <a:pt x="206446" y="60702"/>
                </a:lnTo>
                <a:lnTo>
                  <a:pt x="208522" y="61268"/>
                </a:lnTo>
                <a:lnTo>
                  <a:pt x="225882" y="62312"/>
                </a:lnTo>
                <a:lnTo>
                  <a:pt x="227734" y="63046"/>
                </a:lnTo>
                <a:lnTo>
                  <a:pt x="228372" y="63656"/>
                </a:lnTo>
                <a:lnTo>
                  <a:pt x="228366" y="64341"/>
                </a:lnTo>
                <a:lnTo>
                  <a:pt x="226557" y="66304"/>
                </a:lnTo>
                <a:lnTo>
                  <a:pt x="224489" y="67527"/>
                </a:lnTo>
                <a:lnTo>
                  <a:pt x="218489" y="70025"/>
                </a:lnTo>
                <a:lnTo>
                  <a:pt x="214101" y="71386"/>
                </a:lnTo>
                <a:lnTo>
                  <a:pt x="210409" y="73003"/>
                </a:lnTo>
                <a:lnTo>
                  <a:pt x="198527" y="77201"/>
                </a:lnTo>
                <a:lnTo>
                  <a:pt x="195863" y="78645"/>
                </a:lnTo>
                <a:lnTo>
                  <a:pt x="195109" y="79289"/>
                </a:lnTo>
                <a:lnTo>
                  <a:pt x="194732" y="80437"/>
                </a:lnTo>
                <a:lnTo>
                  <a:pt x="195679" y="81178"/>
                </a:lnTo>
                <a:lnTo>
                  <a:pt x="198172" y="81388"/>
                </a:lnTo>
                <a:lnTo>
                  <a:pt x="223355" y="81724"/>
                </a:lnTo>
                <a:lnTo>
                  <a:pt x="225849" y="82248"/>
                </a:lnTo>
                <a:lnTo>
                  <a:pt x="226745" y="82890"/>
                </a:lnTo>
                <a:lnTo>
                  <a:pt x="227113" y="83791"/>
                </a:lnTo>
                <a:lnTo>
                  <a:pt x="227321" y="88915"/>
                </a:lnTo>
                <a:lnTo>
                  <a:pt x="226679" y="94540"/>
                </a:lnTo>
                <a:lnTo>
                  <a:pt x="225518" y="114030"/>
                </a:lnTo>
                <a:lnTo>
                  <a:pt x="224094" y="117821"/>
                </a:lnTo>
                <a:lnTo>
                  <a:pt x="222699" y="130634"/>
                </a:lnTo>
                <a:lnTo>
                  <a:pt x="220940" y="137199"/>
                </a:lnTo>
                <a:lnTo>
                  <a:pt x="219829" y="147775"/>
                </a:lnTo>
                <a:lnTo>
                  <a:pt x="218202" y="154471"/>
                </a:lnTo>
                <a:lnTo>
                  <a:pt x="216960" y="164990"/>
                </a:lnTo>
                <a:lnTo>
                  <a:pt x="215338" y="172440"/>
                </a:lnTo>
                <a:lnTo>
                  <a:pt x="213576" y="186295"/>
                </a:lnTo>
                <a:lnTo>
                  <a:pt x="212602" y="190012"/>
                </a:lnTo>
                <a:lnTo>
                  <a:pt x="212579" y="191765"/>
                </a:lnTo>
                <a:lnTo>
                  <a:pt x="212956" y="192745"/>
                </a:lnTo>
                <a:lnTo>
                  <a:pt x="214221" y="193194"/>
                </a:lnTo>
                <a:lnTo>
                  <a:pt x="216625" y="192372"/>
                </a:lnTo>
                <a:lnTo>
                  <a:pt x="230954" y="182419"/>
                </a:lnTo>
                <a:lnTo>
                  <a:pt x="235641" y="178795"/>
                </a:lnTo>
                <a:lnTo>
                  <a:pt x="236972" y="178231"/>
                </a:lnTo>
                <a:lnTo>
                  <a:pt x="238260" y="178114"/>
                </a:lnTo>
                <a:lnTo>
                  <a:pt x="240095" y="178787"/>
                </a:lnTo>
                <a:lnTo>
                  <a:pt x="250545" y="186787"/>
                </a:lnTo>
                <a:lnTo>
                  <a:pt x="258030" y="192090"/>
                </a:lnTo>
                <a:lnTo>
                  <a:pt x="259888" y="193046"/>
                </a:lnTo>
                <a:lnTo>
                  <a:pt x="261279" y="193200"/>
                </a:lnTo>
                <a:lnTo>
                  <a:pt x="261926" y="192851"/>
                </a:lnTo>
                <a:lnTo>
                  <a:pt x="262228" y="192127"/>
                </a:lnTo>
                <a:lnTo>
                  <a:pt x="262234" y="189007"/>
                </a:lnTo>
                <a:lnTo>
                  <a:pt x="260529" y="178613"/>
                </a:lnTo>
                <a:lnTo>
                  <a:pt x="259404" y="169044"/>
                </a:lnTo>
                <a:lnTo>
                  <a:pt x="257870" y="161678"/>
                </a:lnTo>
                <a:lnTo>
                  <a:pt x="256469" y="150074"/>
                </a:lnTo>
                <a:lnTo>
                  <a:pt x="254654" y="141633"/>
                </a:lnTo>
                <a:lnTo>
                  <a:pt x="253626" y="132819"/>
                </a:lnTo>
                <a:lnTo>
                  <a:pt x="251765" y="122156"/>
                </a:lnTo>
                <a:lnTo>
                  <a:pt x="250620" y="112042"/>
                </a:lnTo>
                <a:lnTo>
                  <a:pt x="250103" y="109951"/>
                </a:lnTo>
                <a:lnTo>
                  <a:pt x="248932" y="107680"/>
                </a:lnTo>
                <a:lnTo>
                  <a:pt x="248658" y="105992"/>
                </a:lnTo>
                <a:lnTo>
                  <a:pt x="248313" y="83527"/>
                </a:lnTo>
                <a:lnTo>
                  <a:pt x="249972" y="82198"/>
                </a:lnTo>
                <a:lnTo>
                  <a:pt x="252759" y="81737"/>
                </a:lnTo>
                <a:lnTo>
                  <a:pt x="279508" y="81937"/>
                </a:lnTo>
                <a:lnTo>
                  <a:pt x="280536" y="81554"/>
                </a:lnTo>
                <a:lnTo>
                  <a:pt x="281288" y="80190"/>
                </a:lnTo>
                <a:lnTo>
                  <a:pt x="279874" y="79098"/>
                </a:lnTo>
                <a:lnTo>
                  <a:pt x="276008" y="77221"/>
                </a:lnTo>
                <a:lnTo>
                  <a:pt x="267816" y="73841"/>
                </a:lnTo>
                <a:lnTo>
                  <a:pt x="256675" y="69857"/>
                </a:lnTo>
                <a:lnTo>
                  <a:pt x="250515" y="67249"/>
                </a:lnTo>
                <a:lnTo>
                  <a:pt x="249193" y="66108"/>
                </a:lnTo>
                <a:lnTo>
                  <a:pt x="249013" y="63951"/>
                </a:lnTo>
                <a:lnTo>
                  <a:pt x="249413" y="63258"/>
                </a:lnTo>
                <a:lnTo>
                  <a:pt x="250274" y="62841"/>
                </a:lnTo>
                <a:lnTo>
                  <a:pt x="256869" y="62533"/>
                </a:lnTo>
                <a:lnTo>
                  <a:pt x="267971" y="63464"/>
                </a:lnTo>
                <a:lnTo>
                  <a:pt x="269386" y="62843"/>
                </a:lnTo>
                <a:lnTo>
                  <a:pt x="270009" y="62020"/>
                </a:lnTo>
                <a:lnTo>
                  <a:pt x="270122" y="61258"/>
                </a:lnTo>
                <a:lnTo>
                  <a:pt x="268706" y="59721"/>
                </a:lnTo>
                <a:lnTo>
                  <a:pt x="262774" y="56527"/>
                </a:lnTo>
                <a:lnTo>
                  <a:pt x="254344" y="51209"/>
                </a:lnTo>
                <a:lnTo>
                  <a:pt x="251350" y="49721"/>
                </a:lnTo>
                <a:lnTo>
                  <a:pt x="248635" y="47267"/>
                </a:lnTo>
                <a:lnTo>
                  <a:pt x="248284" y="46481"/>
                </a:lnTo>
                <a:lnTo>
                  <a:pt x="248004" y="43251"/>
                </a:lnTo>
                <a:lnTo>
                  <a:pt x="246679" y="37773"/>
                </a:lnTo>
                <a:lnTo>
                  <a:pt x="245121" y="28026"/>
                </a:lnTo>
                <a:lnTo>
                  <a:pt x="243447" y="20706"/>
                </a:lnTo>
                <a:lnTo>
                  <a:pt x="241816" y="11230"/>
                </a:lnTo>
                <a:lnTo>
                  <a:pt x="240887" y="9219"/>
                </a:lnTo>
                <a:lnTo>
                  <a:pt x="239302" y="7984"/>
                </a:lnTo>
                <a:lnTo>
                  <a:pt x="237860" y="7697"/>
                </a:lnTo>
                <a:lnTo>
                  <a:pt x="236221" y="8287"/>
                </a:lnTo>
                <a:close/>
                <a:moveTo>
                  <a:pt x="239332" y="25117"/>
                </a:moveTo>
                <a:lnTo>
                  <a:pt x="239660" y="26113"/>
                </a:lnTo>
                <a:lnTo>
                  <a:pt x="239448" y="27368"/>
                </a:lnTo>
                <a:lnTo>
                  <a:pt x="238307" y="27627"/>
                </a:lnTo>
                <a:lnTo>
                  <a:pt x="237177" y="27383"/>
                </a:lnTo>
                <a:lnTo>
                  <a:pt x="236963" y="26247"/>
                </a:lnTo>
                <a:lnTo>
                  <a:pt x="237466" y="25145"/>
                </a:lnTo>
                <a:lnTo>
                  <a:pt x="238398" y="24676"/>
                </a:lnTo>
                <a:lnTo>
                  <a:pt x="239332" y="25117"/>
                </a:lnTo>
                <a:close/>
                <a:moveTo>
                  <a:pt x="239792" y="34416"/>
                </a:moveTo>
                <a:lnTo>
                  <a:pt x="240415" y="36082"/>
                </a:lnTo>
                <a:lnTo>
                  <a:pt x="240216" y="38199"/>
                </a:lnTo>
                <a:lnTo>
                  <a:pt x="238639" y="38765"/>
                </a:lnTo>
                <a:lnTo>
                  <a:pt x="236610" y="38482"/>
                </a:lnTo>
                <a:lnTo>
                  <a:pt x="235823" y="36837"/>
                </a:lnTo>
                <a:lnTo>
                  <a:pt x="235932" y="35223"/>
                </a:lnTo>
                <a:lnTo>
                  <a:pt x="236340" y="34373"/>
                </a:lnTo>
                <a:lnTo>
                  <a:pt x="237880" y="33828"/>
                </a:lnTo>
                <a:lnTo>
                  <a:pt x="239792" y="34416"/>
                </a:lnTo>
                <a:close/>
                <a:moveTo>
                  <a:pt x="234064" y="40356"/>
                </a:moveTo>
                <a:lnTo>
                  <a:pt x="234325" y="41238"/>
                </a:lnTo>
                <a:lnTo>
                  <a:pt x="233970" y="42105"/>
                </a:lnTo>
                <a:lnTo>
                  <a:pt x="233207" y="42578"/>
                </a:lnTo>
                <a:lnTo>
                  <a:pt x="232362" y="42368"/>
                </a:lnTo>
                <a:lnTo>
                  <a:pt x="232004" y="41031"/>
                </a:lnTo>
                <a:lnTo>
                  <a:pt x="232404" y="40109"/>
                </a:lnTo>
                <a:lnTo>
                  <a:pt x="233198" y="39829"/>
                </a:lnTo>
                <a:lnTo>
                  <a:pt x="234064" y="40356"/>
                </a:lnTo>
                <a:close/>
                <a:moveTo>
                  <a:pt x="244106" y="40992"/>
                </a:moveTo>
                <a:lnTo>
                  <a:pt x="244777" y="41487"/>
                </a:lnTo>
                <a:lnTo>
                  <a:pt x="243713" y="41774"/>
                </a:lnTo>
                <a:lnTo>
                  <a:pt x="242700" y="41483"/>
                </a:lnTo>
                <a:lnTo>
                  <a:pt x="242196" y="40886"/>
                </a:lnTo>
                <a:lnTo>
                  <a:pt x="242873" y="40555"/>
                </a:lnTo>
                <a:lnTo>
                  <a:pt x="244106" y="40992"/>
                </a:lnTo>
                <a:close/>
                <a:moveTo>
                  <a:pt x="240075" y="45306"/>
                </a:moveTo>
                <a:lnTo>
                  <a:pt x="240619" y="46702"/>
                </a:lnTo>
                <a:lnTo>
                  <a:pt x="240021" y="47422"/>
                </a:lnTo>
                <a:lnTo>
                  <a:pt x="238828" y="48021"/>
                </a:lnTo>
                <a:lnTo>
                  <a:pt x="237920" y="48036"/>
                </a:lnTo>
                <a:lnTo>
                  <a:pt x="236564" y="47548"/>
                </a:lnTo>
                <a:lnTo>
                  <a:pt x="235549" y="46296"/>
                </a:lnTo>
                <a:lnTo>
                  <a:pt x="235793" y="45388"/>
                </a:lnTo>
                <a:lnTo>
                  <a:pt x="237202" y="44608"/>
                </a:lnTo>
                <a:lnTo>
                  <a:pt x="239051" y="44686"/>
                </a:lnTo>
                <a:lnTo>
                  <a:pt x="240075" y="45306"/>
                </a:lnTo>
                <a:close/>
                <a:moveTo>
                  <a:pt x="244954" y="52271"/>
                </a:moveTo>
                <a:lnTo>
                  <a:pt x="245384" y="53657"/>
                </a:lnTo>
                <a:lnTo>
                  <a:pt x="245114" y="55259"/>
                </a:lnTo>
                <a:lnTo>
                  <a:pt x="244466" y="55800"/>
                </a:lnTo>
                <a:lnTo>
                  <a:pt x="243589" y="55682"/>
                </a:lnTo>
                <a:lnTo>
                  <a:pt x="242693" y="54822"/>
                </a:lnTo>
                <a:lnTo>
                  <a:pt x="242712" y="53274"/>
                </a:lnTo>
                <a:lnTo>
                  <a:pt x="243711" y="52070"/>
                </a:lnTo>
                <a:lnTo>
                  <a:pt x="244351" y="51957"/>
                </a:lnTo>
                <a:lnTo>
                  <a:pt x="244954" y="52271"/>
                </a:lnTo>
                <a:close/>
                <a:moveTo>
                  <a:pt x="233499" y="53367"/>
                </a:moveTo>
                <a:lnTo>
                  <a:pt x="233614" y="54527"/>
                </a:lnTo>
                <a:lnTo>
                  <a:pt x="232670" y="55241"/>
                </a:lnTo>
                <a:lnTo>
                  <a:pt x="230786" y="54910"/>
                </a:lnTo>
                <a:lnTo>
                  <a:pt x="229616" y="54094"/>
                </a:lnTo>
                <a:lnTo>
                  <a:pt x="230289" y="52702"/>
                </a:lnTo>
                <a:lnTo>
                  <a:pt x="231454" y="52189"/>
                </a:lnTo>
                <a:lnTo>
                  <a:pt x="232685" y="52428"/>
                </a:lnTo>
                <a:lnTo>
                  <a:pt x="233499" y="53367"/>
                </a:lnTo>
                <a:close/>
                <a:moveTo>
                  <a:pt x="252167" y="54074"/>
                </a:moveTo>
                <a:lnTo>
                  <a:pt x="256821" y="57099"/>
                </a:lnTo>
                <a:lnTo>
                  <a:pt x="257372" y="57780"/>
                </a:lnTo>
                <a:lnTo>
                  <a:pt x="257206" y="58473"/>
                </a:lnTo>
                <a:lnTo>
                  <a:pt x="256202" y="58993"/>
                </a:lnTo>
                <a:lnTo>
                  <a:pt x="253577" y="59227"/>
                </a:lnTo>
                <a:lnTo>
                  <a:pt x="251005" y="59047"/>
                </a:lnTo>
                <a:lnTo>
                  <a:pt x="249396" y="58459"/>
                </a:lnTo>
                <a:lnTo>
                  <a:pt x="248833" y="57740"/>
                </a:lnTo>
                <a:lnTo>
                  <a:pt x="248588" y="56689"/>
                </a:lnTo>
                <a:lnTo>
                  <a:pt x="248879" y="54087"/>
                </a:lnTo>
                <a:lnTo>
                  <a:pt x="249844" y="53313"/>
                </a:lnTo>
                <a:lnTo>
                  <a:pt x="252167" y="54074"/>
                </a:lnTo>
                <a:close/>
                <a:moveTo>
                  <a:pt x="227028" y="54039"/>
                </a:moveTo>
                <a:lnTo>
                  <a:pt x="228120" y="54526"/>
                </a:lnTo>
                <a:lnTo>
                  <a:pt x="228276" y="55144"/>
                </a:lnTo>
                <a:lnTo>
                  <a:pt x="227028" y="56302"/>
                </a:lnTo>
                <a:lnTo>
                  <a:pt x="225404" y="57119"/>
                </a:lnTo>
                <a:lnTo>
                  <a:pt x="223864" y="57457"/>
                </a:lnTo>
                <a:lnTo>
                  <a:pt x="222566" y="57330"/>
                </a:lnTo>
                <a:lnTo>
                  <a:pt x="221423" y="56298"/>
                </a:lnTo>
                <a:lnTo>
                  <a:pt x="221413" y="55217"/>
                </a:lnTo>
                <a:lnTo>
                  <a:pt x="222464" y="54080"/>
                </a:lnTo>
                <a:lnTo>
                  <a:pt x="224458" y="53653"/>
                </a:lnTo>
                <a:lnTo>
                  <a:pt x="227028" y="54039"/>
                </a:lnTo>
                <a:close/>
                <a:moveTo>
                  <a:pt x="244954" y="64823"/>
                </a:moveTo>
                <a:lnTo>
                  <a:pt x="244356" y="66171"/>
                </a:lnTo>
                <a:lnTo>
                  <a:pt x="243646" y="66359"/>
                </a:lnTo>
                <a:lnTo>
                  <a:pt x="243232" y="66008"/>
                </a:lnTo>
                <a:lnTo>
                  <a:pt x="243063" y="64785"/>
                </a:lnTo>
                <a:lnTo>
                  <a:pt x="243854" y="63647"/>
                </a:lnTo>
                <a:lnTo>
                  <a:pt x="244855" y="63649"/>
                </a:lnTo>
                <a:lnTo>
                  <a:pt x="244954" y="64823"/>
                </a:lnTo>
                <a:close/>
                <a:moveTo>
                  <a:pt x="232933" y="65070"/>
                </a:moveTo>
                <a:lnTo>
                  <a:pt x="232890" y="65839"/>
                </a:lnTo>
                <a:lnTo>
                  <a:pt x="232475" y="66178"/>
                </a:lnTo>
                <a:lnTo>
                  <a:pt x="231589" y="65813"/>
                </a:lnTo>
                <a:lnTo>
                  <a:pt x="231116" y="65105"/>
                </a:lnTo>
                <a:lnTo>
                  <a:pt x="231477" y="64516"/>
                </a:lnTo>
                <a:lnTo>
                  <a:pt x="232067" y="64309"/>
                </a:lnTo>
                <a:lnTo>
                  <a:pt x="232619" y="64508"/>
                </a:lnTo>
                <a:lnTo>
                  <a:pt x="232933" y="65070"/>
                </a:lnTo>
                <a:close/>
                <a:moveTo>
                  <a:pt x="239368" y="71117"/>
                </a:moveTo>
                <a:lnTo>
                  <a:pt x="239633" y="72028"/>
                </a:lnTo>
                <a:lnTo>
                  <a:pt x="238962" y="72620"/>
                </a:lnTo>
                <a:lnTo>
                  <a:pt x="236988" y="72557"/>
                </a:lnTo>
                <a:lnTo>
                  <a:pt x="236209" y="71960"/>
                </a:lnTo>
                <a:lnTo>
                  <a:pt x="236442" y="71209"/>
                </a:lnTo>
                <a:lnTo>
                  <a:pt x="237485" y="70697"/>
                </a:lnTo>
                <a:lnTo>
                  <a:pt x="238738" y="70728"/>
                </a:lnTo>
                <a:lnTo>
                  <a:pt x="239368" y="71117"/>
                </a:lnTo>
                <a:close/>
                <a:moveTo>
                  <a:pt x="227382" y="72000"/>
                </a:moveTo>
                <a:lnTo>
                  <a:pt x="228047" y="73198"/>
                </a:lnTo>
                <a:lnTo>
                  <a:pt x="228173" y="74167"/>
                </a:lnTo>
                <a:lnTo>
                  <a:pt x="227338" y="75209"/>
                </a:lnTo>
                <a:lnTo>
                  <a:pt x="224125" y="75822"/>
                </a:lnTo>
                <a:lnTo>
                  <a:pt x="222869" y="75395"/>
                </a:lnTo>
                <a:lnTo>
                  <a:pt x="222344" y="74791"/>
                </a:lnTo>
                <a:lnTo>
                  <a:pt x="222134" y="72404"/>
                </a:lnTo>
                <a:lnTo>
                  <a:pt x="222982" y="71236"/>
                </a:lnTo>
                <a:lnTo>
                  <a:pt x="226020" y="71122"/>
                </a:lnTo>
                <a:lnTo>
                  <a:pt x="227382" y="72000"/>
                </a:lnTo>
                <a:close/>
                <a:moveTo>
                  <a:pt x="253192" y="72319"/>
                </a:moveTo>
                <a:lnTo>
                  <a:pt x="254222" y="74052"/>
                </a:lnTo>
                <a:lnTo>
                  <a:pt x="253839" y="75426"/>
                </a:lnTo>
                <a:lnTo>
                  <a:pt x="252659" y="75997"/>
                </a:lnTo>
                <a:lnTo>
                  <a:pt x="251177" y="76224"/>
                </a:lnTo>
                <a:lnTo>
                  <a:pt x="248985" y="75819"/>
                </a:lnTo>
                <a:lnTo>
                  <a:pt x="248565" y="73839"/>
                </a:lnTo>
                <a:lnTo>
                  <a:pt x="249126" y="71859"/>
                </a:lnTo>
                <a:lnTo>
                  <a:pt x="249787" y="71428"/>
                </a:lnTo>
                <a:lnTo>
                  <a:pt x="251053" y="71293"/>
                </a:lnTo>
                <a:lnTo>
                  <a:pt x="253192" y="72319"/>
                </a:lnTo>
                <a:close/>
                <a:moveTo>
                  <a:pt x="245343" y="73910"/>
                </a:moveTo>
                <a:lnTo>
                  <a:pt x="245679" y="75082"/>
                </a:lnTo>
                <a:lnTo>
                  <a:pt x="245371" y="76149"/>
                </a:lnTo>
                <a:lnTo>
                  <a:pt x="244428" y="76632"/>
                </a:lnTo>
                <a:lnTo>
                  <a:pt x="243380" y="76352"/>
                </a:lnTo>
                <a:lnTo>
                  <a:pt x="242777" y="75195"/>
                </a:lnTo>
                <a:lnTo>
                  <a:pt x="243136" y="73907"/>
                </a:lnTo>
                <a:lnTo>
                  <a:pt x="244175" y="73341"/>
                </a:lnTo>
                <a:lnTo>
                  <a:pt x="245343" y="73910"/>
                </a:lnTo>
                <a:close/>
                <a:moveTo>
                  <a:pt x="232650" y="75006"/>
                </a:moveTo>
                <a:lnTo>
                  <a:pt x="232203" y="75529"/>
                </a:lnTo>
                <a:lnTo>
                  <a:pt x="231607" y="75275"/>
                </a:lnTo>
                <a:lnTo>
                  <a:pt x="232184" y="74490"/>
                </a:lnTo>
                <a:lnTo>
                  <a:pt x="232650" y="75006"/>
                </a:lnTo>
                <a:close/>
                <a:moveTo>
                  <a:pt x="265461" y="76632"/>
                </a:moveTo>
                <a:lnTo>
                  <a:pt x="266579" y="77287"/>
                </a:lnTo>
                <a:lnTo>
                  <a:pt x="266765" y="77773"/>
                </a:lnTo>
                <a:lnTo>
                  <a:pt x="266506" y="78249"/>
                </a:lnTo>
                <a:lnTo>
                  <a:pt x="264788" y="78949"/>
                </a:lnTo>
                <a:lnTo>
                  <a:pt x="263912" y="78773"/>
                </a:lnTo>
                <a:lnTo>
                  <a:pt x="263296" y="78263"/>
                </a:lnTo>
                <a:lnTo>
                  <a:pt x="263126" y="77241"/>
                </a:lnTo>
                <a:lnTo>
                  <a:pt x="263694" y="76632"/>
                </a:lnTo>
                <a:lnTo>
                  <a:pt x="264330" y="76243"/>
                </a:lnTo>
                <a:lnTo>
                  <a:pt x="265461" y="76632"/>
                </a:lnTo>
                <a:close/>
                <a:moveTo>
                  <a:pt x="245449" y="83562"/>
                </a:moveTo>
                <a:lnTo>
                  <a:pt x="246047" y="84920"/>
                </a:lnTo>
                <a:lnTo>
                  <a:pt x="245703" y="86975"/>
                </a:lnTo>
                <a:lnTo>
                  <a:pt x="244385" y="87838"/>
                </a:lnTo>
                <a:lnTo>
                  <a:pt x="242838" y="87655"/>
                </a:lnTo>
                <a:lnTo>
                  <a:pt x="242208" y="86223"/>
                </a:lnTo>
                <a:lnTo>
                  <a:pt x="242714" y="84212"/>
                </a:lnTo>
                <a:lnTo>
                  <a:pt x="244168" y="83005"/>
                </a:lnTo>
                <a:lnTo>
                  <a:pt x="245449" y="83562"/>
                </a:lnTo>
                <a:close/>
                <a:moveTo>
                  <a:pt x="233711" y="84764"/>
                </a:moveTo>
                <a:lnTo>
                  <a:pt x="234014" y="86193"/>
                </a:lnTo>
                <a:lnTo>
                  <a:pt x="233308" y="87028"/>
                </a:lnTo>
                <a:lnTo>
                  <a:pt x="232403" y="87149"/>
                </a:lnTo>
                <a:lnTo>
                  <a:pt x="231236" y="86850"/>
                </a:lnTo>
                <a:lnTo>
                  <a:pt x="230020" y="85821"/>
                </a:lnTo>
                <a:lnTo>
                  <a:pt x="230288" y="84885"/>
                </a:lnTo>
                <a:lnTo>
                  <a:pt x="231606" y="84118"/>
                </a:lnTo>
                <a:lnTo>
                  <a:pt x="233012" y="84169"/>
                </a:lnTo>
                <a:lnTo>
                  <a:pt x="233711" y="84764"/>
                </a:lnTo>
                <a:close/>
                <a:moveTo>
                  <a:pt x="241100" y="89149"/>
                </a:moveTo>
                <a:lnTo>
                  <a:pt x="242400" y="91041"/>
                </a:lnTo>
                <a:lnTo>
                  <a:pt x="242550" y="92004"/>
                </a:lnTo>
                <a:lnTo>
                  <a:pt x="242123" y="92772"/>
                </a:lnTo>
                <a:lnTo>
                  <a:pt x="241116" y="93382"/>
                </a:lnTo>
                <a:lnTo>
                  <a:pt x="239131" y="93962"/>
                </a:lnTo>
                <a:lnTo>
                  <a:pt x="237596" y="94027"/>
                </a:lnTo>
                <a:lnTo>
                  <a:pt x="234485" y="93473"/>
                </a:lnTo>
                <a:lnTo>
                  <a:pt x="233273" y="92790"/>
                </a:lnTo>
                <a:lnTo>
                  <a:pt x="233121" y="92080"/>
                </a:lnTo>
                <a:lnTo>
                  <a:pt x="233711" y="90386"/>
                </a:lnTo>
                <a:lnTo>
                  <a:pt x="234557" y="88876"/>
                </a:lnTo>
                <a:lnTo>
                  <a:pt x="235513" y="88156"/>
                </a:lnTo>
                <a:lnTo>
                  <a:pt x="240004" y="87911"/>
                </a:lnTo>
                <a:lnTo>
                  <a:pt x="241100" y="89149"/>
                </a:lnTo>
                <a:close/>
                <a:moveTo>
                  <a:pt x="245414" y="94558"/>
                </a:moveTo>
                <a:lnTo>
                  <a:pt x="246183" y="96202"/>
                </a:lnTo>
                <a:lnTo>
                  <a:pt x="245732" y="97953"/>
                </a:lnTo>
                <a:lnTo>
                  <a:pt x="244299" y="98511"/>
                </a:lnTo>
                <a:lnTo>
                  <a:pt x="242872" y="98213"/>
                </a:lnTo>
                <a:lnTo>
                  <a:pt x="242365" y="96924"/>
                </a:lnTo>
                <a:lnTo>
                  <a:pt x="243343" y="94584"/>
                </a:lnTo>
                <a:lnTo>
                  <a:pt x="244243" y="93974"/>
                </a:lnTo>
                <a:lnTo>
                  <a:pt x="245414" y="94558"/>
                </a:lnTo>
                <a:close/>
                <a:moveTo>
                  <a:pt x="232120" y="94983"/>
                </a:moveTo>
                <a:lnTo>
                  <a:pt x="233388" y="96251"/>
                </a:lnTo>
                <a:lnTo>
                  <a:pt x="233517" y="97205"/>
                </a:lnTo>
                <a:lnTo>
                  <a:pt x="233251" y="97705"/>
                </a:lnTo>
                <a:lnTo>
                  <a:pt x="231169" y="98222"/>
                </a:lnTo>
                <a:lnTo>
                  <a:pt x="229220" y="97599"/>
                </a:lnTo>
                <a:lnTo>
                  <a:pt x="228800" y="96441"/>
                </a:lnTo>
                <a:lnTo>
                  <a:pt x="229695" y="95124"/>
                </a:lnTo>
                <a:lnTo>
                  <a:pt x="230582" y="94682"/>
                </a:lnTo>
                <a:lnTo>
                  <a:pt x="232120" y="94983"/>
                </a:lnTo>
                <a:close/>
                <a:moveTo>
                  <a:pt x="232296" y="104706"/>
                </a:moveTo>
                <a:lnTo>
                  <a:pt x="233300" y="105705"/>
                </a:lnTo>
                <a:lnTo>
                  <a:pt x="232926" y="106814"/>
                </a:lnTo>
                <a:lnTo>
                  <a:pt x="231117" y="107869"/>
                </a:lnTo>
                <a:lnTo>
                  <a:pt x="230223" y="107967"/>
                </a:lnTo>
                <a:lnTo>
                  <a:pt x="229560" y="107666"/>
                </a:lnTo>
                <a:lnTo>
                  <a:pt x="229044" y="106488"/>
                </a:lnTo>
                <a:lnTo>
                  <a:pt x="229351" y="104697"/>
                </a:lnTo>
                <a:lnTo>
                  <a:pt x="230729" y="104201"/>
                </a:lnTo>
                <a:lnTo>
                  <a:pt x="232296" y="104706"/>
                </a:lnTo>
                <a:close/>
                <a:moveTo>
                  <a:pt x="246015" y="104741"/>
                </a:moveTo>
                <a:lnTo>
                  <a:pt x="246504" y="105231"/>
                </a:lnTo>
                <a:lnTo>
                  <a:pt x="246700" y="106063"/>
                </a:lnTo>
                <a:lnTo>
                  <a:pt x="245661" y="107358"/>
                </a:lnTo>
                <a:lnTo>
                  <a:pt x="244344" y="107647"/>
                </a:lnTo>
                <a:lnTo>
                  <a:pt x="243410" y="107158"/>
                </a:lnTo>
                <a:lnTo>
                  <a:pt x="242774" y="106386"/>
                </a:lnTo>
                <a:lnTo>
                  <a:pt x="242639" y="105205"/>
                </a:lnTo>
                <a:lnTo>
                  <a:pt x="243349" y="104352"/>
                </a:lnTo>
                <a:lnTo>
                  <a:pt x="244655" y="104217"/>
                </a:lnTo>
                <a:lnTo>
                  <a:pt x="246015" y="104741"/>
                </a:lnTo>
                <a:close/>
                <a:moveTo>
                  <a:pt x="241242" y="109691"/>
                </a:moveTo>
                <a:lnTo>
                  <a:pt x="243211" y="111153"/>
                </a:lnTo>
                <a:lnTo>
                  <a:pt x="243439" y="112682"/>
                </a:lnTo>
                <a:lnTo>
                  <a:pt x="242612" y="113838"/>
                </a:lnTo>
                <a:lnTo>
                  <a:pt x="240994" y="115172"/>
                </a:lnTo>
                <a:lnTo>
                  <a:pt x="238637" y="116194"/>
                </a:lnTo>
                <a:lnTo>
                  <a:pt x="236224" y="115984"/>
                </a:lnTo>
                <a:lnTo>
                  <a:pt x="234689" y="115181"/>
                </a:lnTo>
                <a:lnTo>
                  <a:pt x="232775" y="113236"/>
                </a:lnTo>
                <a:lnTo>
                  <a:pt x="232010" y="111835"/>
                </a:lnTo>
                <a:lnTo>
                  <a:pt x="232187" y="111134"/>
                </a:lnTo>
                <a:lnTo>
                  <a:pt x="232954" y="110465"/>
                </a:lnTo>
                <a:lnTo>
                  <a:pt x="236607" y="108711"/>
                </a:lnTo>
                <a:lnTo>
                  <a:pt x="238413" y="108571"/>
                </a:lnTo>
                <a:lnTo>
                  <a:pt x="241242" y="109691"/>
                </a:lnTo>
                <a:close/>
                <a:moveTo>
                  <a:pt x="232120" y="116055"/>
                </a:moveTo>
                <a:lnTo>
                  <a:pt x="233348" y="117947"/>
                </a:lnTo>
                <a:lnTo>
                  <a:pt x="233548" y="119323"/>
                </a:lnTo>
                <a:lnTo>
                  <a:pt x="233280" y="120178"/>
                </a:lnTo>
                <a:lnTo>
                  <a:pt x="228478" y="123268"/>
                </a:lnTo>
                <a:lnTo>
                  <a:pt x="227192" y="123514"/>
                </a:lnTo>
                <a:lnTo>
                  <a:pt x="226492" y="122519"/>
                </a:lnTo>
                <a:lnTo>
                  <a:pt x="226403" y="120740"/>
                </a:lnTo>
                <a:lnTo>
                  <a:pt x="227471" y="117601"/>
                </a:lnTo>
                <a:lnTo>
                  <a:pt x="228516" y="116297"/>
                </a:lnTo>
                <a:lnTo>
                  <a:pt x="229650" y="115615"/>
                </a:lnTo>
                <a:lnTo>
                  <a:pt x="230861" y="115533"/>
                </a:lnTo>
                <a:lnTo>
                  <a:pt x="232120" y="116055"/>
                </a:lnTo>
                <a:close/>
                <a:moveTo>
                  <a:pt x="247854" y="116020"/>
                </a:moveTo>
                <a:lnTo>
                  <a:pt x="248599" y="118734"/>
                </a:lnTo>
                <a:lnTo>
                  <a:pt x="248850" y="121758"/>
                </a:lnTo>
                <a:lnTo>
                  <a:pt x="247974" y="123241"/>
                </a:lnTo>
                <a:lnTo>
                  <a:pt x="246935" y="123583"/>
                </a:lnTo>
                <a:lnTo>
                  <a:pt x="243197" y="120741"/>
                </a:lnTo>
                <a:lnTo>
                  <a:pt x="242811" y="120175"/>
                </a:lnTo>
                <a:lnTo>
                  <a:pt x="242727" y="119084"/>
                </a:lnTo>
                <a:lnTo>
                  <a:pt x="243245" y="117506"/>
                </a:lnTo>
                <a:lnTo>
                  <a:pt x="244666" y="116094"/>
                </a:lnTo>
                <a:lnTo>
                  <a:pt x="246443" y="115500"/>
                </a:lnTo>
                <a:lnTo>
                  <a:pt x="247854" y="116020"/>
                </a:lnTo>
                <a:close/>
                <a:moveTo>
                  <a:pt x="241100" y="122703"/>
                </a:moveTo>
                <a:lnTo>
                  <a:pt x="244460" y="124757"/>
                </a:lnTo>
                <a:lnTo>
                  <a:pt x="245619" y="125834"/>
                </a:lnTo>
                <a:lnTo>
                  <a:pt x="246143" y="127697"/>
                </a:lnTo>
                <a:lnTo>
                  <a:pt x="245144" y="129381"/>
                </a:lnTo>
                <a:lnTo>
                  <a:pt x="240635" y="132274"/>
                </a:lnTo>
                <a:lnTo>
                  <a:pt x="238683" y="132673"/>
                </a:lnTo>
                <a:lnTo>
                  <a:pt x="236855" y="132118"/>
                </a:lnTo>
                <a:lnTo>
                  <a:pt x="232270" y="128793"/>
                </a:lnTo>
                <a:lnTo>
                  <a:pt x="231951" y="127546"/>
                </a:lnTo>
                <a:lnTo>
                  <a:pt x="232210" y="125781"/>
                </a:lnTo>
                <a:lnTo>
                  <a:pt x="235443" y="123233"/>
                </a:lnTo>
                <a:lnTo>
                  <a:pt x="236805" y="122394"/>
                </a:lnTo>
                <a:lnTo>
                  <a:pt x="238670" y="121814"/>
                </a:lnTo>
                <a:lnTo>
                  <a:pt x="240247" y="122065"/>
                </a:lnTo>
                <a:lnTo>
                  <a:pt x="241100" y="122703"/>
                </a:lnTo>
                <a:close/>
                <a:moveTo>
                  <a:pt x="228831" y="131365"/>
                </a:moveTo>
                <a:lnTo>
                  <a:pt x="231879" y="133407"/>
                </a:lnTo>
                <a:lnTo>
                  <a:pt x="232912" y="134434"/>
                </a:lnTo>
                <a:lnTo>
                  <a:pt x="233317" y="135551"/>
                </a:lnTo>
                <a:lnTo>
                  <a:pt x="233091" y="136662"/>
                </a:lnTo>
                <a:lnTo>
                  <a:pt x="232227" y="137677"/>
                </a:lnTo>
                <a:lnTo>
                  <a:pt x="227823" y="140655"/>
                </a:lnTo>
                <a:lnTo>
                  <a:pt x="225532" y="141650"/>
                </a:lnTo>
                <a:lnTo>
                  <a:pt x="224237" y="141770"/>
                </a:lnTo>
                <a:lnTo>
                  <a:pt x="223685" y="141135"/>
                </a:lnTo>
                <a:lnTo>
                  <a:pt x="223510" y="139141"/>
                </a:lnTo>
                <a:lnTo>
                  <a:pt x="224102" y="135033"/>
                </a:lnTo>
                <a:lnTo>
                  <a:pt x="224893" y="132532"/>
                </a:lnTo>
                <a:lnTo>
                  <a:pt x="225861" y="131012"/>
                </a:lnTo>
                <a:lnTo>
                  <a:pt x="226757" y="130455"/>
                </a:lnTo>
                <a:lnTo>
                  <a:pt x="227526" y="130457"/>
                </a:lnTo>
                <a:lnTo>
                  <a:pt x="228831" y="131365"/>
                </a:lnTo>
                <a:close/>
                <a:moveTo>
                  <a:pt x="250930" y="131118"/>
                </a:moveTo>
                <a:lnTo>
                  <a:pt x="251379" y="133954"/>
                </a:lnTo>
                <a:lnTo>
                  <a:pt x="251743" y="140558"/>
                </a:lnTo>
                <a:lnTo>
                  <a:pt x="249942" y="141255"/>
                </a:lnTo>
                <a:lnTo>
                  <a:pt x="244194" y="137355"/>
                </a:lnTo>
                <a:lnTo>
                  <a:pt x="243541" y="136500"/>
                </a:lnTo>
                <a:lnTo>
                  <a:pt x="243257" y="134972"/>
                </a:lnTo>
                <a:lnTo>
                  <a:pt x="243936" y="133580"/>
                </a:lnTo>
                <a:lnTo>
                  <a:pt x="246629" y="131639"/>
                </a:lnTo>
                <a:lnTo>
                  <a:pt x="249657" y="130711"/>
                </a:lnTo>
                <a:lnTo>
                  <a:pt x="250930" y="131118"/>
                </a:lnTo>
                <a:close/>
                <a:moveTo>
                  <a:pt x="241171" y="139780"/>
                </a:moveTo>
                <a:lnTo>
                  <a:pt x="247254" y="144148"/>
                </a:lnTo>
                <a:lnTo>
                  <a:pt x="248463" y="145539"/>
                </a:lnTo>
                <a:lnTo>
                  <a:pt x="248012" y="146577"/>
                </a:lnTo>
                <a:lnTo>
                  <a:pt x="242804" y="149385"/>
                </a:lnTo>
                <a:lnTo>
                  <a:pt x="238785" y="150991"/>
                </a:lnTo>
                <a:lnTo>
                  <a:pt x="237455" y="151146"/>
                </a:lnTo>
                <a:lnTo>
                  <a:pt x="231945" y="148784"/>
                </a:lnTo>
                <a:lnTo>
                  <a:pt x="229428" y="147115"/>
                </a:lnTo>
                <a:lnTo>
                  <a:pt x="228281" y="145950"/>
                </a:lnTo>
                <a:lnTo>
                  <a:pt x="228301" y="145048"/>
                </a:lnTo>
                <a:lnTo>
                  <a:pt x="229155" y="144186"/>
                </a:lnTo>
                <a:lnTo>
                  <a:pt x="236833" y="138639"/>
                </a:lnTo>
                <a:lnTo>
                  <a:pt x="238613" y="138446"/>
                </a:lnTo>
                <a:lnTo>
                  <a:pt x="241171" y="139780"/>
                </a:lnTo>
                <a:close/>
                <a:moveTo>
                  <a:pt x="226922" y="149751"/>
                </a:moveTo>
                <a:lnTo>
                  <a:pt x="230486" y="152439"/>
                </a:lnTo>
                <a:lnTo>
                  <a:pt x="231509" y="153712"/>
                </a:lnTo>
                <a:lnTo>
                  <a:pt x="231484" y="154315"/>
                </a:lnTo>
                <a:lnTo>
                  <a:pt x="230665" y="154956"/>
                </a:lnTo>
                <a:lnTo>
                  <a:pt x="227572" y="156177"/>
                </a:lnTo>
                <a:lnTo>
                  <a:pt x="224617" y="157792"/>
                </a:lnTo>
                <a:lnTo>
                  <a:pt x="223650" y="157861"/>
                </a:lnTo>
                <a:lnTo>
                  <a:pt x="222225" y="157307"/>
                </a:lnTo>
                <a:lnTo>
                  <a:pt x="221582" y="156477"/>
                </a:lnTo>
                <a:lnTo>
                  <a:pt x="221527" y="155078"/>
                </a:lnTo>
                <a:lnTo>
                  <a:pt x="222429" y="151657"/>
                </a:lnTo>
                <a:lnTo>
                  <a:pt x="223440" y="149351"/>
                </a:lnTo>
                <a:lnTo>
                  <a:pt x="224726" y="148851"/>
                </a:lnTo>
                <a:lnTo>
                  <a:pt x="226922" y="149751"/>
                </a:lnTo>
                <a:close/>
                <a:moveTo>
                  <a:pt x="252591" y="149892"/>
                </a:moveTo>
                <a:lnTo>
                  <a:pt x="253427" y="151395"/>
                </a:lnTo>
                <a:lnTo>
                  <a:pt x="254037" y="154754"/>
                </a:lnTo>
                <a:lnTo>
                  <a:pt x="253796" y="157922"/>
                </a:lnTo>
                <a:lnTo>
                  <a:pt x="253122" y="159085"/>
                </a:lnTo>
                <a:lnTo>
                  <a:pt x="252000" y="159088"/>
                </a:lnTo>
                <a:lnTo>
                  <a:pt x="249426" y="158072"/>
                </a:lnTo>
                <a:lnTo>
                  <a:pt x="243463" y="154298"/>
                </a:lnTo>
                <a:lnTo>
                  <a:pt x="243337" y="153777"/>
                </a:lnTo>
                <a:lnTo>
                  <a:pt x="243866" y="152814"/>
                </a:lnTo>
                <a:lnTo>
                  <a:pt x="247497" y="149980"/>
                </a:lnTo>
                <a:lnTo>
                  <a:pt x="249233" y="149278"/>
                </a:lnTo>
                <a:lnTo>
                  <a:pt x="250781" y="149107"/>
                </a:lnTo>
                <a:lnTo>
                  <a:pt x="252591" y="149892"/>
                </a:lnTo>
                <a:close/>
                <a:moveTo>
                  <a:pt x="241843" y="158095"/>
                </a:moveTo>
                <a:lnTo>
                  <a:pt x="247938" y="161569"/>
                </a:lnTo>
                <a:lnTo>
                  <a:pt x="248754" y="162303"/>
                </a:lnTo>
                <a:lnTo>
                  <a:pt x="248841" y="163138"/>
                </a:lnTo>
                <a:lnTo>
                  <a:pt x="248123" y="164499"/>
                </a:lnTo>
                <a:lnTo>
                  <a:pt x="246613" y="166022"/>
                </a:lnTo>
                <a:lnTo>
                  <a:pt x="238693" y="171698"/>
                </a:lnTo>
                <a:lnTo>
                  <a:pt x="236874" y="171446"/>
                </a:lnTo>
                <a:lnTo>
                  <a:pt x="234957" y="170407"/>
                </a:lnTo>
                <a:lnTo>
                  <a:pt x="227891" y="165043"/>
                </a:lnTo>
                <a:lnTo>
                  <a:pt x="225635" y="162635"/>
                </a:lnTo>
                <a:lnTo>
                  <a:pt x="225907" y="161721"/>
                </a:lnTo>
                <a:lnTo>
                  <a:pt x="227562" y="160471"/>
                </a:lnTo>
                <a:lnTo>
                  <a:pt x="235290" y="156353"/>
                </a:lnTo>
                <a:lnTo>
                  <a:pt x="236532" y="156122"/>
                </a:lnTo>
                <a:lnTo>
                  <a:pt x="237969" y="156324"/>
                </a:lnTo>
                <a:lnTo>
                  <a:pt x="241843" y="158095"/>
                </a:lnTo>
                <a:close/>
                <a:moveTo>
                  <a:pt x="223422" y="166475"/>
                </a:moveTo>
                <a:lnTo>
                  <a:pt x="231594" y="172617"/>
                </a:lnTo>
                <a:lnTo>
                  <a:pt x="232795" y="173780"/>
                </a:lnTo>
                <a:lnTo>
                  <a:pt x="232873" y="174554"/>
                </a:lnTo>
                <a:lnTo>
                  <a:pt x="232065" y="176137"/>
                </a:lnTo>
                <a:lnTo>
                  <a:pt x="230894" y="177285"/>
                </a:lnTo>
                <a:lnTo>
                  <a:pt x="222551" y="183532"/>
                </a:lnTo>
                <a:lnTo>
                  <a:pt x="220003" y="185023"/>
                </a:lnTo>
                <a:lnTo>
                  <a:pt x="218986" y="185257"/>
                </a:lnTo>
                <a:lnTo>
                  <a:pt x="218120" y="184269"/>
                </a:lnTo>
                <a:lnTo>
                  <a:pt x="217981" y="182440"/>
                </a:lnTo>
                <a:lnTo>
                  <a:pt x="219241" y="176534"/>
                </a:lnTo>
                <a:lnTo>
                  <a:pt x="220376" y="167338"/>
                </a:lnTo>
                <a:lnTo>
                  <a:pt x="221245" y="165901"/>
                </a:lnTo>
                <a:lnTo>
                  <a:pt x="222158" y="165871"/>
                </a:lnTo>
                <a:lnTo>
                  <a:pt x="223422" y="166475"/>
                </a:lnTo>
                <a:close/>
                <a:moveTo>
                  <a:pt x="254677" y="167889"/>
                </a:moveTo>
                <a:lnTo>
                  <a:pt x="255357" y="169903"/>
                </a:lnTo>
                <a:lnTo>
                  <a:pt x="256618" y="180330"/>
                </a:lnTo>
                <a:lnTo>
                  <a:pt x="256396" y="184086"/>
                </a:lnTo>
                <a:lnTo>
                  <a:pt x="256092" y="184825"/>
                </a:lnTo>
                <a:lnTo>
                  <a:pt x="255469" y="185092"/>
                </a:lnTo>
                <a:lnTo>
                  <a:pt x="253882" y="184586"/>
                </a:lnTo>
                <a:lnTo>
                  <a:pt x="252250" y="183570"/>
                </a:lnTo>
                <a:lnTo>
                  <a:pt x="243080" y="176799"/>
                </a:lnTo>
                <a:lnTo>
                  <a:pt x="243080" y="173723"/>
                </a:lnTo>
                <a:lnTo>
                  <a:pt x="252145" y="167010"/>
                </a:lnTo>
                <a:lnTo>
                  <a:pt x="253319" y="166873"/>
                </a:lnTo>
                <a:lnTo>
                  <a:pt x="254677" y="167889"/>
                </a:lnTo>
                <a:close/>
                <a:moveTo>
                  <a:pt x="340666" y="60403"/>
                </a:moveTo>
                <a:lnTo>
                  <a:pt x="329788" y="60933"/>
                </a:lnTo>
                <a:lnTo>
                  <a:pt x="298034" y="61307"/>
                </a:lnTo>
                <a:lnTo>
                  <a:pt x="288334" y="62449"/>
                </a:lnTo>
                <a:lnTo>
                  <a:pt x="285254" y="63136"/>
                </a:lnTo>
                <a:lnTo>
                  <a:pt x="285257" y="63460"/>
                </a:lnTo>
                <a:lnTo>
                  <a:pt x="289964" y="64917"/>
                </a:lnTo>
                <a:lnTo>
                  <a:pt x="290755" y="65619"/>
                </a:lnTo>
                <a:lnTo>
                  <a:pt x="290897" y="66507"/>
                </a:lnTo>
                <a:lnTo>
                  <a:pt x="287509" y="73326"/>
                </a:lnTo>
                <a:lnTo>
                  <a:pt x="286616" y="74124"/>
                </a:lnTo>
                <a:lnTo>
                  <a:pt x="284235" y="75200"/>
                </a:lnTo>
                <a:lnTo>
                  <a:pt x="283299" y="76491"/>
                </a:lnTo>
                <a:lnTo>
                  <a:pt x="283318" y="78049"/>
                </a:lnTo>
                <a:lnTo>
                  <a:pt x="284608" y="80126"/>
                </a:lnTo>
                <a:lnTo>
                  <a:pt x="284898" y="81241"/>
                </a:lnTo>
                <a:lnTo>
                  <a:pt x="284787" y="82497"/>
                </a:lnTo>
                <a:lnTo>
                  <a:pt x="284092" y="84369"/>
                </a:lnTo>
                <a:lnTo>
                  <a:pt x="283626" y="84946"/>
                </a:lnTo>
                <a:lnTo>
                  <a:pt x="282746" y="85316"/>
                </a:lnTo>
                <a:lnTo>
                  <a:pt x="272325" y="84782"/>
                </a:lnTo>
                <a:lnTo>
                  <a:pt x="269280" y="85078"/>
                </a:lnTo>
                <a:lnTo>
                  <a:pt x="268168" y="85618"/>
                </a:lnTo>
                <a:lnTo>
                  <a:pt x="267521" y="86505"/>
                </a:lnTo>
                <a:lnTo>
                  <a:pt x="266043" y="90043"/>
                </a:lnTo>
                <a:lnTo>
                  <a:pt x="265011" y="91465"/>
                </a:lnTo>
                <a:lnTo>
                  <a:pt x="263783" y="92495"/>
                </a:lnTo>
                <a:lnTo>
                  <a:pt x="260663" y="93728"/>
                </a:lnTo>
                <a:lnTo>
                  <a:pt x="259455" y="94744"/>
                </a:lnTo>
                <a:lnTo>
                  <a:pt x="258251" y="96681"/>
                </a:lnTo>
                <a:lnTo>
                  <a:pt x="256746" y="101188"/>
                </a:lnTo>
                <a:lnTo>
                  <a:pt x="251610" y="105864"/>
                </a:lnTo>
                <a:lnTo>
                  <a:pt x="251310" y="106596"/>
                </a:lnTo>
                <a:lnTo>
                  <a:pt x="251460" y="107782"/>
                </a:lnTo>
                <a:lnTo>
                  <a:pt x="253580" y="109576"/>
                </a:lnTo>
                <a:lnTo>
                  <a:pt x="256653" y="111240"/>
                </a:lnTo>
                <a:lnTo>
                  <a:pt x="261487" y="113276"/>
                </a:lnTo>
                <a:lnTo>
                  <a:pt x="264551" y="115233"/>
                </a:lnTo>
                <a:lnTo>
                  <a:pt x="267552" y="116122"/>
                </a:lnTo>
                <a:lnTo>
                  <a:pt x="269722" y="117761"/>
                </a:lnTo>
                <a:lnTo>
                  <a:pt x="273353" y="119160"/>
                </a:lnTo>
                <a:lnTo>
                  <a:pt x="284151" y="125311"/>
                </a:lnTo>
                <a:lnTo>
                  <a:pt x="289261" y="127657"/>
                </a:lnTo>
                <a:lnTo>
                  <a:pt x="292311" y="129651"/>
                </a:lnTo>
                <a:lnTo>
                  <a:pt x="315007" y="141088"/>
                </a:lnTo>
                <a:lnTo>
                  <a:pt x="332435" y="149047"/>
                </a:lnTo>
                <a:lnTo>
                  <a:pt x="340024" y="152033"/>
                </a:lnTo>
                <a:lnTo>
                  <a:pt x="369781" y="161766"/>
                </a:lnTo>
                <a:lnTo>
                  <a:pt x="380465" y="166245"/>
                </a:lnTo>
                <a:lnTo>
                  <a:pt x="396853" y="171743"/>
                </a:lnTo>
                <a:lnTo>
                  <a:pt x="402130" y="173206"/>
                </a:lnTo>
                <a:lnTo>
                  <a:pt x="414187" y="177303"/>
                </a:lnTo>
                <a:lnTo>
                  <a:pt x="419667" y="178823"/>
                </a:lnTo>
                <a:lnTo>
                  <a:pt x="432188" y="183054"/>
                </a:lnTo>
                <a:lnTo>
                  <a:pt x="437450" y="184488"/>
                </a:lnTo>
                <a:lnTo>
                  <a:pt x="458273" y="191387"/>
                </a:lnTo>
                <a:lnTo>
                  <a:pt x="482435" y="198729"/>
                </a:lnTo>
                <a:lnTo>
                  <a:pt x="503824" y="205717"/>
                </a:lnTo>
                <a:lnTo>
                  <a:pt x="509465" y="207140"/>
                </a:lnTo>
                <a:lnTo>
                  <a:pt x="513828" y="208795"/>
                </a:lnTo>
                <a:lnTo>
                  <a:pt x="518014" y="209729"/>
                </a:lnTo>
                <a:lnTo>
                  <a:pt x="519390" y="209614"/>
                </a:lnTo>
                <a:lnTo>
                  <a:pt x="519960" y="208807"/>
                </a:lnTo>
                <a:lnTo>
                  <a:pt x="519977" y="207744"/>
                </a:lnTo>
                <a:lnTo>
                  <a:pt x="518603" y="206596"/>
                </a:lnTo>
                <a:lnTo>
                  <a:pt x="515123" y="205704"/>
                </a:lnTo>
                <a:lnTo>
                  <a:pt x="494009" y="198368"/>
                </a:lnTo>
                <a:lnTo>
                  <a:pt x="392212" y="164761"/>
                </a:lnTo>
                <a:lnTo>
                  <a:pt x="336734" y="146021"/>
                </a:lnTo>
                <a:lnTo>
                  <a:pt x="311964" y="135069"/>
                </a:lnTo>
                <a:lnTo>
                  <a:pt x="293389" y="126186"/>
                </a:lnTo>
                <a:lnTo>
                  <a:pt x="292845" y="125507"/>
                </a:lnTo>
                <a:lnTo>
                  <a:pt x="293140" y="124879"/>
                </a:lnTo>
                <a:lnTo>
                  <a:pt x="295085" y="124200"/>
                </a:lnTo>
                <a:lnTo>
                  <a:pt x="298485" y="123869"/>
                </a:lnTo>
                <a:lnTo>
                  <a:pt x="299903" y="121802"/>
                </a:lnTo>
                <a:lnTo>
                  <a:pt x="301269" y="121103"/>
                </a:lnTo>
                <a:lnTo>
                  <a:pt x="302927" y="121394"/>
                </a:lnTo>
                <a:lnTo>
                  <a:pt x="304860" y="122670"/>
                </a:lnTo>
                <a:lnTo>
                  <a:pt x="309092" y="127511"/>
                </a:lnTo>
                <a:lnTo>
                  <a:pt x="314007" y="127052"/>
                </a:lnTo>
                <a:lnTo>
                  <a:pt x="330944" y="135241"/>
                </a:lnTo>
                <a:lnTo>
                  <a:pt x="343769" y="140449"/>
                </a:lnTo>
                <a:lnTo>
                  <a:pt x="363387" y="146146"/>
                </a:lnTo>
                <a:lnTo>
                  <a:pt x="370127" y="147634"/>
                </a:lnTo>
                <a:lnTo>
                  <a:pt x="374353" y="149035"/>
                </a:lnTo>
                <a:lnTo>
                  <a:pt x="380740" y="150373"/>
                </a:lnTo>
                <a:lnTo>
                  <a:pt x="383616" y="151669"/>
                </a:lnTo>
                <a:lnTo>
                  <a:pt x="389114" y="153446"/>
                </a:lnTo>
                <a:lnTo>
                  <a:pt x="392019" y="154920"/>
                </a:lnTo>
                <a:lnTo>
                  <a:pt x="400022" y="157973"/>
                </a:lnTo>
                <a:lnTo>
                  <a:pt x="422371" y="165945"/>
                </a:lnTo>
                <a:lnTo>
                  <a:pt x="442985" y="172814"/>
                </a:lnTo>
                <a:lnTo>
                  <a:pt x="453442" y="175889"/>
                </a:lnTo>
                <a:lnTo>
                  <a:pt x="457296" y="177365"/>
                </a:lnTo>
                <a:lnTo>
                  <a:pt x="476863" y="183272"/>
                </a:lnTo>
                <a:lnTo>
                  <a:pt x="497007" y="188927"/>
                </a:lnTo>
                <a:lnTo>
                  <a:pt x="541472" y="200045"/>
                </a:lnTo>
                <a:lnTo>
                  <a:pt x="569422" y="206015"/>
                </a:lnTo>
                <a:lnTo>
                  <a:pt x="572644" y="206015"/>
                </a:lnTo>
                <a:lnTo>
                  <a:pt x="573676" y="205544"/>
                </a:lnTo>
                <a:lnTo>
                  <a:pt x="574312" y="204856"/>
                </a:lnTo>
                <a:lnTo>
                  <a:pt x="574861" y="202877"/>
                </a:lnTo>
                <a:lnTo>
                  <a:pt x="574483" y="202185"/>
                </a:lnTo>
                <a:lnTo>
                  <a:pt x="573761" y="201884"/>
                </a:lnTo>
                <a:lnTo>
                  <a:pt x="550724" y="197224"/>
                </a:lnTo>
                <a:lnTo>
                  <a:pt x="532649" y="192569"/>
                </a:lnTo>
                <a:lnTo>
                  <a:pt x="503350" y="185846"/>
                </a:lnTo>
                <a:lnTo>
                  <a:pt x="491535" y="182765"/>
                </a:lnTo>
                <a:lnTo>
                  <a:pt x="467506" y="175555"/>
                </a:lnTo>
                <a:lnTo>
                  <a:pt x="424807" y="161534"/>
                </a:lnTo>
                <a:lnTo>
                  <a:pt x="410741" y="157288"/>
                </a:lnTo>
                <a:lnTo>
                  <a:pt x="398980" y="153279"/>
                </a:lnTo>
                <a:lnTo>
                  <a:pt x="394092" y="152144"/>
                </a:lnTo>
                <a:lnTo>
                  <a:pt x="392969" y="151550"/>
                </a:lnTo>
                <a:lnTo>
                  <a:pt x="392765" y="151192"/>
                </a:lnTo>
                <a:lnTo>
                  <a:pt x="393069" y="150322"/>
                </a:lnTo>
                <a:lnTo>
                  <a:pt x="397507" y="146955"/>
                </a:lnTo>
                <a:lnTo>
                  <a:pt x="398294" y="146038"/>
                </a:lnTo>
                <a:lnTo>
                  <a:pt x="398777" y="144305"/>
                </a:lnTo>
                <a:lnTo>
                  <a:pt x="398829" y="139780"/>
                </a:lnTo>
                <a:lnTo>
                  <a:pt x="401864" y="136030"/>
                </a:lnTo>
                <a:lnTo>
                  <a:pt x="402323" y="134465"/>
                </a:lnTo>
                <a:lnTo>
                  <a:pt x="402305" y="131524"/>
                </a:lnTo>
                <a:lnTo>
                  <a:pt x="403052" y="130691"/>
                </a:lnTo>
                <a:lnTo>
                  <a:pt x="404450" y="130363"/>
                </a:lnTo>
                <a:lnTo>
                  <a:pt x="406452" y="130549"/>
                </a:lnTo>
                <a:lnTo>
                  <a:pt x="412096" y="132108"/>
                </a:lnTo>
                <a:lnTo>
                  <a:pt x="419115" y="133557"/>
                </a:lnTo>
                <a:lnTo>
                  <a:pt x="434813" y="137889"/>
                </a:lnTo>
                <a:lnTo>
                  <a:pt x="455843" y="143096"/>
                </a:lnTo>
                <a:lnTo>
                  <a:pt x="457539" y="143315"/>
                </a:lnTo>
                <a:lnTo>
                  <a:pt x="458803" y="143046"/>
                </a:lnTo>
                <a:lnTo>
                  <a:pt x="459515" y="142349"/>
                </a:lnTo>
                <a:lnTo>
                  <a:pt x="459557" y="141282"/>
                </a:lnTo>
                <a:lnTo>
                  <a:pt x="458845" y="140036"/>
                </a:lnTo>
                <a:lnTo>
                  <a:pt x="457672" y="139290"/>
                </a:lnTo>
                <a:lnTo>
                  <a:pt x="447552" y="136646"/>
                </a:lnTo>
                <a:lnTo>
                  <a:pt x="437969" y="134689"/>
                </a:lnTo>
                <a:lnTo>
                  <a:pt x="436642" y="133985"/>
                </a:lnTo>
                <a:lnTo>
                  <a:pt x="436293" y="133149"/>
                </a:lnTo>
                <a:lnTo>
                  <a:pt x="436709" y="132280"/>
                </a:lnTo>
                <a:lnTo>
                  <a:pt x="437834" y="131441"/>
                </a:lnTo>
                <a:lnTo>
                  <a:pt x="443869" y="129164"/>
                </a:lnTo>
                <a:lnTo>
                  <a:pt x="444474" y="127940"/>
                </a:lnTo>
                <a:lnTo>
                  <a:pt x="445295" y="123798"/>
                </a:lnTo>
                <a:lnTo>
                  <a:pt x="446749" y="122322"/>
                </a:lnTo>
                <a:lnTo>
                  <a:pt x="448332" y="121958"/>
                </a:lnTo>
                <a:lnTo>
                  <a:pt x="459269" y="121827"/>
                </a:lnTo>
                <a:lnTo>
                  <a:pt x="462159" y="121431"/>
                </a:lnTo>
                <a:lnTo>
                  <a:pt x="463109" y="120993"/>
                </a:lnTo>
                <a:lnTo>
                  <a:pt x="463457" y="120333"/>
                </a:lnTo>
                <a:lnTo>
                  <a:pt x="462931" y="115462"/>
                </a:lnTo>
                <a:lnTo>
                  <a:pt x="463176" y="113297"/>
                </a:lnTo>
                <a:lnTo>
                  <a:pt x="463994" y="111064"/>
                </a:lnTo>
                <a:lnTo>
                  <a:pt x="466017" y="107414"/>
                </a:lnTo>
                <a:lnTo>
                  <a:pt x="466405" y="105333"/>
                </a:lnTo>
                <a:lnTo>
                  <a:pt x="465997" y="102999"/>
                </a:lnTo>
                <a:lnTo>
                  <a:pt x="464803" y="102106"/>
                </a:lnTo>
                <a:lnTo>
                  <a:pt x="463187" y="102430"/>
                </a:lnTo>
                <a:lnTo>
                  <a:pt x="459918" y="105350"/>
                </a:lnTo>
                <a:lnTo>
                  <a:pt x="455471" y="110557"/>
                </a:lnTo>
                <a:lnTo>
                  <a:pt x="454804" y="111824"/>
                </a:lnTo>
                <a:lnTo>
                  <a:pt x="454375" y="113598"/>
                </a:lnTo>
                <a:lnTo>
                  <a:pt x="452851" y="115053"/>
                </a:lnTo>
                <a:lnTo>
                  <a:pt x="451010" y="115351"/>
                </a:lnTo>
                <a:lnTo>
                  <a:pt x="447178" y="114598"/>
                </a:lnTo>
                <a:lnTo>
                  <a:pt x="444625" y="114522"/>
                </a:lnTo>
                <a:lnTo>
                  <a:pt x="442168" y="114990"/>
                </a:lnTo>
                <a:lnTo>
                  <a:pt x="439355" y="116349"/>
                </a:lnTo>
                <a:lnTo>
                  <a:pt x="438530" y="117730"/>
                </a:lnTo>
                <a:lnTo>
                  <a:pt x="437598" y="121879"/>
                </a:lnTo>
                <a:lnTo>
                  <a:pt x="437187" y="122535"/>
                </a:lnTo>
                <a:lnTo>
                  <a:pt x="436635" y="122723"/>
                </a:lnTo>
                <a:lnTo>
                  <a:pt x="434071" y="121699"/>
                </a:lnTo>
                <a:lnTo>
                  <a:pt x="429553" y="120890"/>
                </a:lnTo>
                <a:lnTo>
                  <a:pt x="426310" y="118637"/>
                </a:lnTo>
                <a:lnTo>
                  <a:pt x="422977" y="117496"/>
                </a:lnTo>
                <a:lnTo>
                  <a:pt x="417853" y="113995"/>
                </a:lnTo>
                <a:lnTo>
                  <a:pt x="413221" y="112364"/>
                </a:lnTo>
                <a:lnTo>
                  <a:pt x="411431" y="112401"/>
                </a:lnTo>
                <a:lnTo>
                  <a:pt x="409948" y="113015"/>
                </a:lnTo>
                <a:lnTo>
                  <a:pt x="402748" y="119683"/>
                </a:lnTo>
                <a:lnTo>
                  <a:pt x="397678" y="123102"/>
                </a:lnTo>
                <a:lnTo>
                  <a:pt x="396308" y="123745"/>
                </a:lnTo>
                <a:lnTo>
                  <a:pt x="394855" y="123998"/>
                </a:lnTo>
                <a:lnTo>
                  <a:pt x="392266" y="123654"/>
                </a:lnTo>
                <a:lnTo>
                  <a:pt x="387754" y="122237"/>
                </a:lnTo>
                <a:lnTo>
                  <a:pt x="380487" y="120705"/>
                </a:lnTo>
                <a:lnTo>
                  <a:pt x="375095" y="119061"/>
                </a:lnTo>
                <a:lnTo>
                  <a:pt x="368752" y="117983"/>
                </a:lnTo>
                <a:lnTo>
                  <a:pt x="364054" y="116485"/>
                </a:lnTo>
                <a:lnTo>
                  <a:pt x="356736" y="115309"/>
                </a:lnTo>
                <a:lnTo>
                  <a:pt x="351766" y="113677"/>
                </a:lnTo>
                <a:lnTo>
                  <a:pt x="344672" y="112746"/>
                </a:lnTo>
                <a:lnTo>
                  <a:pt x="344382" y="113139"/>
                </a:lnTo>
                <a:lnTo>
                  <a:pt x="344552" y="113974"/>
                </a:lnTo>
                <a:lnTo>
                  <a:pt x="346074" y="114929"/>
                </a:lnTo>
                <a:lnTo>
                  <a:pt x="352524" y="116281"/>
                </a:lnTo>
                <a:lnTo>
                  <a:pt x="356879" y="118241"/>
                </a:lnTo>
                <a:lnTo>
                  <a:pt x="362610" y="119246"/>
                </a:lnTo>
                <a:lnTo>
                  <a:pt x="368621" y="121005"/>
                </a:lnTo>
                <a:lnTo>
                  <a:pt x="375139" y="121885"/>
                </a:lnTo>
                <a:lnTo>
                  <a:pt x="378668" y="123835"/>
                </a:lnTo>
                <a:lnTo>
                  <a:pt x="382763" y="124435"/>
                </a:lnTo>
                <a:lnTo>
                  <a:pt x="392349" y="127552"/>
                </a:lnTo>
                <a:lnTo>
                  <a:pt x="393006" y="127977"/>
                </a:lnTo>
                <a:lnTo>
                  <a:pt x="393764" y="129111"/>
                </a:lnTo>
                <a:lnTo>
                  <a:pt x="393479" y="131453"/>
                </a:lnTo>
                <a:lnTo>
                  <a:pt x="390610" y="135614"/>
                </a:lnTo>
                <a:lnTo>
                  <a:pt x="388951" y="137097"/>
                </a:lnTo>
                <a:lnTo>
                  <a:pt x="388542" y="137125"/>
                </a:lnTo>
                <a:lnTo>
                  <a:pt x="387797" y="136528"/>
                </a:lnTo>
                <a:lnTo>
                  <a:pt x="385977" y="133504"/>
                </a:lnTo>
                <a:lnTo>
                  <a:pt x="382936" y="130106"/>
                </a:lnTo>
                <a:lnTo>
                  <a:pt x="380325" y="127974"/>
                </a:lnTo>
                <a:lnTo>
                  <a:pt x="376142" y="125382"/>
                </a:lnTo>
                <a:lnTo>
                  <a:pt x="374567" y="125462"/>
                </a:lnTo>
                <a:lnTo>
                  <a:pt x="369999" y="128408"/>
                </a:lnTo>
                <a:lnTo>
                  <a:pt x="368226" y="128850"/>
                </a:lnTo>
                <a:lnTo>
                  <a:pt x="365867" y="128024"/>
                </a:lnTo>
                <a:lnTo>
                  <a:pt x="360516" y="127343"/>
                </a:lnTo>
                <a:lnTo>
                  <a:pt x="357107" y="126026"/>
                </a:lnTo>
                <a:lnTo>
                  <a:pt x="357043" y="123357"/>
                </a:lnTo>
                <a:lnTo>
                  <a:pt x="356502" y="122225"/>
                </a:lnTo>
                <a:lnTo>
                  <a:pt x="351627" y="118849"/>
                </a:lnTo>
                <a:lnTo>
                  <a:pt x="340282" y="118314"/>
                </a:lnTo>
                <a:lnTo>
                  <a:pt x="336087" y="117875"/>
                </a:lnTo>
                <a:lnTo>
                  <a:pt x="334160" y="117364"/>
                </a:lnTo>
                <a:lnTo>
                  <a:pt x="333082" y="116265"/>
                </a:lnTo>
                <a:lnTo>
                  <a:pt x="332817" y="114783"/>
                </a:lnTo>
                <a:lnTo>
                  <a:pt x="333418" y="113121"/>
                </a:lnTo>
                <a:lnTo>
                  <a:pt x="334567" y="111763"/>
                </a:lnTo>
                <a:lnTo>
                  <a:pt x="335804" y="111470"/>
                </a:lnTo>
                <a:lnTo>
                  <a:pt x="338116" y="112192"/>
                </a:lnTo>
                <a:lnTo>
                  <a:pt x="341539" y="112552"/>
                </a:lnTo>
                <a:lnTo>
                  <a:pt x="342721" y="112274"/>
                </a:lnTo>
                <a:lnTo>
                  <a:pt x="342761" y="111697"/>
                </a:lnTo>
                <a:lnTo>
                  <a:pt x="335692" y="109558"/>
                </a:lnTo>
                <a:lnTo>
                  <a:pt x="328182" y="103474"/>
                </a:lnTo>
                <a:lnTo>
                  <a:pt x="326828" y="102726"/>
                </a:lnTo>
                <a:lnTo>
                  <a:pt x="325581" y="102589"/>
                </a:lnTo>
                <a:lnTo>
                  <a:pt x="322192" y="103609"/>
                </a:lnTo>
                <a:lnTo>
                  <a:pt x="321175" y="103592"/>
                </a:lnTo>
                <a:lnTo>
                  <a:pt x="318860" y="100269"/>
                </a:lnTo>
                <a:lnTo>
                  <a:pt x="316588" y="97880"/>
                </a:lnTo>
                <a:lnTo>
                  <a:pt x="316581" y="96672"/>
                </a:lnTo>
                <a:lnTo>
                  <a:pt x="317320" y="96167"/>
                </a:lnTo>
                <a:lnTo>
                  <a:pt x="320660" y="95757"/>
                </a:lnTo>
                <a:lnTo>
                  <a:pt x="337978" y="95136"/>
                </a:lnTo>
                <a:lnTo>
                  <a:pt x="359320" y="93411"/>
                </a:lnTo>
                <a:lnTo>
                  <a:pt x="369267" y="92416"/>
                </a:lnTo>
                <a:lnTo>
                  <a:pt x="373513" y="90669"/>
                </a:lnTo>
                <a:lnTo>
                  <a:pt x="382799" y="91372"/>
                </a:lnTo>
                <a:lnTo>
                  <a:pt x="389124" y="90537"/>
                </a:lnTo>
                <a:lnTo>
                  <a:pt x="401515" y="89966"/>
                </a:lnTo>
                <a:lnTo>
                  <a:pt x="410714" y="88864"/>
                </a:lnTo>
                <a:lnTo>
                  <a:pt x="416994" y="87662"/>
                </a:lnTo>
                <a:lnTo>
                  <a:pt x="431430" y="87040"/>
                </a:lnTo>
                <a:lnTo>
                  <a:pt x="434027" y="86545"/>
                </a:lnTo>
                <a:lnTo>
                  <a:pt x="434929" y="85900"/>
                </a:lnTo>
                <a:lnTo>
                  <a:pt x="433951" y="85520"/>
                </a:lnTo>
                <a:lnTo>
                  <a:pt x="430288" y="85345"/>
                </a:lnTo>
                <a:lnTo>
                  <a:pt x="417226" y="85650"/>
                </a:lnTo>
                <a:lnTo>
                  <a:pt x="405085" y="87046"/>
                </a:lnTo>
                <a:lnTo>
                  <a:pt x="382155" y="88042"/>
                </a:lnTo>
                <a:lnTo>
                  <a:pt x="375821" y="89134"/>
                </a:lnTo>
                <a:lnTo>
                  <a:pt x="370463" y="89065"/>
                </a:lnTo>
                <a:lnTo>
                  <a:pt x="365067" y="89953"/>
                </a:lnTo>
                <a:lnTo>
                  <a:pt x="333286" y="91356"/>
                </a:lnTo>
                <a:lnTo>
                  <a:pt x="326269" y="92452"/>
                </a:lnTo>
                <a:lnTo>
                  <a:pt x="323765" y="92295"/>
                </a:lnTo>
                <a:lnTo>
                  <a:pt x="321739" y="89983"/>
                </a:lnTo>
                <a:lnTo>
                  <a:pt x="320826" y="89418"/>
                </a:lnTo>
                <a:lnTo>
                  <a:pt x="317091" y="90625"/>
                </a:lnTo>
                <a:lnTo>
                  <a:pt x="316217" y="90665"/>
                </a:lnTo>
                <a:lnTo>
                  <a:pt x="315261" y="90241"/>
                </a:lnTo>
                <a:lnTo>
                  <a:pt x="314713" y="88889"/>
                </a:lnTo>
                <a:lnTo>
                  <a:pt x="315191" y="86779"/>
                </a:lnTo>
                <a:lnTo>
                  <a:pt x="317094" y="85005"/>
                </a:lnTo>
                <a:lnTo>
                  <a:pt x="319094" y="84076"/>
                </a:lnTo>
                <a:lnTo>
                  <a:pt x="324133" y="82980"/>
                </a:lnTo>
                <a:lnTo>
                  <a:pt x="331801" y="82056"/>
                </a:lnTo>
                <a:lnTo>
                  <a:pt x="342788" y="82811"/>
                </a:lnTo>
                <a:lnTo>
                  <a:pt x="350622" y="81957"/>
                </a:lnTo>
                <a:lnTo>
                  <a:pt x="376044" y="81478"/>
                </a:lnTo>
                <a:lnTo>
                  <a:pt x="388951" y="80628"/>
                </a:lnTo>
                <a:lnTo>
                  <a:pt x="400751" y="80358"/>
                </a:lnTo>
                <a:lnTo>
                  <a:pt x="407746" y="79345"/>
                </a:lnTo>
                <a:lnTo>
                  <a:pt x="427421" y="78963"/>
                </a:lnTo>
                <a:lnTo>
                  <a:pt x="445416" y="78170"/>
                </a:lnTo>
                <a:lnTo>
                  <a:pt x="449588" y="77848"/>
                </a:lnTo>
                <a:lnTo>
                  <a:pt x="451688" y="77232"/>
                </a:lnTo>
                <a:lnTo>
                  <a:pt x="451419" y="76480"/>
                </a:lnTo>
                <a:lnTo>
                  <a:pt x="450583" y="76195"/>
                </a:lnTo>
                <a:lnTo>
                  <a:pt x="439825" y="75695"/>
                </a:lnTo>
                <a:lnTo>
                  <a:pt x="430036" y="76354"/>
                </a:lnTo>
                <a:lnTo>
                  <a:pt x="395842" y="76832"/>
                </a:lnTo>
                <a:lnTo>
                  <a:pt x="393149" y="77049"/>
                </a:lnTo>
                <a:lnTo>
                  <a:pt x="388677" y="77945"/>
                </a:lnTo>
                <a:lnTo>
                  <a:pt x="374750" y="78135"/>
                </a:lnTo>
                <a:lnTo>
                  <a:pt x="365569" y="79015"/>
                </a:lnTo>
                <a:lnTo>
                  <a:pt x="345201" y="79355"/>
                </a:lnTo>
                <a:lnTo>
                  <a:pt x="329793" y="80619"/>
                </a:lnTo>
                <a:lnTo>
                  <a:pt x="315555" y="80350"/>
                </a:lnTo>
                <a:lnTo>
                  <a:pt x="314749" y="80168"/>
                </a:lnTo>
                <a:lnTo>
                  <a:pt x="313717" y="79286"/>
                </a:lnTo>
                <a:lnTo>
                  <a:pt x="312986" y="77992"/>
                </a:lnTo>
                <a:lnTo>
                  <a:pt x="312601" y="76467"/>
                </a:lnTo>
                <a:lnTo>
                  <a:pt x="312607" y="74892"/>
                </a:lnTo>
                <a:lnTo>
                  <a:pt x="313569" y="71946"/>
                </a:lnTo>
                <a:lnTo>
                  <a:pt x="313889" y="69612"/>
                </a:lnTo>
                <a:lnTo>
                  <a:pt x="313639" y="68531"/>
                </a:lnTo>
                <a:lnTo>
                  <a:pt x="312168" y="66237"/>
                </a:lnTo>
                <a:lnTo>
                  <a:pt x="313547" y="64823"/>
                </a:lnTo>
                <a:lnTo>
                  <a:pt x="351783" y="64573"/>
                </a:lnTo>
                <a:lnTo>
                  <a:pt x="395632" y="63466"/>
                </a:lnTo>
                <a:lnTo>
                  <a:pt x="409621" y="62414"/>
                </a:lnTo>
                <a:lnTo>
                  <a:pt x="433463" y="61750"/>
                </a:lnTo>
                <a:lnTo>
                  <a:pt x="438029" y="61149"/>
                </a:lnTo>
                <a:lnTo>
                  <a:pt x="438252" y="60686"/>
                </a:lnTo>
                <a:lnTo>
                  <a:pt x="437113" y="60330"/>
                </a:lnTo>
                <a:lnTo>
                  <a:pt x="425146" y="59948"/>
                </a:lnTo>
                <a:lnTo>
                  <a:pt x="357722" y="59869"/>
                </a:lnTo>
                <a:lnTo>
                  <a:pt x="340666" y="60403"/>
                </a:lnTo>
                <a:close/>
                <a:moveTo>
                  <a:pt x="300748" y="74369"/>
                </a:moveTo>
                <a:lnTo>
                  <a:pt x="301825" y="76034"/>
                </a:lnTo>
                <a:lnTo>
                  <a:pt x="304356" y="78869"/>
                </a:lnTo>
                <a:lnTo>
                  <a:pt x="304591" y="79894"/>
                </a:lnTo>
                <a:lnTo>
                  <a:pt x="304107" y="80875"/>
                </a:lnTo>
                <a:lnTo>
                  <a:pt x="303435" y="81724"/>
                </a:lnTo>
                <a:lnTo>
                  <a:pt x="297455" y="81973"/>
                </a:lnTo>
                <a:lnTo>
                  <a:pt x="295314" y="81503"/>
                </a:lnTo>
                <a:lnTo>
                  <a:pt x="294666" y="79567"/>
                </a:lnTo>
                <a:lnTo>
                  <a:pt x="294645" y="77560"/>
                </a:lnTo>
                <a:lnTo>
                  <a:pt x="295122" y="75780"/>
                </a:lnTo>
                <a:lnTo>
                  <a:pt x="296021" y="74353"/>
                </a:lnTo>
                <a:lnTo>
                  <a:pt x="297987" y="73150"/>
                </a:lnTo>
                <a:lnTo>
                  <a:pt x="300218" y="73061"/>
                </a:lnTo>
                <a:lnTo>
                  <a:pt x="300748" y="74369"/>
                </a:lnTo>
                <a:close/>
                <a:moveTo>
                  <a:pt x="302480" y="84234"/>
                </a:moveTo>
                <a:lnTo>
                  <a:pt x="304975" y="85031"/>
                </a:lnTo>
                <a:lnTo>
                  <a:pt x="306224" y="86046"/>
                </a:lnTo>
                <a:lnTo>
                  <a:pt x="307094" y="87392"/>
                </a:lnTo>
                <a:lnTo>
                  <a:pt x="307549" y="89021"/>
                </a:lnTo>
                <a:lnTo>
                  <a:pt x="307557" y="91062"/>
                </a:lnTo>
                <a:lnTo>
                  <a:pt x="307242" y="91922"/>
                </a:lnTo>
                <a:lnTo>
                  <a:pt x="306368" y="92564"/>
                </a:lnTo>
                <a:lnTo>
                  <a:pt x="305312" y="92708"/>
                </a:lnTo>
                <a:lnTo>
                  <a:pt x="304552" y="92399"/>
                </a:lnTo>
                <a:lnTo>
                  <a:pt x="301026" y="89202"/>
                </a:lnTo>
                <a:lnTo>
                  <a:pt x="296780" y="87860"/>
                </a:lnTo>
                <a:lnTo>
                  <a:pt x="295590" y="87018"/>
                </a:lnTo>
                <a:lnTo>
                  <a:pt x="294896" y="86049"/>
                </a:lnTo>
                <a:lnTo>
                  <a:pt x="294806" y="85059"/>
                </a:lnTo>
                <a:lnTo>
                  <a:pt x="295550" y="83774"/>
                </a:lnTo>
                <a:lnTo>
                  <a:pt x="302480" y="84234"/>
                </a:lnTo>
                <a:close/>
                <a:moveTo>
                  <a:pt x="281266" y="91093"/>
                </a:moveTo>
                <a:lnTo>
                  <a:pt x="281595" y="91572"/>
                </a:lnTo>
                <a:lnTo>
                  <a:pt x="281666" y="93116"/>
                </a:lnTo>
                <a:lnTo>
                  <a:pt x="280569" y="96274"/>
                </a:lnTo>
                <a:lnTo>
                  <a:pt x="278444" y="99451"/>
                </a:lnTo>
                <a:lnTo>
                  <a:pt x="276502" y="101283"/>
                </a:lnTo>
                <a:lnTo>
                  <a:pt x="274041" y="103174"/>
                </a:lnTo>
                <a:lnTo>
                  <a:pt x="272856" y="103697"/>
                </a:lnTo>
                <a:lnTo>
                  <a:pt x="271844" y="103712"/>
                </a:lnTo>
                <a:lnTo>
                  <a:pt x="269302" y="102832"/>
                </a:lnTo>
                <a:lnTo>
                  <a:pt x="267477" y="103115"/>
                </a:lnTo>
                <a:lnTo>
                  <a:pt x="267599" y="104131"/>
                </a:lnTo>
                <a:lnTo>
                  <a:pt x="268493" y="105556"/>
                </a:lnTo>
                <a:lnTo>
                  <a:pt x="272098" y="108879"/>
                </a:lnTo>
                <a:lnTo>
                  <a:pt x="273459" y="113446"/>
                </a:lnTo>
                <a:lnTo>
                  <a:pt x="273539" y="114760"/>
                </a:lnTo>
                <a:lnTo>
                  <a:pt x="273252" y="115591"/>
                </a:lnTo>
                <a:lnTo>
                  <a:pt x="272264" y="116086"/>
                </a:lnTo>
                <a:lnTo>
                  <a:pt x="270495" y="115817"/>
                </a:lnTo>
                <a:lnTo>
                  <a:pt x="267128" y="113819"/>
                </a:lnTo>
                <a:lnTo>
                  <a:pt x="263260" y="112196"/>
                </a:lnTo>
                <a:lnTo>
                  <a:pt x="262479" y="110408"/>
                </a:lnTo>
                <a:lnTo>
                  <a:pt x="262655" y="107362"/>
                </a:lnTo>
                <a:lnTo>
                  <a:pt x="264024" y="104631"/>
                </a:lnTo>
                <a:lnTo>
                  <a:pt x="266319" y="102925"/>
                </a:lnTo>
                <a:lnTo>
                  <a:pt x="266300" y="100996"/>
                </a:lnTo>
                <a:lnTo>
                  <a:pt x="266995" y="99672"/>
                </a:lnTo>
                <a:lnTo>
                  <a:pt x="269757" y="97453"/>
                </a:lnTo>
                <a:lnTo>
                  <a:pt x="272664" y="94134"/>
                </a:lnTo>
                <a:lnTo>
                  <a:pt x="276774" y="90872"/>
                </a:lnTo>
                <a:lnTo>
                  <a:pt x="279056" y="90541"/>
                </a:lnTo>
                <a:lnTo>
                  <a:pt x="281266" y="91093"/>
                </a:lnTo>
                <a:close/>
                <a:moveTo>
                  <a:pt x="291767" y="102584"/>
                </a:moveTo>
                <a:lnTo>
                  <a:pt x="293689" y="105788"/>
                </a:lnTo>
                <a:lnTo>
                  <a:pt x="295179" y="109357"/>
                </a:lnTo>
                <a:lnTo>
                  <a:pt x="294834" y="111269"/>
                </a:lnTo>
                <a:lnTo>
                  <a:pt x="293488" y="112275"/>
                </a:lnTo>
                <a:lnTo>
                  <a:pt x="292457" y="112228"/>
                </a:lnTo>
                <a:lnTo>
                  <a:pt x="291727" y="111737"/>
                </a:lnTo>
                <a:lnTo>
                  <a:pt x="290557" y="107689"/>
                </a:lnTo>
                <a:lnTo>
                  <a:pt x="289729" y="106459"/>
                </a:lnTo>
                <a:lnTo>
                  <a:pt x="288351" y="105616"/>
                </a:lnTo>
                <a:lnTo>
                  <a:pt x="285863" y="104706"/>
                </a:lnTo>
                <a:lnTo>
                  <a:pt x="286075" y="102834"/>
                </a:lnTo>
                <a:lnTo>
                  <a:pt x="286648" y="102100"/>
                </a:lnTo>
                <a:lnTo>
                  <a:pt x="287966" y="101299"/>
                </a:lnTo>
                <a:lnTo>
                  <a:pt x="290310" y="101210"/>
                </a:lnTo>
                <a:lnTo>
                  <a:pt x="291767" y="102584"/>
                </a:lnTo>
                <a:close/>
                <a:moveTo>
                  <a:pt x="320124" y="105448"/>
                </a:moveTo>
                <a:lnTo>
                  <a:pt x="320317" y="107754"/>
                </a:lnTo>
                <a:lnTo>
                  <a:pt x="319783" y="109077"/>
                </a:lnTo>
                <a:lnTo>
                  <a:pt x="316085" y="111219"/>
                </a:lnTo>
                <a:lnTo>
                  <a:pt x="312826" y="115328"/>
                </a:lnTo>
                <a:lnTo>
                  <a:pt x="312171" y="115383"/>
                </a:lnTo>
                <a:lnTo>
                  <a:pt x="311623" y="115050"/>
                </a:lnTo>
                <a:lnTo>
                  <a:pt x="310804" y="113685"/>
                </a:lnTo>
                <a:lnTo>
                  <a:pt x="310613" y="111459"/>
                </a:lnTo>
                <a:lnTo>
                  <a:pt x="313255" y="109793"/>
                </a:lnTo>
                <a:lnTo>
                  <a:pt x="314937" y="106672"/>
                </a:lnTo>
                <a:lnTo>
                  <a:pt x="316219" y="105486"/>
                </a:lnTo>
                <a:lnTo>
                  <a:pt x="318356" y="104883"/>
                </a:lnTo>
                <a:lnTo>
                  <a:pt x="319598" y="105020"/>
                </a:lnTo>
                <a:lnTo>
                  <a:pt x="320124" y="105448"/>
                </a:lnTo>
                <a:close/>
                <a:moveTo>
                  <a:pt x="412264" y="124364"/>
                </a:moveTo>
                <a:lnTo>
                  <a:pt x="412609" y="126216"/>
                </a:lnTo>
                <a:lnTo>
                  <a:pt x="411623" y="127343"/>
                </a:lnTo>
                <a:lnTo>
                  <a:pt x="409713" y="127400"/>
                </a:lnTo>
                <a:lnTo>
                  <a:pt x="407902" y="126311"/>
                </a:lnTo>
                <a:lnTo>
                  <a:pt x="407823" y="125695"/>
                </a:lnTo>
                <a:lnTo>
                  <a:pt x="408231" y="125032"/>
                </a:lnTo>
                <a:lnTo>
                  <a:pt x="410146" y="123796"/>
                </a:lnTo>
                <a:lnTo>
                  <a:pt x="411564" y="123606"/>
                </a:lnTo>
                <a:lnTo>
                  <a:pt x="412264" y="124364"/>
                </a:lnTo>
                <a:close/>
                <a:moveTo>
                  <a:pt x="339782" y="125354"/>
                </a:moveTo>
                <a:lnTo>
                  <a:pt x="341968" y="125716"/>
                </a:lnTo>
                <a:lnTo>
                  <a:pt x="343181" y="126337"/>
                </a:lnTo>
                <a:lnTo>
                  <a:pt x="345732" y="130714"/>
                </a:lnTo>
                <a:lnTo>
                  <a:pt x="347535" y="132167"/>
                </a:lnTo>
                <a:lnTo>
                  <a:pt x="350243" y="133230"/>
                </a:lnTo>
                <a:lnTo>
                  <a:pt x="355746" y="134030"/>
                </a:lnTo>
                <a:lnTo>
                  <a:pt x="362242" y="135547"/>
                </a:lnTo>
                <a:lnTo>
                  <a:pt x="363328" y="136157"/>
                </a:lnTo>
                <a:lnTo>
                  <a:pt x="366081" y="138618"/>
                </a:lnTo>
                <a:lnTo>
                  <a:pt x="368174" y="139603"/>
                </a:lnTo>
                <a:lnTo>
                  <a:pt x="372872" y="138139"/>
                </a:lnTo>
                <a:lnTo>
                  <a:pt x="376509" y="135895"/>
                </a:lnTo>
                <a:lnTo>
                  <a:pt x="377572" y="135719"/>
                </a:lnTo>
                <a:lnTo>
                  <a:pt x="379763" y="137828"/>
                </a:lnTo>
                <a:lnTo>
                  <a:pt x="384019" y="144681"/>
                </a:lnTo>
                <a:lnTo>
                  <a:pt x="384325" y="146074"/>
                </a:lnTo>
                <a:lnTo>
                  <a:pt x="384098" y="147886"/>
                </a:lnTo>
                <a:lnTo>
                  <a:pt x="383378" y="148510"/>
                </a:lnTo>
                <a:lnTo>
                  <a:pt x="382612" y="148465"/>
                </a:lnTo>
                <a:lnTo>
                  <a:pt x="371892" y="144890"/>
                </a:lnTo>
                <a:lnTo>
                  <a:pt x="366724" y="143603"/>
                </a:lnTo>
                <a:lnTo>
                  <a:pt x="362218" y="141884"/>
                </a:lnTo>
                <a:lnTo>
                  <a:pt x="347910" y="137712"/>
                </a:lnTo>
                <a:lnTo>
                  <a:pt x="339963" y="134839"/>
                </a:lnTo>
                <a:lnTo>
                  <a:pt x="330978" y="130835"/>
                </a:lnTo>
                <a:lnTo>
                  <a:pt x="328523" y="129441"/>
                </a:lnTo>
                <a:lnTo>
                  <a:pt x="327791" y="128393"/>
                </a:lnTo>
                <a:lnTo>
                  <a:pt x="328617" y="127330"/>
                </a:lnTo>
                <a:lnTo>
                  <a:pt x="331615" y="125284"/>
                </a:lnTo>
                <a:lnTo>
                  <a:pt x="333763" y="124789"/>
                </a:lnTo>
                <a:lnTo>
                  <a:pt x="339782" y="125354"/>
                </a:lnTo>
                <a:close/>
                <a:moveTo>
                  <a:pt x="431852" y="130446"/>
                </a:moveTo>
                <a:lnTo>
                  <a:pt x="432383" y="131613"/>
                </a:lnTo>
                <a:lnTo>
                  <a:pt x="431288" y="132338"/>
                </a:lnTo>
                <a:lnTo>
                  <a:pt x="428760" y="132137"/>
                </a:lnTo>
                <a:lnTo>
                  <a:pt x="427821" y="131259"/>
                </a:lnTo>
                <a:lnTo>
                  <a:pt x="428122" y="130638"/>
                </a:lnTo>
                <a:lnTo>
                  <a:pt x="429373" y="130070"/>
                </a:lnTo>
                <a:lnTo>
                  <a:pt x="430958" y="130065"/>
                </a:lnTo>
                <a:lnTo>
                  <a:pt x="431852" y="130446"/>
                </a:lnTo>
                <a:close/>
                <a:moveTo>
                  <a:pt x="317047" y="74016"/>
                </a:moveTo>
                <a:lnTo>
                  <a:pt x="316831" y="75116"/>
                </a:lnTo>
                <a:lnTo>
                  <a:pt x="317330" y="76243"/>
                </a:lnTo>
                <a:lnTo>
                  <a:pt x="318059" y="76516"/>
                </a:lnTo>
                <a:lnTo>
                  <a:pt x="319085" y="76053"/>
                </a:lnTo>
                <a:lnTo>
                  <a:pt x="319548" y="75027"/>
                </a:lnTo>
                <a:lnTo>
                  <a:pt x="319275" y="74299"/>
                </a:lnTo>
                <a:lnTo>
                  <a:pt x="318148" y="73799"/>
                </a:lnTo>
                <a:lnTo>
                  <a:pt x="317047" y="74016"/>
                </a:lnTo>
                <a:close/>
                <a:moveTo>
                  <a:pt x="465123" y="81724"/>
                </a:moveTo>
                <a:lnTo>
                  <a:pt x="458410" y="82480"/>
                </a:lnTo>
                <a:lnTo>
                  <a:pt x="456765" y="83049"/>
                </a:lnTo>
                <a:lnTo>
                  <a:pt x="456591" y="83533"/>
                </a:lnTo>
                <a:lnTo>
                  <a:pt x="457274" y="84057"/>
                </a:lnTo>
                <a:lnTo>
                  <a:pt x="458900" y="84288"/>
                </a:lnTo>
                <a:lnTo>
                  <a:pt x="463103" y="84163"/>
                </a:lnTo>
                <a:lnTo>
                  <a:pt x="467069" y="83657"/>
                </a:lnTo>
                <a:lnTo>
                  <a:pt x="468346" y="83083"/>
                </a:lnTo>
                <a:lnTo>
                  <a:pt x="468474" y="82483"/>
                </a:lnTo>
                <a:lnTo>
                  <a:pt x="468109" y="81759"/>
                </a:lnTo>
                <a:lnTo>
                  <a:pt x="467174" y="81330"/>
                </a:lnTo>
                <a:lnTo>
                  <a:pt x="465123" y="81724"/>
                </a:lnTo>
                <a:close/>
                <a:moveTo>
                  <a:pt x="448329" y="83492"/>
                </a:moveTo>
                <a:lnTo>
                  <a:pt x="448223" y="84389"/>
                </a:lnTo>
                <a:lnTo>
                  <a:pt x="449707" y="84729"/>
                </a:lnTo>
                <a:lnTo>
                  <a:pt x="451280" y="84429"/>
                </a:lnTo>
                <a:lnTo>
                  <a:pt x="452144" y="83569"/>
                </a:lnTo>
                <a:lnTo>
                  <a:pt x="451900" y="83225"/>
                </a:lnTo>
                <a:lnTo>
                  <a:pt x="450757" y="82980"/>
                </a:lnTo>
                <a:lnTo>
                  <a:pt x="449305" y="83074"/>
                </a:lnTo>
                <a:lnTo>
                  <a:pt x="448329" y="83492"/>
                </a:lnTo>
                <a:close/>
                <a:moveTo>
                  <a:pt x="438004" y="85153"/>
                </a:moveTo>
                <a:lnTo>
                  <a:pt x="437050" y="85901"/>
                </a:lnTo>
                <a:lnTo>
                  <a:pt x="438215" y="86418"/>
                </a:lnTo>
                <a:lnTo>
                  <a:pt x="441078" y="86359"/>
                </a:lnTo>
                <a:lnTo>
                  <a:pt x="441744" y="86069"/>
                </a:lnTo>
                <a:lnTo>
                  <a:pt x="441964" y="85613"/>
                </a:lnTo>
                <a:lnTo>
                  <a:pt x="441729" y="85161"/>
                </a:lnTo>
                <a:lnTo>
                  <a:pt x="440674" y="84800"/>
                </a:lnTo>
                <a:lnTo>
                  <a:pt x="438004" y="85153"/>
                </a:lnTo>
                <a:close/>
                <a:moveTo>
                  <a:pt x="202420" y="85790"/>
                </a:moveTo>
                <a:lnTo>
                  <a:pt x="202338" y="86307"/>
                </a:lnTo>
                <a:lnTo>
                  <a:pt x="202835" y="86760"/>
                </a:lnTo>
                <a:lnTo>
                  <a:pt x="205775" y="87886"/>
                </a:lnTo>
                <a:lnTo>
                  <a:pt x="208324" y="89591"/>
                </a:lnTo>
                <a:lnTo>
                  <a:pt x="211498" y="90872"/>
                </a:lnTo>
                <a:lnTo>
                  <a:pt x="214313" y="92450"/>
                </a:lnTo>
                <a:lnTo>
                  <a:pt x="217659" y="93727"/>
                </a:lnTo>
                <a:lnTo>
                  <a:pt x="220315" y="95466"/>
                </a:lnTo>
                <a:lnTo>
                  <a:pt x="222021" y="95737"/>
                </a:lnTo>
                <a:lnTo>
                  <a:pt x="222991" y="95104"/>
                </a:lnTo>
                <a:lnTo>
                  <a:pt x="223031" y="94341"/>
                </a:lnTo>
                <a:lnTo>
                  <a:pt x="222467" y="93555"/>
                </a:lnTo>
                <a:lnTo>
                  <a:pt x="218445" y="91108"/>
                </a:lnTo>
                <a:lnTo>
                  <a:pt x="215198" y="90100"/>
                </a:lnTo>
                <a:lnTo>
                  <a:pt x="212511" y="88442"/>
                </a:lnTo>
                <a:lnTo>
                  <a:pt x="208772" y="87219"/>
                </a:lnTo>
                <a:lnTo>
                  <a:pt x="205900" y="85826"/>
                </a:lnTo>
                <a:lnTo>
                  <a:pt x="203780" y="85404"/>
                </a:lnTo>
                <a:lnTo>
                  <a:pt x="202420" y="85790"/>
                </a:lnTo>
                <a:close/>
                <a:moveTo>
                  <a:pt x="642156" y="97493"/>
                </a:moveTo>
                <a:lnTo>
                  <a:pt x="640166" y="98933"/>
                </a:lnTo>
                <a:lnTo>
                  <a:pt x="639414" y="100584"/>
                </a:lnTo>
                <a:lnTo>
                  <a:pt x="635483" y="122513"/>
                </a:lnTo>
                <a:lnTo>
                  <a:pt x="633714" y="130697"/>
                </a:lnTo>
                <a:lnTo>
                  <a:pt x="632632" y="139223"/>
                </a:lnTo>
                <a:lnTo>
                  <a:pt x="630913" y="146158"/>
                </a:lnTo>
                <a:lnTo>
                  <a:pt x="629402" y="156065"/>
                </a:lnTo>
                <a:lnTo>
                  <a:pt x="628637" y="158281"/>
                </a:lnTo>
                <a:lnTo>
                  <a:pt x="627451" y="159792"/>
                </a:lnTo>
                <a:lnTo>
                  <a:pt x="625627" y="161023"/>
                </a:lnTo>
                <a:lnTo>
                  <a:pt x="597959" y="173597"/>
                </a:lnTo>
                <a:lnTo>
                  <a:pt x="595177" y="175377"/>
                </a:lnTo>
                <a:lnTo>
                  <a:pt x="594354" y="176481"/>
                </a:lnTo>
                <a:lnTo>
                  <a:pt x="595323" y="177672"/>
                </a:lnTo>
                <a:lnTo>
                  <a:pt x="597002" y="178293"/>
                </a:lnTo>
                <a:lnTo>
                  <a:pt x="624230" y="178991"/>
                </a:lnTo>
                <a:lnTo>
                  <a:pt x="626596" y="180261"/>
                </a:lnTo>
                <a:lnTo>
                  <a:pt x="627671" y="181771"/>
                </a:lnTo>
                <a:lnTo>
                  <a:pt x="627757" y="184981"/>
                </a:lnTo>
                <a:lnTo>
                  <a:pt x="627092" y="186761"/>
                </a:lnTo>
                <a:lnTo>
                  <a:pt x="626159" y="187656"/>
                </a:lnTo>
                <a:lnTo>
                  <a:pt x="624711" y="188428"/>
                </a:lnTo>
                <a:lnTo>
                  <a:pt x="616968" y="191521"/>
                </a:lnTo>
                <a:lnTo>
                  <a:pt x="598297" y="198009"/>
                </a:lnTo>
                <a:lnTo>
                  <a:pt x="594141" y="199909"/>
                </a:lnTo>
                <a:lnTo>
                  <a:pt x="580734" y="204721"/>
                </a:lnTo>
                <a:lnTo>
                  <a:pt x="577940" y="206086"/>
                </a:lnTo>
                <a:lnTo>
                  <a:pt x="576700" y="207415"/>
                </a:lnTo>
                <a:lnTo>
                  <a:pt x="577018" y="208427"/>
                </a:lnTo>
                <a:lnTo>
                  <a:pt x="578089" y="209540"/>
                </a:lnTo>
                <a:lnTo>
                  <a:pt x="626422" y="209681"/>
                </a:lnTo>
                <a:lnTo>
                  <a:pt x="627395" y="210424"/>
                </a:lnTo>
                <a:lnTo>
                  <a:pt x="627670" y="211999"/>
                </a:lnTo>
                <a:lnTo>
                  <a:pt x="627866" y="219218"/>
                </a:lnTo>
                <a:lnTo>
                  <a:pt x="627440" y="222308"/>
                </a:lnTo>
                <a:lnTo>
                  <a:pt x="625864" y="223623"/>
                </a:lnTo>
                <a:lnTo>
                  <a:pt x="622528" y="225404"/>
                </a:lnTo>
                <a:lnTo>
                  <a:pt x="602097" y="233335"/>
                </a:lnTo>
                <a:lnTo>
                  <a:pt x="594371" y="231492"/>
                </a:lnTo>
                <a:lnTo>
                  <a:pt x="589583" y="229346"/>
                </a:lnTo>
                <a:lnTo>
                  <a:pt x="568051" y="222676"/>
                </a:lnTo>
                <a:lnTo>
                  <a:pt x="553375" y="217759"/>
                </a:lnTo>
                <a:lnTo>
                  <a:pt x="548307" y="217011"/>
                </a:lnTo>
                <a:lnTo>
                  <a:pt x="547505" y="217354"/>
                </a:lnTo>
                <a:lnTo>
                  <a:pt x="547378" y="218037"/>
                </a:lnTo>
                <a:lnTo>
                  <a:pt x="547782" y="219106"/>
                </a:lnTo>
                <a:lnTo>
                  <a:pt x="548745" y="219890"/>
                </a:lnTo>
                <a:lnTo>
                  <a:pt x="553878" y="221318"/>
                </a:lnTo>
                <a:lnTo>
                  <a:pt x="564530" y="225632"/>
                </a:lnTo>
                <a:lnTo>
                  <a:pt x="571992" y="228221"/>
                </a:lnTo>
                <a:lnTo>
                  <a:pt x="582964" y="231257"/>
                </a:lnTo>
                <a:lnTo>
                  <a:pt x="592734" y="233536"/>
                </a:lnTo>
                <a:lnTo>
                  <a:pt x="594220" y="234380"/>
                </a:lnTo>
                <a:lnTo>
                  <a:pt x="595321" y="235632"/>
                </a:lnTo>
                <a:lnTo>
                  <a:pt x="595261" y="236274"/>
                </a:lnTo>
                <a:lnTo>
                  <a:pt x="594044" y="238546"/>
                </a:lnTo>
                <a:lnTo>
                  <a:pt x="594232" y="239228"/>
                </a:lnTo>
                <a:lnTo>
                  <a:pt x="595017" y="239830"/>
                </a:lnTo>
                <a:lnTo>
                  <a:pt x="621171" y="240737"/>
                </a:lnTo>
                <a:lnTo>
                  <a:pt x="626124" y="241151"/>
                </a:lnTo>
                <a:lnTo>
                  <a:pt x="626757" y="241529"/>
                </a:lnTo>
                <a:lnTo>
                  <a:pt x="626966" y="242878"/>
                </a:lnTo>
                <a:lnTo>
                  <a:pt x="626782" y="245015"/>
                </a:lnTo>
                <a:lnTo>
                  <a:pt x="625495" y="251244"/>
                </a:lnTo>
                <a:lnTo>
                  <a:pt x="623635" y="264578"/>
                </a:lnTo>
                <a:lnTo>
                  <a:pt x="622401" y="270730"/>
                </a:lnTo>
                <a:lnTo>
                  <a:pt x="621384" y="279590"/>
                </a:lnTo>
                <a:lnTo>
                  <a:pt x="619594" y="287772"/>
                </a:lnTo>
                <a:lnTo>
                  <a:pt x="615434" y="316113"/>
                </a:lnTo>
                <a:lnTo>
                  <a:pt x="610968" y="342488"/>
                </a:lnTo>
                <a:lnTo>
                  <a:pt x="607379" y="366904"/>
                </a:lnTo>
                <a:lnTo>
                  <a:pt x="605495" y="376863"/>
                </a:lnTo>
                <a:lnTo>
                  <a:pt x="605475" y="378481"/>
                </a:lnTo>
                <a:lnTo>
                  <a:pt x="606045" y="380060"/>
                </a:lnTo>
                <a:lnTo>
                  <a:pt x="607216" y="380528"/>
                </a:lnTo>
                <a:lnTo>
                  <a:pt x="609565" y="379613"/>
                </a:lnTo>
                <a:lnTo>
                  <a:pt x="640889" y="357105"/>
                </a:lnTo>
                <a:lnTo>
                  <a:pt x="642388" y="356213"/>
                </a:lnTo>
                <a:lnTo>
                  <a:pt x="643783" y="355918"/>
                </a:lnTo>
                <a:lnTo>
                  <a:pt x="645286" y="356163"/>
                </a:lnTo>
                <a:lnTo>
                  <a:pt x="646412" y="356760"/>
                </a:lnTo>
                <a:lnTo>
                  <a:pt x="671291" y="375502"/>
                </a:lnTo>
                <a:lnTo>
                  <a:pt x="676372" y="378992"/>
                </a:lnTo>
                <a:lnTo>
                  <a:pt x="679706" y="380739"/>
                </a:lnTo>
                <a:lnTo>
                  <a:pt x="680563" y="379603"/>
                </a:lnTo>
                <a:lnTo>
                  <a:pt x="680864" y="378558"/>
                </a:lnTo>
                <a:lnTo>
                  <a:pt x="680800" y="374539"/>
                </a:lnTo>
                <a:lnTo>
                  <a:pt x="679007" y="365698"/>
                </a:lnTo>
                <a:lnTo>
                  <a:pt x="677973" y="356524"/>
                </a:lnTo>
                <a:lnTo>
                  <a:pt x="676475" y="348401"/>
                </a:lnTo>
                <a:lnTo>
                  <a:pt x="675104" y="337364"/>
                </a:lnTo>
                <a:lnTo>
                  <a:pt x="673814" y="330943"/>
                </a:lnTo>
                <a:lnTo>
                  <a:pt x="672161" y="317179"/>
                </a:lnTo>
                <a:lnTo>
                  <a:pt x="670791" y="311183"/>
                </a:lnTo>
                <a:lnTo>
                  <a:pt x="669227" y="298980"/>
                </a:lnTo>
                <a:lnTo>
                  <a:pt x="667853" y="293022"/>
                </a:lnTo>
                <a:lnTo>
                  <a:pt x="666522" y="281739"/>
                </a:lnTo>
                <a:lnTo>
                  <a:pt x="665070" y="273750"/>
                </a:lnTo>
                <a:lnTo>
                  <a:pt x="663941" y="263667"/>
                </a:lnTo>
                <a:lnTo>
                  <a:pt x="662063" y="253235"/>
                </a:lnTo>
                <a:lnTo>
                  <a:pt x="661073" y="244190"/>
                </a:lnTo>
                <a:lnTo>
                  <a:pt x="662345" y="242775"/>
                </a:lnTo>
                <a:lnTo>
                  <a:pt x="678684" y="242854"/>
                </a:lnTo>
                <a:lnTo>
                  <a:pt x="690765" y="243384"/>
                </a:lnTo>
                <a:lnTo>
                  <a:pt x="693298" y="242787"/>
                </a:lnTo>
                <a:lnTo>
                  <a:pt x="694485" y="241397"/>
                </a:lnTo>
                <a:lnTo>
                  <a:pt x="690987" y="238886"/>
                </a:lnTo>
                <a:lnTo>
                  <a:pt x="663480" y="225205"/>
                </a:lnTo>
                <a:lnTo>
                  <a:pt x="659411" y="222162"/>
                </a:lnTo>
                <a:lnTo>
                  <a:pt x="659664" y="211398"/>
                </a:lnTo>
                <a:lnTo>
                  <a:pt x="660050" y="210525"/>
                </a:lnTo>
                <a:lnTo>
                  <a:pt x="661079" y="209961"/>
                </a:lnTo>
                <a:lnTo>
                  <a:pt x="666103" y="209554"/>
                </a:lnTo>
                <a:lnTo>
                  <a:pt x="708593" y="209610"/>
                </a:lnTo>
                <a:lnTo>
                  <a:pt x="709685" y="208525"/>
                </a:lnTo>
                <a:lnTo>
                  <a:pt x="709959" y="207579"/>
                </a:lnTo>
                <a:lnTo>
                  <a:pt x="709547" y="206782"/>
                </a:lnTo>
                <a:lnTo>
                  <a:pt x="706630" y="205434"/>
                </a:lnTo>
                <a:lnTo>
                  <a:pt x="700244" y="203103"/>
                </a:lnTo>
                <a:lnTo>
                  <a:pt x="689400" y="198421"/>
                </a:lnTo>
                <a:lnTo>
                  <a:pt x="684726" y="196975"/>
                </a:lnTo>
                <a:lnTo>
                  <a:pt x="663432" y="188566"/>
                </a:lnTo>
                <a:lnTo>
                  <a:pt x="661096" y="187148"/>
                </a:lnTo>
                <a:lnTo>
                  <a:pt x="659636" y="185453"/>
                </a:lnTo>
                <a:lnTo>
                  <a:pt x="659174" y="183698"/>
                </a:lnTo>
                <a:lnTo>
                  <a:pt x="659354" y="182867"/>
                </a:lnTo>
                <a:lnTo>
                  <a:pt x="660613" y="181431"/>
                </a:lnTo>
                <a:lnTo>
                  <a:pt x="661939" y="180969"/>
                </a:lnTo>
                <a:lnTo>
                  <a:pt x="667974" y="180848"/>
                </a:lnTo>
                <a:lnTo>
                  <a:pt x="692116" y="181360"/>
                </a:lnTo>
                <a:lnTo>
                  <a:pt x="693378" y="180242"/>
                </a:lnTo>
                <a:lnTo>
                  <a:pt x="693633" y="179489"/>
                </a:lnTo>
                <a:lnTo>
                  <a:pt x="690322" y="176860"/>
                </a:lnTo>
                <a:lnTo>
                  <a:pt x="661779" y="160361"/>
                </a:lnTo>
                <a:lnTo>
                  <a:pt x="660010" y="158696"/>
                </a:lnTo>
                <a:lnTo>
                  <a:pt x="659015" y="156283"/>
                </a:lnTo>
                <a:lnTo>
                  <a:pt x="658200" y="147885"/>
                </a:lnTo>
                <a:lnTo>
                  <a:pt x="656777" y="141917"/>
                </a:lnTo>
                <a:lnTo>
                  <a:pt x="655349" y="133040"/>
                </a:lnTo>
                <a:lnTo>
                  <a:pt x="652177" y="116295"/>
                </a:lnTo>
                <a:lnTo>
                  <a:pt x="650845" y="110761"/>
                </a:lnTo>
                <a:lnTo>
                  <a:pt x="649217" y="101144"/>
                </a:lnTo>
                <a:lnTo>
                  <a:pt x="648183" y="99036"/>
                </a:lnTo>
                <a:lnTo>
                  <a:pt x="646099" y="97030"/>
                </a:lnTo>
                <a:lnTo>
                  <a:pt x="644625" y="96740"/>
                </a:lnTo>
                <a:lnTo>
                  <a:pt x="642156" y="97493"/>
                </a:lnTo>
                <a:close/>
                <a:moveTo>
                  <a:pt x="644384" y="111600"/>
                </a:moveTo>
                <a:lnTo>
                  <a:pt x="643778" y="112599"/>
                </a:lnTo>
                <a:lnTo>
                  <a:pt x="643207" y="112545"/>
                </a:lnTo>
                <a:lnTo>
                  <a:pt x="642934" y="112166"/>
                </a:lnTo>
                <a:lnTo>
                  <a:pt x="642890" y="111211"/>
                </a:lnTo>
                <a:lnTo>
                  <a:pt x="643374" y="110636"/>
                </a:lnTo>
                <a:lnTo>
                  <a:pt x="644155" y="110827"/>
                </a:lnTo>
                <a:lnTo>
                  <a:pt x="644384" y="111600"/>
                </a:lnTo>
                <a:close/>
                <a:moveTo>
                  <a:pt x="645904" y="122738"/>
                </a:moveTo>
                <a:lnTo>
                  <a:pt x="647411" y="124607"/>
                </a:lnTo>
                <a:lnTo>
                  <a:pt x="647495" y="126383"/>
                </a:lnTo>
                <a:lnTo>
                  <a:pt x="646775" y="127415"/>
                </a:lnTo>
                <a:lnTo>
                  <a:pt x="645445" y="128254"/>
                </a:lnTo>
                <a:lnTo>
                  <a:pt x="643999" y="128729"/>
                </a:lnTo>
                <a:lnTo>
                  <a:pt x="642894" y="128582"/>
                </a:lnTo>
                <a:lnTo>
                  <a:pt x="640567" y="126212"/>
                </a:lnTo>
                <a:lnTo>
                  <a:pt x="640402" y="125633"/>
                </a:lnTo>
                <a:lnTo>
                  <a:pt x="640751" y="124578"/>
                </a:lnTo>
                <a:lnTo>
                  <a:pt x="641767" y="122964"/>
                </a:lnTo>
                <a:lnTo>
                  <a:pt x="643012" y="121944"/>
                </a:lnTo>
                <a:lnTo>
                  <a:pt x="644388" y="121870"/>
                </a:lnTo>
                <a:lnTo>
                  <a:pt x="645904" y="122738"/>
                </a:lnTo>
                <a:close/>
                <a:moveTo>
                  <a:pt x="639894" y="131118"/>
                </a:moveTo>
                <a:lnTo>
                  <a:pt x="640256" y="131935"/>
                </a:lnTo>
                <a:lnTo>
                  <a:pt x="639601" y="132885"/>
                </a:lnTo>
                <a:lnTo>
                  <a:pt x="638256" y="134013"/>
                </a:lnTo>
                <a:lnTo>
                  <a:pt x="637301" y="134033"/>
                </a:lnTo>
                <a:lnTo>
                  <a:pt x="636766" y="132564"/>
                </a:lnTo>
                <a:lnTo>
                  <a:pt x="637121" y="131041"/>
                </a:lnTo>
                <a:lnTo>
                  <a:pt x="638282" y="130473"/>
                </a:lnTo>
                <a:lnTo>
                  <a:pt x="639894" y="131118"/>
                </a:lnTo>
                <a:close/>
                <a:moveTo>
                  <a:pt x="649794" y="131118"/>
                </a:moveTo>
                <a:lnTo>
                  <a:pt x="650173" y="132604"/>
                </a:lnTo>
                <a:lnTo>
                  <a:pt x="649861" y="133204"/>
                </a:lnTo>
                <a:lnTo>
                  <a:pt x="649278" y="133315"/>
                </a:lnTo>
                <a:lnTo>
                  <a:pt x="648320" y="132532"/>
                </a:lnTo>
                <a:lnTo>
                  <a:pt x="648122" y="131482"/>
                </a:lnTo>
                <a:lnTo>
                  <a:pt x="648845" y="130687"/>
                </a:lnTo>
                <a:lnTo>
                  <a:pt x="649794" y="131118"/>
                </a:lnTo>
                <a:close/>
                <a:moveTo>
                  <a:pt x="647283" y="138224"/>
                </a:moveTo>
                <a:lnTo>
                  <a:pt x="648803" y="140052"/>
                </a:lnTo>
                <a:lnTo>
                  <a:pt x="649134" y="141468"/>
                </a:lnTo>
                <a:lnTo>
                  <a:pt x="647814" y="143387"/>
                </a:lnTo>
                <a:lnTo>
                  <a:pt x="645826" y="144797"/>
                </a:lnTo>
                <a:lnTo>
                  <a:pt x="643571" y="145649"/>
                </a:lnTo>
                <a:lnTo>
                  <a:pt x="640509" y="143754"/>
                </a:lnTo>
                <a:lnTo>
                  <a:pt x="639316" y="142602"/>
                </a:lnTo>
                <a:lnTo>
                  <a:pt x="638953" y="140950"/>
                </a:lnTo>
                <a:lnTo>
                  <a:pt x="639254" y="139593"/>
                </a:lnTo>
                <a:lnTo>
                  <a:pt x="642948" y="136558"/>
                </a:lnTo>
                <a:lnTo>
                  <a:pt x="643882" y="136292"/>
                </a:lnTo>
                <a:lnTo>
                  <a:pt x="644891" y="136478"/>
                </a:lnTo>
                <a:lnTo>
                  <a:pt x="647283" y="138224"/>
                </a:lnTo>
                <a:close/>
                <a:moveTo>
                  <a:pt x="652834" y="145968"/>
                </a:moveTo>
                <a:lnTo>
                  <a:pt x="653738" y="148164"/>
                </a:lnTo>
                <a:lnTo>
                  <a:pt x="654408" y="151103"/>
                </a:lnTo>
                <a:lnTo>
                  <a:pt x="653990" y="152071"/>
                </a:lnTo>
                <a:lnTo>
                  <a:pt x="653212" y="152280"/>
                </a:lnTo>
                <a:lnTo>
                  <a:pt x="651603" y="151815"/>
                </a:lnTo>
                <a:lnTo>
                  <a:pt x="650413" y="151023"/>
                </a:lnTo>
                <a:lnTo>
                  <a:pt x="649010" y="149579"/>
                </a:lnTo>
                <a:lnTo>
                  <a:pt x="648534" y="148500"/>
                </a:lnTo>
                <a:lnTo>
                  <a:pt x="648965" y="147431"/>
                </a:lnTo>
                <a:lnTo>
                  <a:pt x="650937" y="145527"/>
                </a:lnTo>
                <a:lnTo>
                  <a:pt x="651858" y="145240"/>
                </a:lnTo>
                <a:lnTo>
                  <a:pt x="652834" y="145968"/>
                </a:lnTo>
                <a:close/>
                <a:moveTo>
                  <a:pt x="638656" y="146887"/>
                </a:moveTo>
                <a:lnTo>
                  <a:pt x="639538" y="148221"/>
                </a:lnTo>
                <a:lnTo>
                  <a:pt x="639008" y="149671"/>
                </a:lnTo>
                <a:lnTo>
                  <a:pt x="636624" y="152065"/>
                </a:lnTo>
                <a:lnTo>
                  <a:pt x="635302" y="152752"/>
                </a:lnTo>
                <a:lnTo>
                  <a:pt x="634291" y="152699"/>
                </a:lnTo>
                <a:lnTo>
                  <a:pt x="633656" y="151910"/>
                </a:lnTo>
                <a:lnTo>
                  <a:pt x="633459" y="150387"/>
                </a:lnTo>
                <a:lnTo>
                  <a:pt x="633778" y="148065"/>
                </a:lnTo>
                <a:lnTo>
                  <a:pt x="634550" y="146487"/>
                </a:lnTo>
                <a:lnTo>
                  <a:pt x="635681" y="145721"/>
                </a:lnTo>
                <a:lnTo>
                  <a:pt x="636353" y="145663"/>
                </a:lnTo>
                <a:lnTo>
                  <a:pt x="638656" y="146887"/>
                </a:lnTo>
                <a:close/>
                <a:moveTo>
                  <a:pt x="646258" y="152721"/>
                </a:moveTo>
                <a:lnTo>
                  <a:pt x="649567" y="156281"/>
                </a:lnTo>
                <a:lnTo>
                  <a:pt x="649864" y="156858"/>
                </a:lnTo>
                <a:lnTo>
                  <a:pt x="649475" y="157475"/>
                </a:lnTo>
                <a:lnTo>
                  <a:pt x="648047" y="157784"/>
                </a:lnTo>
                <a:lnTo>
                  <a:pt x="643854" y="157848"/>
                </a:lnTo>
                <a:lnTo>
                  <a:pt x="639581" y="157618"/>
                </a:lnTo>
                <a:lnTo>
                  <a:pt x="638386" y="157216"/>
                </a:lnTo>
                <a:lnTo>
                  <a:pt x="638235" y="156890"/>
                </a:lnTo>
                <a:lnTo>
                  <a:pt x="638741" y="155911"/>
                </a:lnTo>
                <a:lnTo>
                  <a:pt x="642369" y="152261"/>
                </a:lnTo>
                <a:lnTo>
                  <a:pt x="644700" y="152329"/>
                </a:lnTo>
                <a:lnTo>
                  <a:pt x="646258" y="152721"/>
                </a:lnTo>
                <a:close/>
                <a:moveTo>
                  <a:pt x="645975" y="162373"/>
                </a:moveTo>
                <a:lnTo>
                  <a:pt x="646179" y="162780"/>
                </a:lnTo>
                <a:lnTo>
                  <a:pt x="645853" y="163509"/>
                </a:lnTo>
                <a:lnTo>
                  <a:pt x="644234" y="164168"/>
                </a:lnTo>
                <a:lnTo>
                  <a:pt x="642389" y="163948"/>
                </a:lnTo>
                <a:lnTo>
                  <a:pt x="641507" y="162921"/>
                </a:lnTo>
                <a:lnTo>
                  <a:pt x="641732" y="162338"/>
                </a:lnTo>
                <a:lnTo>
                  <a:pt x="642800" y="161878"/>
                </a:lnTo>
                <a:lnTo>
                  <a:pt x="644907" y="161898"/>
                </a:lnTo>
                <a:lnTo>
                  <a:pt x="645975" y="162373"/>
                </a:lnTo>
                <a:close/>
                <a:moveTo>
                  <a:pt x="655521" y="163434"/>
                </a:moveTo>
                <a:lnTo>
                  <a:pt x="656078" y="165824"/>
                </a:lnTo>
                <a:lnTo>
                  <a:pt x="656143" y="169486"/>
                </a:lnTo>
                <a:lnTo>
                  <a:pt x="655331" y="171761"/>
                </a:lnTo>
                <a:lnTo>
                  <a:pt x="654246" y="172044"/>
                </a:lnTo>
                <a:lnTo>
                  <a:pt x="652713" y="171354"/>
                </a:lnTo>
                <a:lnTo>
                  <a:pt x="649634" y="169152"/>
                </a:lnTo>
                <a:lnTo>
                  <a:pt x="649028" y="167803"/>
                </a:lnTo>
                <a:lnTo>
                  <a:pt x="649934" y="166028"/>
                </a:lnTo>
                <a:lnTo>
                  <a:pt x="652163" y="164070"/>
                </a:lnTo>
                <a:lnTo>
                  <a:pt x="654319" y="162930"/>
                </a:lnTo>
                <a:lnTo>
                  <a:pt x="654867" y="162943"/>
                </a:lnTo>
                <a:lnTo>
                  <a:pt x="655521" y="163434"/>
                </a:lnTo>
                <a:close/>
                <a:moveTo>
                  <a:pt x="636323" y="164283"/>
                </a:moveTo>
                <a:lnTo>
                  <a:pt x="638351" y="166543"/>
                </a:lnTo>
                <a:lnTo>
                  <a:pt x="638865" y="167573"/>
                </a:lnTo>
                <a:lnTo>
                  <a:pt x="638808" y="168257"/>
                </a:lnTo>
                <a:lnTo>
                  <a:pt x="637521" y="169488"/>
                </a:lnTo>
                <a:lnTo>
                  <a:pt x="634706" y="171077"/>
                </a:lnTo>
                <a:lnTo>
                  <a:pt x="633697" y="171305"/>
                </a:lnTo>
                <a:lnTo>
                  <a:pt x="632684" y="171009"/>
                </a:lnTo>
                <a:lnTo>
                  <a:pt x="632008" y="170322"/>
                </a:lnTo>
                <a:lnTo>
                  <a:pt x="631652" y="168979"/>
                </a:lnTo>
                <a:lnTo>
                  <a:pt x="631733" y="164681"/>
                </a:lnTo>
                <a:lnTo>
                  <a:pt x="632779" y="163694"/>
                </a:lnTo>
                <a:lnTo>
                  <a:pt x="633884" y="163346"/>
                </a:lnTo>
                <a:lnTo>
                  <a:pt x="635073" y="163540"/>
                </a:lnTo>
                <a:lnTo>
                  <a:pt x="636323" y="164283"/>
                </a:lnTo>
                <a:close/>
                <a:moveTo>
                  <a:pt x="664467" y="166510"/>
                </a:moveTo>
                <a:lnTo>
                  <a:pt x="675400" y="173265"/>
                </a:lnTo>
                <a:lnTo>
                  <a:pt x="676459" y="174672"/>
                </a:lnTo>
                <a:lnTo>
                  <a:pt x="676347" y="175668"/>
                </a:lnTo>
                <a:lnTo>
                  <a:pt x="674184" y="176261"/>
                </a:lnTo>
                <a:lnTo>
                  <a:pt x="669788" y="176223"/>
                </a:lnTo>
                <a:lnTo>
                  <a:pt x="662178" y="175293"/>
                </a:lnTo>
                <a:lnTo>
                  <a:pt x="660082" y="174572"/>
                </a:lnTo>
                <a:lnTo>
                  <a:pt x="659305" y="173935"/>
                </a:lnTo>
                <a:lnTo>
                  <a:pt x="659763" y="165544"/>
                </a:lnTo>
                <a:lnTo>
                  <a:pt x="660320" y="165121"/>
                </a:lnTo>
                <a:lnTo>
                  <a:pt x="661488" y="165167"/>
                </a:lnTo>
                <a:lnTo>
                  <a:pt x="664467" y="166510"/>
                </a:lnTo>
                <a:close/>
                <a:moveTo>
                  <a:pt x="627024" y="166263"/>
                </a:moveTo>
                <a:lnTo>
                  <a:pt x="627806" y="167823"/>
                </a:lnTo>
                <a:lnTo>
                  <a:pt x="627912" y="169832"/>
                </a:lnTo>
                <a:lnTo>
                  <a:pt x="627472" y="172575"/>
                </a:lnTo>
                <a:lnTo>
                  <a:pt x="626666" y="173303"/>
                </a:lnTo>
                <a:lnTo>
                  <a:pt x="623745" y="173785"/>
                </a:lnTo>
                <a:lnTo>
                  <a:pt x="617920" y="173998"/>
                </a:lnTo>
                <a:lnTo>
                  <a:pt x="613800" y="173946"/>
                </a:lnTo>
                <a:lnTo>
                  <a:pt x="612807" y="173586"/>
                </a:lnTo>
                <a:lnTo>
                  <a:pt x="613285" y="172309"/>
                </a:lnTo>
                <a:lnTo>
                  <a:pt x="615498" y="170257"/>
                </a:lnTo>
                <a:lnTo>
                  <a:pt x="619505" y="168761"/>
                </a:lnTo>
                <a:lnTo>
                  <a:pt x="625995" y="165763"/>
                </a:lnTo>
                <a:lnTo>
                  <a:pt x="627024" y="166263"/>
                </a:lnTo>
                <a:close/>
                <a:moveTo>
                  <a:pt x="645621" y="171778"/>
                </a:moveTo>
                <a:lnTo>
                  <a:pt x="647112" y="173214"/>
                </a:lnTo>
                <a:lnTo>
                  <a:pt x="647235" y="173984"/>
                </a:lnTo>
                <a:lnTo>
                  <a:pt x="646683" y="174545"/>
                </a:lnTo>
                <a:lnTo>
                  <a:pt x="643868" y="174853"/>
                </a:lnTo>
                <a:lnTo>
                  <a:pt x="642673" y="174572"/>
                </a:lnTo>
                <a:lnTo>
                  <a:pt x="641940" y="174037"/>
                </a:lnTo>
                <a:lnTo>
                  <a:pt x="641763" y="172822"/>
                </a:lnTo>
                <a:lnTo>
                  <a:pt x="642759" y="171303"/>
                </a:lnTo>
                <a:lnTo>
                  <a:pt x="644003" y="171066"/>
                </a:lnTo>
                <a:lnTo>
                  <a:pt x="645621" y="171778"/>
                </a:lnTo>
                <a:close/>
                <a:moveTo>
                  <a:pt x="644561" y="181219"/>
                </a:moveTo>
                <a:lnTo>
                  <a:pt x="643743" y="181805"/>
                </a:lnTo>
                <a:lnTo>
                  <a:pt x="643151" y="181351"/>
                </a:lnTo>
                <a:lnTo>
                  <a:pt x="643665" y="180912"/>
                </a:lnTo>
                <a:lnTo>
                  <a:pt x="644561" y="181219"/>
                </a:lnTo>
                <a:close/>
                <a:moveTo>
                  <a:pt x="655521" y="181608"/>
                </a:moveTo>
                <a:lnTo>
                  <a:pt x="656143" y="182811"/>
                </a:lnTo>
                <a:lnTo>
                  <a:pt x="656183" y="184028"/>
                </a:lnTo>
                <a:lnTo>
                  <a:pt x="655603" y="185998"/>
                </a:lnTo>
                <a:lnTo>
                  <a:pt x="654930" y="186790"/>
                </a:lnTo>
                <a:lnTo>
                  <a:pt x="653447" y="187266"/>
                </a:lnTo>
                <a:lnTo>
                  <a:pt x="652168" y="187106"/>
                </a:lnTo>
                <a:lnTo>
                  <a:pt x="650072" y="186251"/>
                </a:lnTo>
                <a:lnTo>
                  <a:pt x="649303" y="185622"/>
                </a:lnTo>
                <a:lnTo>
                  <a:pt x="649131" y="184927"/>
                </a:lnTo>
                <a:lnTo>
                  <a:pt x="649560" y="184108"/>
                </a:lnTo>
                <a:lnTo>
                  <a:pt x="652622" y="181640"/>
                </a:lnTo>
                <a:lnTo>
                  <a:pt x="654312" y="180969"/>
                </a:lnTo>
                <a:lnTo>
                  <a:pt x="655521" y="181608"/>
                </a:lnTo>
                <a:close/>
                <a:moveTo>
                  <a:pt x="636888" y="182704"/>
                </a:moveTo>
                <a:lnTo>
                  <a:pt x="638179" y="183813"/>
                </a:lnTo>
                <a:lnTo>
                  <a:pt x="638743" y="184801"/>
                </a:lnTo>
                <a:lnTo>
                  <a:pt x="638584" y="185654"/>
                </a:lnTo>
                <a:lnTo>
                  <a:pt x="637705" y="186362"/>
                </a:lnTo>
                <a:lnTo>
                  <a:pt x="636110" y="186911"/>
                </a:lnTo>
                <a:lnTo>
                  <a:pt x="634073" y="187047"/>
                </a:lnTo>
                <a:lnTo>
                  <a:pt x="632523" y="186397"/>
                </a:lnTo>
                <a:lnTo>
                  <a:pt x="631796" y="185543"/>
                </a:lnTo>
                <a:lnTo>
                  <a:pt x="631223" y="183500"/>
                </a:lnTo>
                <a:lnTo>
                  <a:pt x="631314" y="182774"/>
                </a:lnTo>
                <a:lnTo>
                  <a:pt x="632023" y="181764"/>
                </a:lnTo>
                <a:lnTo>
                  <a:pt x="634099" y="181445"/>
                </a:lnTo>
                <a:lnTo>
                  <a:pt x="636888" y="182704"/>
                </a:lnTo>
                <a:close/>
                <a:moveTo>
                  <a:pt x="649016" y="192038"/>
                </a:moveTo>
                <a:lnTo>
                  <a:pt x="649734" y="192362"/>
                </a:lnTo>
                <a:lnTo>
                  <a:pt x="650071" y="192887"/>
                </a:lnTo>
                <a:lnTo>
                  <a:pt x="649632" y="194164"/>
                </a:lnTo>
                <a:lnTo>
                  <a:pt x="645811" y="196495"/>
                </a:lnTo>
                <a:lnTo>
                  <a:pt x="643995" y="197152"/>
                </a:lnTo>
                <a:lnTo>
                  <a:pt x="640199" y="195724"/>
                </a:lnTo>
                <a:lnTo>
                  <a:pt x="637922" y="194359"/>
                </a:lnTo>
                <a:lnTo>
                  <a:pt x="637183" y="193475"/>
                </a:lnTo>
                <a:lnTo>
                  <a:pt x="637588" y="192401"/>
                </a:lnTo>
                <a:lnTo>
                  <a:pt x="639058" y="191799"/>
                </a:lnTo>
                <a:lnTo>
                  <a:pt x="649016" y="192038"/>
                </a:lnTo>
                <a:close/>
                <a:moveTo>
                  <a:pt x="627059" y="192780"/>
                </a:moveTo>
                <a:lnTo>
                  <a:pt x="627725" y="193393"/>
                </a:lnTo>
                <a:lnTo>
                  <a:pt x="627969" y="194173"/>
                </a:lnTo>
                <a:lnTo>
                  <a:pt x="628038" y="196967"/>
                </a:lnTo>
                <a:lnTo>
                  <a:pt x="627452" y="201186"/>
                </a:lnTo>
                <a:lnTo>
                  <a:pt x="626479" y="202637"/>
                </a:lnTo>
                <a:lnTo>
                  <a:pt x="625559" y="202656"/>
                </a:lnTo>
                <a:lnTo>
                  <a:pt x="619568" y="199590"/>
                </a:lnTo>
                <a:lnTo>
                  <a:pt x="617494" y="198179"/>
                </a:lnTo>
                <a:lnTo>
                  <a:pt x="616509" y="196889"/>
                </a:lnTo>
                <a:lnTo>
                  <a:pt x="616661" y="196159"/>
                </a:lnTo>
                <a:lnTo>
                  <a:pt x="617656" y="195522"/>
                </a:lnTo>
                <a:lnTo>
                  <a:pt x="621711" y="194243"/>
                </a:lnTo>
                <a:lnTo>
                  <a:pt x="625229" y="192707"/>
                </a:lnTo>
                <a:lnTo>
                  <a:pt x="627059" y="192780"/>
                </a:lnTo>
                <a:close/>
                <a:moveTo>
                  <a:pt x="664891" y="194265"/>
                </a:moveTo>
                <a:lnTo>
                  <a:pt x="670618" y="196443"/>
                </a:lnTo>
                <a:lnTo>
                  <a:pt x="670972" y="197357"/>
                </a:lnTo>
                <a:lnTo>
                  <a:pt x="670477" y="198650"/>
                </a:lnTo>
                <a:lnTo>
                  <a:pt x="669245" y="199877"/>
                </a:lnTo>
                <a:lnTo>
                  <a:pt x="663521" y="202763"/>
                </a:lnTo>
                <a:lnTo>
                  <a:pt x="661386" y="203198"/>
                </a:lnTo>
                <a:lnTo>
                  <a:pt x="660115" y="202953"/>
                </a:lnTo>
                <a:lnTo>
                  <a:pt x="659648" y="202349"/>
                </a:lnTo>
                <a:lnTo>
                  <a:pt x="659378" y="199511"/>
                </a:lnTo>
                <a:lnTo>
                  <a:pt x="659513" y="195932"/>
                </a:lnTo>
                <a:lnTo>
                  <a:pt x="660012" y="193806"/>
                </a:lnTo>
                <a:lnTo>
                  <a:pt x="661788" y="193373"/>
                </a:lnTo>
                <a:lnTo>
                  <a:pt x="664891" y="194265"/>
                </a:lnTo>
                <a:close/>
                <a:moveTo>
                  <a:pt x="655274" y="197094"/>
                </a:moveTo>
                <a:lnTo>
                  <a:pt x="656021" y="199160"/>
                </a:lnTo>
                <a:lnTo>
                  <a:pt x="655916" y="202250"/>
                </a:lnTo>
                <a:lnTo>
                  <a:pt x="655375" y="203051"/>
                </a:lnTo>
                <a:lnTo>
                  <a:pt x="654404" y="203450"/>
                </a:lnTo>
                <a:lnTo>
                  <a:pt x="652582" y="203088"/>
                </a:lnTo>
                <a:lnTo>
                  <a:pt x="651331" y="202264"/>
                </a:lnTo>
                <a:lnTo>
                  <a:pt x="650218" y="201019"/>
                </a:lnTo>
                <a:lnTo>
                  <a:pt x="649676" y="199858"/>
                </a:lnTo>
                <a:lnTo>
                  <a:pt x="649794" y="199193"/>
                </a:lnTo>
                <a:lnTo>
                  <a:pt x="650741" y="198237"/>
                </a:lnTo>
                <a:lnTo>
                  <a:pt x="653576" y="196755"/>
                </a:lnTo>
                <a:lnTo>
                  <a:pt x="654473" y="196548"/>
                </a:lnTo>
                <a:lnTo>
                  <a:pt x="655274" y="197094"/>
                </a:lnTo>
                <a:close/>
                <a:moveTo>
                  <a:pt x="636429" y="198544"/>
                </a:moveTo>
                <a:lnTo>
                  <a:pt x="637191" y="199339"/>
                </a:lnTo>
                <a:lnTo>
                  <a:pt x="637376" y="200247"/>
                </a:lnTo>
                <a:lnTo>
                  <a:pt x="636976" y="201342"/>
                </a:lnTo>
                <a:lnTo>
                  <a:pt x="636010" y="202564"/>
                </a:lnTo>
                <a:lnTo>
                  <a:pt x="635230" y="203095"/>
                </a:lnTo>
                <a:lnTo>
                  <a:pt x="633610" y="203415"/>
                </a:lnTo>
                <a:lnTo>
                  <a:pt x="632203" y="202858"/>
                </a:lnTo>
                <a:lnTo>
                  <a:pt x="631690" y="202295"/>
                </a:lnTo>
                <a:lnTo>
                  <a:pt x="631266" y="200686"/>
                </a:lnTo>
                <a:lnTo>
                  <a:pt x="631679" y="199088"/>
                </a:lnTo>
                <a:lnTo>
                  <a:pt x="632393" y="198215"/>
                </a:lnTo>
                <a:lnTo>
                  <a:pt x="633366" y="197757"/>
                </a:lnTo>
                <a:lnTo>
                  <a:pt x="634521" y="197732"/>
                </a:lnTo>
                <a:lnTo>
                  <a:pt x="636429" y="198544"/>
                </a:lnTo>
                <a:close/>
                <a:moveTo>
                  <a:pt x="607224" y="200559"/>
                </a:moveTo>
                <a:lnTo>
                  <a:pt x="607669" y="201303"/>
                </a:lnTo>
                <a:lnTo>
                  <a:pt x="607733" y="202198"/>
                </a:lnTo>
                <a:lnTo>
                  <a:pt x="607224" y="203458"/>
                </a:lnTo>
                <a:lnTo>
                  <a:pt x="606579" y="204022"/>
                </a:lnTo>
                <a:lnTo>
                  <a:pt x="601766" y="204119"/>
                </a:lnTo>
                <a:lnTo>
                  <a:pt x="600327" y="203755"/>
                </a:lnTo>
                <a:lnTo>
                  <a:pt x="599698" y="203128"/>
                </a:lnTo>
                <a:lnTo>
                  <a:pt x="600092" y="201877"/>
                </a:lnTo>
                <a:lnTo>
                  <a:pt x="601639" y="201073"/>
                </a:lnTo>
                <a:lnTo>
                  <a:pt x="605449" y="200088"/>
                </a:lnTo>
                <a:lnTo>
                  <a:pt x="606524" y="200123"/>
                </a:lnTo>
                <a:lnTo>
                  <a:pt x="607224" y="200559"/>
                </a:lnTo>
                <a:close/>
                <a:moveTo>
                  <a:pt x="687696" y="202185"/>
                </a:moveTo>
                <a:lnTo>
                  <a:pt x="692597" y="204215"/>
                </a:lnTo>
                <a:lnTo>
                  <a:pt x="693470" y="205153"/>
                </a:lnTo>
                <a:lnTo>
                  <a:pt x="692929" y="205686"/>
                </a:lnTo>
                <a:lnTo>
                  <a:pt x="691501" y="206018"/>
                </a:lnTo>
                <a:lnTo>
                  <a:pt x="686242" y="206320"/>
                </a:lnTo>
                <a:lnTo>
                  <a:pt x="682428" y="206004"/>
                </a:lnTo>
                <a:lnTo>
                  <a:pt x="681085" y="204325"/>
                </a:lnTo>
                <a:lnTo>
                  <a:pt x="680271" y="202221"/>
                </a:lnTo>
                <a:lnTo>
                  <a:pt x="680640" y="201301"/>
                </a:lnTo>
                <a:lnTo>
                  <a:pt x="682446" y="200771"/>
                </a:lnTo>
                <a:lnTo>
                  <a:pt x="685359" y="201273"/>
                </a:lnTo>
                <a:lnTo>
                  <a:pt x="687696" y="202185"/>
                </a:lnTo>
                <a:close/>
                <a:moveTo>
                  <a:pt x="615497" y="201478"/>
                </a:moveTo>
                <a:lnTo>
                  <a:pt x="615894" y="202950"/>
                </a:lnTo>
                <a:lnTo>
                  <a:pt x="615021" y="204034"/>
                </a:lnTo>
                <a:lnTo>
                  <a:pt x="613784" y="203787"/>
                </a:lnTo>
                <a:lnTo>
                  <a:pt x="612417" y="202564"/>
                </a:lnTo>
                <a:lnTo>
                  <a:pt x="612628" y="201831"/>
                </a:lnTo>
                <a:lnTo>
                  <a:pt x="613623" y="201226"/>
                </a:lnTo>
                <a:lnTo>
                  <a:pt x="614848" y="201147"/>
                </a:lnTo>
                <a:lnTo>
                  <a:pt x="615497" y="201478"/>
                </a:lnTo>
                <a:close/>
                <a:moveTo>
                  <a:pt x="674968" y="201761"/>
                </a:moveTo>
                <a:lnTo>
                  <a:pt x="675667" y="202498"/>
                </a:lnTo>
                <a:lnTo>
                  <a:pt x="676154" y="203996"/>
                </a:lnTo>
                <a:lnTo>
                  <a:pt x="676029" y="204979"/>
                </a:lnTo>
                <a:lnTo>
                  <a:pt x="675399" y="205678"/>
                </a:lnTo>
                <a:lnTo>
                  <a:pt x="674477" y="206147"/>
                </a:lnTo>
                <a:lnTo>
                  <a:pt x="672799" y="206359"/>
                </a:lnTo>
                <a:lnTo>
                  <a:pt x="671652" y="206132"/>
                </a:lnTo>
                <a:lnTo>
                  <a:pt x="670296" y="205317"/>
                </a:lnTo>
                <a:lnTo>
                  <a:pt x="670611" y="204305"/>
                </a:lnTo>
                <a:lnTo>
                  <a:pt x="673455" y="201870"/>
                </a:lnTo>
                <a:lnTo>
                  <a:pt x="674182" y="201476"/>
                </a:lnTo>
                <a:lnTo>
                  <a:pt x="674968" y="201761"/>
                </a:lnTo>
                <a:close/>
                <a:moveTo>
                  <a:pt x="644738" y="203989"/>
                </a:moveTo>
                <a:lnTo>
                  <a:pt x="645157" y="204755"/>
                </a:lnTo>
                <a:lnTo>
                  <a:pt x="644328" y="205229"/>
                </a:lnTo>
                <a:lnTo>
                  <a:pt x="642404" y="205177"/>
                </a:lnTo>
                <a:lnTo>
                  <a:pt x="641823" y="204670"/>
                </a:lnTo>
                <a:lnTo>
                  <a:pt x="642274" y="203878"/>
                </a:lnTo>
                <a:lnTo>
                  <a:pt x="643009" y="203571"/>
                </a:lnTo>
                <a:lnTo>
                  <a:pt x="644738" y="203989"/>
                </a:lnTo>
                <a:close/>
                <a:moveTo>
                  <a:pt x="647177" y="210318"/>
                </a:moveTo>
                <a:lnTo>
                  <a:pt x="647315" y="210740"/>
                </a:lnTo>
                <a:lnTo>
                  <a:pt x="646928" y="211528"/>
                </a:lnTo>
                <a:lnTo>
                  <a:pt x="644498" y="212499"/>
                </a:lnTo>
                <a:lnTo>
                  <a:pt x="642333" y="212262"/>
                </a:lnTo>
                <a:lnTo>
                  <a:pt x="640876" y="211386"/>
                </a:lnTo>
                <a:lnTo>
                  <a:pt x="640548" y="210743"/>
                </a:lnTo>
                <a:lnTo>
                  <a:pt x="641242" y="209881"/>
                </a:lnTo>
                <a:lnTo>
                  <a:pt x="643287" y="209559"/>
                </a:lnTo>
                <a:lnTo>
                  <a:pt x="645722" y="209722"/>
                </a:lnTo>
                <a:lnTo>
                  <a:pt x="647177" y="210318"/>
                </a:lnTo>
                <a:close/>
                <a:moveTo>
                  <a:pt x="655380" y="211697"/>
                </a:moveTo>
                <a:lnTo>
                  <a:pt x="656019" y="213850"/>
                </a:lnTo>
                <a:lnTo>
                  <a:pt x="656010" y="218097"/>
                </a:lnTo>
                <a:lnTo>
                  <a:pt x="655380" y="220005"/>
                </a:lnTo>
                <a:lnTo>
                  <a:pt x="654328" y="220455"/>
                </a:lnTo>
                <a:lnTo>
                  <a:pt x="649038" y="217039"/>
                </a:lnTo>
                <a:lnTo>
                  <a:pt x="648697" y="216636"/>
                </a:lnTo>
                <a:lnTo>
                  <a:pt x="648587" y="215622"/>
                </a:lnTo>
                <a:lnTo>
                  <a:pt x="649737" y="213812"/>
                </a:lnTo>
                <a:lnTo>
                  <a:pt x="652269" y="212015"/>
                </a:lnTo>
                <a:lnTo>
                  <a:pt x="654434" y="211047"/>
                </a:lnTo>
                <a:lnTo>
                  <a:pt x="655380" y="211697"/>
                </a:lnTo>
                <a:close/>
                <a:moveTo>
                  <a:pt x="636323" y="212404"/>
                </a:moveTo>
                <a:lnTo>
                  <a:pt x="638392" y="214565"/>
                </a:lnTo>
                <a:lnTo>
                  <a:pt x="638869" y="215760"/>
                </a:lnTo>
                <a:lnTo>
                  <a:pt x="638695" y="216651"/>
                </a:lnTo>
                <a:lnTo>
                  <a:pt x="637202" y="217850"/>
                </a:lnTo>
                <a:lnTo>
                  <a:pt x="633964" y="219660"/>
                </a:lnTo>
                <a:lnTo>
                  <a:pt x="632457" y="220114"/>
                </a:lnTo>
                <a:lnTo>
                  <a:pt x="631447" y="219923"/>
                </a:lnTo>
                <a:lnTo>
                  <a:pt x="630924" y="218837"/>
                </a:lnTo>
                <a:lnTo>
                  <a:pt x="630788" y="215191"/>
                </a:lnTo>
                <a:lnTo>
                  <a:pt x="631043" y="212653"/>
                </a:lnTo>
                <a:lnTo>
                  <a:pt x="631620" y="211237"/>
                </a:lnTo>
                <a:lnTo>
                  <a:pt x="634281" y="211610"/>
                </a:lnTo>
                <a:lnTo>
                  <a:pt x="636323" y="212404"/>
                </a:lnTo>
                <a:close/>
                <a:moveTo>
                  <a:pt x="647354" y="219864"/>
                </a:moveTo>
                <a:lnTo>
                  <a:pt x="649379" y="221993"/>
                </a:lnTo>
                <a:lnTo>
                  <a:pt x="649369" y="222286"/>
                </a:lnTo>
                <a:lnTo>
                  <a:pt x="648696" y="222667"/>
                </a:lnTo>
                <a:lnTo>
                  <a:pt x="642808" y="222895"/>
                </a:lnTo>
                <a:lnTo>
                  <a:pt x="640800" y="222618"/>
                </a:lnTo>
                <a:lnTo>
                  <a:pt x="639863" y="222016"/>
                </a:lnTo>
                <a:lnTo>
                  <a:pt x="639768" y="221576"/>
                </a:lnTo>
                <a:lnTo>
                  <a:pt x="640272" y="220384"/>
                </a:lnTo>
                <a:lnTo>
                  <a:pt x="642121" y="218025"/>
                </a:lnTo>
                <a:lnTo>
                  <a:pt x="644997" y="218214"/>
                </a:lnTo>
                <a:lnTo>
                  <a:pt x="647354" y="219864"/>
                </a:lnTo>
                <a:close/>
                <a:moveTo>
                  <a:pt x="646965" y="226935"/>
                </a:moveTo>
                <a:lnTo>
                  <a:pt x="647444" y="227733"/>
                </a:lnTo>
                <a:lnTo>
                  <a:pt x="646937" y="228504"/>
                </a:lnTo>
                <a:lnTo>
                  <a:pt x="643146" y="229835"/>
                </a:lnTo>
                <a:lnTo>
                  <a:pt x="640755" y="228606"/>
                </a:lnTo>
                <a:lnTo>
                  <a:pt x="639985" y="227728"/>
                </a:lnTo>
                <a:lnTo>
                  <a:pt x="640389" y="227006"/>
                </a:lnTo>
                <a:lnTo>
                  <a:pt x="642192" y="226485"/>
                </a:lnTo>
                <a:lnTo>
                  <a:pt x="645340" y="226454"/>
                </a:lnTo>
                <a:lnTo>
                  <a:pt x="646965" y="226935"/>
                </a:lnTo>
                <a:close/>
                <a:moveTo>
                  <a:pt x="635509" y="229269"/>
                </a:moveTo>
                <a:lnTo>
                  <a:pt x="636657" y="229962"/>
                </a:lnTo>
                <a:lnTo>
                  <a:pt x="638015" y="231342"/>
                </a:lnTo>
                <a:lnTo>
                  <a:pt x="638676" y="232770"/>
                </a:lnTo>
                <a:lnTo>
                  <a:pt x="638585" y="233547"/>
                </a:lnTo>
                <a:lnTo>
                  <a:pt x="637684" y="234340"/>
                </a:lnTo>
                <a:lnTo>
                  <a:pt x="635363" y="234948"/>
                </a:lnTo>
                <a:lnTo>
                  <a:pt x="632842" y="234765"/>
                </a:lnTo>
                <a:lnTo>
                  <a:pt x="631585" y="234148"/>
                </a:lnTo>
                <a:lnTo>
                  <a:pt x="630882" y="233341"/>
                </a:lnTo>
                <a:lnTo>
                  <a:pt x="630648" y="232222"/>
                </a:lnTo>
                <a:lnTo>
                  <a:pt x="630805" y="229701"/>
                </a:lnTo>
                <a:lnTo>
                  <a:pt x="631299" y="228724"/>
                </a:lnTo>
                <a:lnTo>
                  <a:pt x="632816" y="228380"/>
                </a:lnTo>
                <a:lnTo>
                  <a:pt x="635509" y="229269"/>
                </a:lnTo>
                <a:close/>
                <a:moveTo>
                  <a:pt x="655875" y="229905"/>
                </a:moveTo>
                <a:lnTo>
                  <a:pt x="656204" y="232067"/>
                </a:lnTo>
                <a:lnTo>
                  <a:pt x="656031" y="234499"/>
                </a:lnTo>
                <a:lnTo>
                  <a:pt x="655588" y="235645"/>
                </a:lnTo>
                <a:lnTo>
                  <a:pt x="654841" y="236234"/>
                </a:lnTo>
                <a:lnTo>
                  <a:pt x="653375" y="236144"/>
                </a:lnTo>
                <a:lnTo>
                  <a:pt x="649919" y="234294"/>
                </a:lnTo>
                <a:lnTo>
                  <a:pt x="649095" y="233446"/>
                </a:lnTo>
                <a:lnTo>
                  <a:pt x="649048" y="232768"/>
                </a:lnTo>
                <a:lnTo>
                  <a:pt x="649688" y="231461"/>
                </a:lnTo>
                <a:lnTo>
                  <a:pt x="652353" y="229216"/>
                </a:lnTo>
                <a:lnTo>
                  <a:pt x="654523" y="228571"/>
                </a:lnTo>
                <a:lnTo>
                  <a:pt x="655221" y="228935"/>
                </a:lnTo>
                <a:lnTo>
                  <a:pt x="655875" y="229905"/>
                </a:lnTo>
                <a:close/>
                <a:moveTo>
                  <a:pt x="626882" y="229693"/>
                </a:moveTo>
                <a:lnTo>
                  <a:pt x="627512" y="230892"/>
                </a:lnTo>
                <a:lnTo>
                  <a:pt x="627567" y="232371"/>
                </a:lnTo>
                <a:lnTo>
                  <a:pt x="627064" y="233725"/>
                </a:lnTo>
                <a:lnTo>
                  <a:pt x="625963" y="234891"/>
                </a:lnTo>
                <a:lnTo>
                  <a:pt x="615365" y="235284"/>
                </a:lnTo>
                <a:lnTo>
                  <a:pt x="614244" y="235117"/>
                </a:lnTo>
                <a:lnTo>
                  <a:pt x="613340" y="234325"/>
                </a:lnTo>
                <a:lnTo>
                  <a:pt x="614045" y="233293"/>
                </a:lnTo>
                <a:lnTo>
                  <a:pt x="614909" y="232668"/>
                </a:lnTo>
                <a:lnTo>
                  <a:pt x="619866" y="231118"/>
                </a:lnTo>
                <a:lnTo>
                  <a:pt x="623826" y="229392"/>
                </a:lnTo>
                <a:lnTo>
                  <a:pt x="625447" y="229056"/>
                </a:lnTo>
                <a:lnTo>
                  <a:pt x="626882" y="229693"/>
                </a:lnTo>
                <a:close/>
                <a:moveTo>
                  <a:pt x="665068" y="230082"/>
                </a:moveTo>
                <a:lnTo>
                  <a:pt x="675297" y="235425"/>
                </a:lnTo>
                <a:lnTo>
                  <a:pt x="676126" y="236115"/>
                </a:lnTo>
                <a:lnTo>
                  <a:pt x="676194" y="237053"/>
                </a:lnTo>
                <a:lnTo>
                  <a:pt x="675019" y="237641"/>
                </a:lnTo>
                <a:lnTo>
                  <a:pt x="669169" y="237613"/>
                </a:lnTo>
                <a:lnTo>
                  <a:pt x="662968" y="237174"/>
                </a:lnTo>
                <a:lnTo>
                  <a:pt x="660887" y="236486"/>
                </a:lnTo>
                <a:lnTo>
                  <a:pt x="660190" y="235715"/>
                </a:lnTo>
                <a:lnTo>
                  <a:pt x="659602" y="234037"/>
                </a:lnTo>
                <a:lnTo>
                  <a:pt x="659440" y="231360"/>
                </a:lnTo>
                <a:lnTo>
                  <a:pt x="659776" y="229836"/>
                </a:lnTo>
                <a:lnTo>
                  <a:pt x="660304" y="229293"/>
                </a:lnTo>
                <a:lnTo>
                  <a:pt x="661682" y="228955"/>
                </a:lnTo>
                <a:lnTo>
                  <a:pt x="663385" y="229235"/>
                </a:lnTo>
                <a:lnTo>
                  <a:pt x="665068" y="230082"/>
                </a:lnTo>
                <a:close/>
                <a:moveTo>
                  <a:pt x="645657" y="241715"/>
                </a:moveTo>
                <a:lnTo>
                  <a:pt x="646289" y="242638"/>
                </a:lnTo>
                <a:lnTo>
                  <a:pt x="645409" y="243801"/>
                </a:lnTo>
                <a:lnTo>
                  <a:pt x="643943" y="244484"/>
                </a:lnTo>
                <a:lnTo>
                  <a:pt x="643111" y="244389"/>
                </a:lnTo>
                <a:lnTo>
                  <a:pt x="642483" y="243890"/>
                </a:lnTo>
                <a:lnTo>
                  <a:pt x="642086" y="242457"/>
                </a:lnTo>
                <a:lnTo>
                  <a:pt x="642596" y="241727"/>
                </a:lnTo>
                <a:lnTo>
                  <a:pt x="644277" y="241376"/>
                </a:lnTo>
                <a:lnTo>
                  <a:pt x="645657" y="241715"/>
                </a:lnTo>
                <a:close/>
                <a:moveTo>
                  <a:pt x="633954" y="243483"/>
                </a:moveTo>
                <a:lnTo>
                  <a:pt x="637882" y="246058"/>
                </a:lnTo>
                <a:lnTo>
                  <a:pt x="638468" y="247617"/>
                </a:lnTo>
                <a:lnTo>
                  <a:pt x="637769" y="248532"/>
                </a:lnTo>
                <a:lnTo>
                  <a:pt x="633325" y="251141"/>
                </a:lnTo>
                <a:lnTo>
                  <a:pt x="631361" y="251465"/>
                </a:lnTo>
                <a:lnTo>
                  <a:pt x="630586" y="250721"/>
                </a:lnTo>
                <a:lnTo>
                  <a:pt x="630218" y="249187"/>
                </a:lnTo>
                <a:lnTo>
                  <a:pt x="630667" y="244085"/>
                </a:lnTo>
                <a:lnTo>
                  <a:pt x="631583" y="242924"/>
                </a:lnTo>
                <a:lnTo>
                  <a:pt x="632576" y="242929"/>
                </a:lnTo>
                <a:lnTo>
                  <a:pt x="633954" y="243483"/>
                </a:lnTo>
                <a:close/>
                <a:moveTo>
                  <a:pt x="656759" y="243978"/>
                </a:moveTo>
                <a:lnTo>
                  <a:pt x="657773" y="245527"/>
                </a:lnTo>
                <a:lnTo>
                  <a:pt x="658269" y="247349"/>
                </a:lnTo>
                <a:lnTo>
                  <a:pt x="658043" y="249818"/>
                </a:lnTo>
                <a:lnTo>
                  <a:pt x="657246" y="250772"/>
                </a:lnTo>
                <a:lnTo>
                  <a:pt x="656260" y="250848"/>
                </a:lnTo>
                <a:lnTo>
                  <a:pt x="654258" y="250114"/>
                </a:lnTo>
                <a:lnTo>
                  <a:pt x="651204" y="248568"/>
                </a:lnTo>
                <a:lnTo>
                  <a:pt x="650053" y="247651"/>
                </a:lnTo>
                <a:lnTo>
                  <a:pt x="649965" y="246719"/>
                </a:lnTo>
                <a:lnTo>
                  <a:pt x="650595" y="245591"/>
                </a:lnTo>
                <a:lnTo>
                  <a:pt x="653025" y="243620"/>
                </a:lnTo>
                <a:lnTo>
                  <a:pt x="655062" y="243127"/>
                </a:lnTo>
                <a:lnTo>
                  <a:pt x="656759" y="243978"/>
                </a:lnTo>
                <a:close/>
                <a:moveTo>
                  <a:pt x="646824" y="251120"/>
                </a:moveTo>
                <a:lnTo>
                  <a:pt x="652474" y="254584"/>
                </a:lnTo>
                <a:lnTo>
                  <a:pt x="653541" y="255575"/>
                </a:lnTo>
                <a:lnTo>
                  <a:pt x="653708" y="256201"/>
                </a:lnTo>
                <a:lnTo>
                  <a:pt x="653236" y="257329"/>
                </a:lnTo>
                <a:lnTo>
                  <a:pt x="651916" y="258658"/>
                </a:lnTo>
                <a:lnTo>
                  <a:pt x="647273" y="262101"/>
                </a:lnTo>
                <a:lnTo>
                  <a:pt x="645442" y="263039"/>
                </a:lnTo>
                <a:lnTo>
                  <a:pt x="643482" y="263476"/>
                </a:lnTo>
                <a:lnTo>
                  <a:pt x="641372" y="262873"/>
                </a:lnTo>
                <a:lnTo>
                  <a:pt x="636048" y="259148"/>
                </a:lnTo>
                <a:lnTo>
                  <a:pt x="633472" y="256282"/>
                </a:lnTo>
                <a:lnTo>
                  <a:pt x="633468" y="255576"/>
                </a:lnTo>
                <a:lnTo>
                  <a:pt x="634347" y="254647"/>
                </a:lnTo>
                <a:lnTo>
                  <a:pt x="642673" y="250098"/>
                </a:lnTo>
                <a:lnTo>
                  <a:pt x="643872" y="249929"/>
                </a:lnTo>
                <a:lnTo>
                  <a:pt x="646824" y="251120"/>
                </a:lnTo>
                <a:close/>
                <a:moveTo>
                  <a:pt x="631938" y="260489"/>
                </a:moveTo>
                <a:lnTo>
                  <a:pt x="637506" y="264469"/>
                </a:lnTo>
                <a:lnTo>
                  <a:pt x="638694" y="266197"/>
                </a:lnTo>
                <a:lnTo>
                  <a:pt x="638797" y="267278"/>
                </a:lnTo>
                <a:lnTo>
                  <a:pt x="630153" y="273607"/>
                </a:lnTo>
                <a:lnTo>
                  <a:pt x="626705" y="274950"/>
                </a:lnTo>
                <a:lnTo>
                  <a:pt x="625702" y="273644"/>
                </a:lnTo>
                <a:lnTo>
                  <a:pt x="625512" y="272710"/>
                </a:lnTo>
                <a:lnTo>
                  <a:pt x="627072" y="267335"/>
                </a:lnTo>
                <a:lnTo>
                  <a:pt x="628128" y="261315"/>
                </a:lnTo>
                <a:lnTo>
                  <a:pt x="629110" y="260194"/>
                </a:lnTo>
                <a:lnTo>
                  <a:pt x="630350" y="260121"/>
                </a:lnTo>
                <a:lnTo>
                  <a:pt x="631938" y="260489"/>
                </a:lnTo>
                <a:close/>
                <a:moveTo>
                  <a:pt x="658456" y="260737"/>
                </a:moveTo>
                <a:lnTo>
                  <a:pt x="659922" y="263988"/>
                </a:lnTo>
                <a:lnTo>
                  <a:pt x="661208" y="269928"/>
                </a:lnTo>
                <a:lnTo>
                  <a:pt x="661436" y="273914"/>
                </a:lnTo>
                <a:lnTo>
                  <a:pt x="661232" y="274646"/>
                </a:lnTo>
                <a:lnTo>
                  <a:pt x="660388" y="275246"/>
                </a:lnTo>
                <a:lnTo>
                  <a:pt x="658947" y="274730"/>
                </a:lnTo>
                <a:lnTo>
                  <a:pt x="650814" y="269071"/>
                </a:lnTo>
                <a:lnTo>
                  <a:pt x="648804" y="267172"/>
                </a:lnTo>
                <a:lnTo>
                  <a:pt x="650835" y="264710"/>
                </a:lnTo>
                <a:lnTo>
                  <a:pt x="656191" y="260397"/>
                </a:lnTo>
                <a:lnTo>
                  <a:pt x="657371" y="260143"/>
                </a:lnTo>
                <a:lnTo>
                  <a:pt x="658456" y="260737"/>
                </a:lnTo>
                <a:close/>
                <a:moveTo>
                  <a:pt x="647319" y="271026"/>
                </a:moveTo>
                <a:lnTo>
                  <a:pt x="654829" y="276216"/>
                </a:lnTo>
                <a:lnTo>
                  <a:pt x="657783" y="277657"/>
                </a:lnTo>
                <a:lnTo>
                  <a:pt x="658196" y="278291"/>
                </a:lnTo>
                <a:lnTo>
                  <a:pt x="658286" y="279642"/>
                </a:lnTo>
                <a:lnTo>
                  <a:pt x="657873" y="280714"/>
                </a:lnTo>
                <a:lnTo>
                  <a:pt x="656848" y="281633"/>
                </a:lnTo>
                <a:lnTo>
                  <a:pt x="653567" y="283545"/>
                </a:lnTo>
                <a:lnTo>
                  <a:pt x="647252" y="288020"/>
                </a:lnTo>
                <a:lnTo>
                  <a:pt x="645065" y="288472"/>
                </a:lnTo>
                <a:lnTo>
                  <a:pt x="643100" y="287673"/>
                </a:lnTo>
                <a:lnTo>
                  <a:pt x="634893" y="281982"/>
                </a:lnTo>
                <a:lnTo>
                  <a:pt x="633020" y="280006"/>
                </a:lnTo>
                <a:lnTo>
                  <a:pt x="632802" y="278832"/>
                </a:lnTo>
                <a:lnTo>
                  <a:pt x="634000" y="277126"/>
                </a:lnTo>
                <a:lnTo>
                  <a:pt x="642890" y="270610"/>
                </a:lnTo>
                <a:lnTo>
                  <a:pt x="644667" y="270000"/>
                </a:lnTo>
                <a:lnTo>
                  <a:pt x="647319" y="271026"/>
                </a:lnTo>
                <a:close/>
                <a:moveTo>
                  <a:pt x="628014" y="283719"/>
                </a:moveTo>
                <a:lnTo>
                  <a:pt x="636826" y="289981"/>
                </a:lnTo>
                <a:lnTo>
                  <a:pt x="638550" y="291586"/>
                </a:lnTo>
                <a:lnTo>
                  <a:pt x="638933" y="292749"/>
                </a:lnTo>
                <a:lnTo>
                  <a:pt x="637454" y="294291"/>
                </a:lnTo>
                <a:lnTo>
                  <a:pt x="625248" y="302389"/>
                </a:lnTo>
                <a:lnTo>
                  <a:pt x="622890" y="303214"/>
                </a:lnTo>
                <a:lnTo>
                  <a:pt x="622050" y="302437"/>
                </a:lnTo>
                <a:lnTo>
                  <a:pt x="621760" y="299156"/>
                </a:lnTo>
                <a:lnTo>
                  <a:pt x="622738" y="290738"/>
                </a:lnTo>
                <a:lnTo>
                  <a:pt x="623666" y="286287"/>
                </a:lnTo>
                <a:lnTo>
                  <a:pt x="624765" y="283787"/>
                </a:lnTo>
                <a:lnTo>
                  <a:pt x="625730" y="282933"/>
                </a:lnTo>
                <a:lnTo>
                  <a:pt x="626723" y="282834"/>
                </a:lnTo>
                <a:lnTo>
                  <a:pt x="628014" y="283719"/>
                </a:lnTo>
                <a:close/>
                <a:moveTo>
                  <a:pt x="663229" y="283931"/>
                </a:moveTo>
                <a:lnTo>
                  <a:pt x="663768" y="285317"/>
                </a:lnTo>
                <a:lnTo>
                  <a:pt x="664762" y="294635"/>
                </a:lnTo>
                <a:lnTo>
                  <a:pt x="665952" y="300372"/>
                </a:lnTo>
                <a:lnTo>
                  <a:pt x="665566" y="301734"/>
                </a:lnTo>
                <a:lnTo>
                  <a:pt x="664554" y="302189"/>
                </a:lnTo>
                <a:lnTo>
                  <a:pt x="662263" y="301498"/>
                </a:lnTo>
                <a:lnTo>
                  <a:pt x="651731" y="293967"/>
                </a:lnTo>
                <a:lnTo>
                  <a:pt x="650542" y="292852"/>
                </a:lnTo>
                <a:lnTo>
                  <a:pt x="650317" y="292201"/>
                </a:lnTo>
                <a:lnTo>
                  <a:pt x="650651" y="290918"/>
                </a:lnTo>
                <a:lnTo>
                  <a:pt x="651777" y="289555"/>
                </a:lnTo>
                <a:lnTo>
                  <a:pt x="657497" y="285770"/>
                </a:lnTo>
                <a:lnTo>
                  <a:pt x="660292" y="283364"/>
                </a:lnTo>
                <a:lnTo>
                  <a:pt x="661638" y="283224"/>
                </a:lnTo>
                <a:lnTo>
                  <a:pt x="663229" y="283931"/>
                </a:lnTo>
                <a:close/>
                <a:moveTo>
                  <a:pt x="646505" y="296448"/>
                </a:moveTo>
                <a:lnTo>
                  <a:pt x="661171" y="306410"/>
                </a:lnTo>
                <a:lnTo>
                  <a:pt x="661333" y="306960"/>
                </a:lnTo>
                <a:lnTo>
                  <a:pt x="660873" y="307820"/>
                </a:lnTo>
                <a:lnTo>
                  <a:pt x="657946" y="310207"/>
                </a:lnTo>
                <a:lnTo>
                  <a:pt x="645722" y="315956"/>
                </a:lnTo>
                <a:lnTo>
                  <a:pt x="642888" y="316355"/>
                </a:lnTo>
                <a:lnTo>
                  <a:pt x="640740" y="315719"/>
                </a:lnTo>
                <a:lnTo>
                  <a:pt x="631102" y="310611"/>
                </a:lnTo>
                <a:lnTo>
                  <a:pt x="629183" y="309365"/>
                </a:lnTo>
                <a:lnTo>
                  <a:pt x="627486" y="307758"/>
                </a:lnTo>
                <a:lnTo>
                  <a:pt x="627270" y="306971"/>
                </a:lnTo>
                <a:lnTo>
                  <a:pt x="628217" y="305906"/>
                </a:lnTo>
                <a:lnTo>
                  <a:pt x="641289" y="296704"/>
                </a:lnTo>
                <a:lnTo>
                  <a:pt x="643897" y="295731"/>
                </a:lnTo>
                <a:lnTo>
                  <a:pt x="646505" y="296448"/>
                </a:lnTo>
                <a:close/>
                <a:moveTo>
                  <a:pt x="666518" y="311227"/>
                </a:moveTo>
                <a:lnTo>
                  <a:pt x="667084" y="313011"/>
                </a:lnTo>
                <a:lnTo>
                  <a:pt x="668135" y="320919"/>
                </a:lnTo>
                <a:lnTo>
                  <a:pt x="669273" y="326043"/>
                </a:lnTo>
                <a:lnTo>
                  <a:pt x="669071" y="328141"/>
                </a:lnTo>
                <a:lnTo>
                  <a:pt x="668231" y="329312"/>
                </a:lnTo>
                <a:lnTo>
                  <a:pt x="667020" y="329215"/>
                </a:lnTo>
                <a:lnTo>
                  <a:pt x="664785" y="328247"/>
                </a:lnTo>
                <a:lnTo>
                  <a:pt x="652001" y="321732"/>
                </a:lnTo>
                <a:lnTo>
                  <a:pt x="650593" y="320680"/>
                </a:lnTo>
                <a:lnTo>
                  <a:pt x="650241" y="318906"/>
                </a:lnTo>
                <a:lnTo>
                  <a:pt x="650626" y="317972"/>
                </a:lnTo>
                <a:lnTo>
                  <a:pt x="651195" y="317489"/>
                </a:lnTo>
                <a:lnTo>
                  <a:pt x="654822" y="316096"/>
                </a:lnTo>
                <a:lnTo>
                  <a:pt x="660864" y="312985"/>
                </a:lnTo>
                <a:lnTo>
                  <a:pt x="663977" y="311003"/>
                </a:lnTo>
                <a:lnTo>
                  <a:pt x="665474" y="310736"/>
                </a:lnTo>
                <a:lnTo>
                  <a:pt x="666518" y="311227"/>
                </a:lnTo>
                <a:close/>
                <a:moveTo>
                  <a:pt x="625114" y="312288"/>
                </a:moveTo>
                <a:lnTo>
                  <a:pt x="634683" y="317610"/>
                </a:lnTo>
                <a:lnTo>
                  <a:pt x="635575" y="318551"/>
                </a:lnTo>
                <a:lnTo>
                  <a:pt x="635586" y="319656"/>
                </a:lnTo>
                <a:lnTo>
                  <a:pt x="634882" y="320782"/>
                </a:lnTo>
                <a:lnTo>
                  <a:pt x="633509" y="321698"/>
                </a:lnTo>
                <a:lnTo>
                  <a:pt x="629259" y="323274"/>
                </a:lnTo>
                <a:lnTo>
                  <a:pt x="621297" y="327321"/>
                </a:lnTo>
                <a:lnTo>
                  <a:pt x="619492" y="327513"/>
                </a:lnTo>
                <a:lnTo>
                  <a:pt x="618747" y="326683"/>
                </a:lnTo>
                <a:lnTo>
                  <a:pt x="618609" y="325688"/>
                </a:lnTo>
                <a:lnTo>
                  <a:pt x="619280" y="317291"/>
                </a:lnTo>
                <a:lnTo>
                  <a:pt x="620164" y="311545"/>
                </a:lnTo>
                <a:lnTo>
                  <a:pt x="620798" y="311123"/>
                </a:lnTo>
                <a:lnTo>
                  <a:pt x="622188" y="311041"/>
                </a:lnTo>
                <a:lnTo>
                  <a:pt x="625114" y="312288"/>
                </a:lnTo>
                <a:close/>
                <a:moveTo>
                  <a:pt x="645798" y="323708"/>
                </a:moveTo>
                <a:lnTo>
                  <a:pt x="660552" y="331818"/>
                </a:lnTo>
                <a:lnTo>
                  <a:pt x="661537" y="332689"/>
                </a:lnTo>
                <a:lnTo>
                  <a:pt x="661875" y="334238"/>
                </a:lnTo>
                <a:lnTo>
                  <a:pt x="661668" y="335209"/>
                </a:lnTo>
                <a:lnTo>
                  <a:pt x="660869" y="336070"/>
                </a:lnTo>
                <a:lnTo>
                  <a:pt x="645957" y="347138"/>
                </a:lnTo>
                <a:lnTo>
                  <a:pt x="644578" y="347914"/>
                </a:lnTo>
                <a:lnTo>
                  <a:pt x="643253" y="348012"/>
                </a:lnTo>
                <a:lnTo>
                  <a:pt x="640765" y="346765"/>
                </a:lnTo>
                <a:lnTo>
                  <a:pt x="628502" y="337290"/>
                </a:lnTo>
                <a:lnTo>
                  <a:pt x="624867" y="334187"/>
                </a:lnTo>
                <a:lnTo>
                  <a:pt x="623752" y="332487"/>
                </a:lnTo>
                <a:lnTo>
                  <a:pt x="624018" y="331734"/>
                </a:lnTo>
                <a:lnTo>
                  <a:pt x="625018" y="331050"/>
                </a:lnTo>
                <a:lnTo>
                  <a:pt x="637703" y="324674"/>
                </a:lnTo>
                <a:lnTo>
                  <a:pt x="640690" y="322844"/>
                </a:lnTo>
                <a:lnTo>
                  <a:pt x="643159" y="322556"/>
                </a:lnTo>
                <a:lnTo>
                  <a:pt x="645798" y="323708"/>
                </a:lnTo>
                <a:close/>
                <a:moveTo>
                  <a:pt x="622286" y="339018"/>
                </a:moveTo>
                <a:lnTo>
                  <a:pt x="636024" y="349172"/>
                </a:lnTo>
                <a:lnTo>
                  <a:pt x="637653" y="350692"/>
                </a:lnTo>
                <a:lnTo>
                  <a:pt x="638196" y="351852"/>
                </a:lnTo>
                <a:lnTo>
                  <a:pt x="637508" y="352949"/>
                </a:lnTo>
                <a:lnTo>
                  <a:pt x="635204" y="354996"/>
                </a:lnTo>
                <a:lnTo>
                  <a:pt x="631271" y="357576"/>
                </a:lnTo>
                <a:lnTo>
                  <a:pt x="615419" y="369363"/>
                </a:lnTo>
                <a:lnTo>
                  <a:pt x="614312" y="369566"/>
                </a:lnTo>
                <a:lnTo>
                  <a:pt x="613342" y="368927"/>
                </a:lnTo>
                <a:lnTo>
                  <a:pt x="613222" y="366682"/>
                </a:lnTo>
                <a:lnTo>
                  <a:pt x="616621" y="339010"/>
                </a:lnTo>
                <a:lnTo>
                  <a:pt x="617243" y="337271"/>
                </a:lnTo>
                <a:lnTo>
                  <a:pt x="618279" y="336753"/>
                </a:lnTo>
                <a:lnTo>
                  <a:pt x="619902" y="337365"/>
                </a:lnTo>
                <a:lnTo>
                  <a:pt x="622286" y="339018"/>
                </a:lnTo>
                <a:close/>
                <a:moveTo>
                  <a:pt x="669912" y="339407"/>
                </a:moveTo>
                <a:lnTo>
                  <a:pt x="670559" y="342406"/>
                </a:lnTo>
                <a:lnTo>
                  <a:pt x="672258" y="357255"/>
                </a:lnTo>
                <a:lnTo>
                  <a:pt x="673005" y="367463"/>
                </a:lnTo>
                <a:lnTo>
                  <a:pt x="672914" y="369119"/>
                </a:lnTo>
                <a:lnTo>
                  <a:pt x="672382" y="369999"/>
                </a:lnTo>
                <a:lnTo>
                  <a:pt x="671955" y="370144"/>
                </a:lnTo>
                <a:lnTo>
                  <a:pt x="670046" y="369379"/>
                </a:lnTo>
                <a:lnTo>
                  <a:pt x="652895" y="355953"/>
                </a:lnTo>
                <a:lnTo>
                  <a:pt x="650151" y="353488"/>
                </a:lnTo>
                <a:lnTo>
                  <a:pt x="649157" y="351994"/>
                </a:lnTo>
                <a:lnTo>
                  <a:pt x="650425" y="350553"/>
                </a:lnTo>
                <a:lnTo>
                  <a:pt x="654431" y="347483"/>
                </a:lnTo>
                <a:lnTo>
                  <a:pt x="666422" y="339081"/>
                </a:lnTo>
                <a:lnTo>
                  <a:pt x="668851" y="338134"/>
                </a:lnTo>
                <a:lnTo>
                  <a:pt x="669912" y="339407"/>
                </a:lnTo>
                <a:close/>
                <a:moveTo>
                  <a:pt x="218154" y="109338"/>
                </a:moveTo>
                <a:lnTo>
                  <a:pt x="215771" y="110565"/>
                </a:lnTo>
                <a:lnTo>
                  <a:pt x="213296" y="112785"/>
                </a:lnTo>
                <a:lnTo>
                  <a:pt x="209893" y="113900"/>
                </a:lnTo>
                <a:lnTo>
                  <a:pt x="207714" y="115231"/>
                </a:lnTo>
                <a:lnTo>
                  <a:pt x="201000" y="123966"/>
                </a:lnTo>
                <a:lnTo>
                  <a:pt x="200255" y="125341"/>
                </a:lnTo>
                <a:lnTo>
                  <a:pt x="200140" y="126676"/>
                </a:lnTo>
                <a:lnTo>
                  <a:pt x="202792" y="135825"/>
                </a:lnTo>
                <a:lnTo>
                  <a:pt x="202748" y="137327"/>
                </a:lnTo>
                <a:lnTo>
                  <a:pt x="197147" y="144107"/>
                </a:lnTo>
                <a:lnTo>
                  <a:pt x="193994" y="150273"/>
                </a:lnTo>
                <a:lnTo>
                  <a:pt x="193009" y="150966"/>
                </a:lnTo>
                <a:lnTo>
                  <a:pt x="190302" y="151120"/>
                </a:lnTo>
                <a:lnTo>
                  <a:pt x="187945" y="152493"/>
                </a:lnTo>
                <a:lnTo>
                  <a:pt x="184109" y="156809"/>
                </a:lnTo>
                <a:lnTo>
                  <a:pt x="182912" y="159663"/>
                </a:lnTo>
                <a:lnTo>
                  <a:pt x="182866" y="161054"/>
                </a:lnTo>
                <a:lnTo>
                  <a:pt x="183774" y="163496"/>
                </a:lnTo>
                <a:lnTo>
                  <a:pt x="188024" y="170782"/>
                </a:lnTo>
                <a:lnTo>
                  <a:pt x="187701" y="171547"/>
                </a:lnTo>
                <a:lnTo>
                  <a:pt x="185439" y="173396"/>
                </a:lnTo>
                <a:lnTo>
                  <a:pt x="184507" y="174859"/>
                </a:lnTo>
                <a:lnTo>
                  <a:pt x="184367" y="176484"/>
                </a:lnTo>
                <a:lnTo>
                  <a:pt x="185205" y="179986"/>
                </a:lnTo>
                <a:lnTo>
                  <a:pt x="183846" y="184199"/>
                </a:lnTo>
                <a:lnTo>
                  <a:pt x="183792" y="186657"/>
                </a:lnTo>
                <a:lnTo>
                  <a:pt x="186509" y="191693"/>
                </a:lnTo>
                <a:lnTo>
                  <a:pt x="189511" y="196006"/>
                </a:lnTo>
                <a:lnTo>
                  <a:pt x="190066" y="197810"/>
                </a:lnTo>
                <a:lnTo>
                  <a:pt x="190456" y="202132"/>
                </a:lnTo>
                <a:lnTo>
                  <a:pt x="192215" y="206437"/>
                </a:lnTo>
                <a:lnTo>
                  <a:pt x="192823" y="209620"/>
                </a:lnTo>
                <a:lnTo>
                  <a:pt x="193514" y="210746"/>
                </a:lnTo>
                <a:lnTo>
                  <a:pt x="194365" y="211129"/>
                </a:lnTo>
                <a:lnTo>
                  <a:pt x="197230" y="211284"/>
                </a:lnTo>
                <a:lnTo>
                  <a:pt x="199467" y="210640"/>
                </a:lnTo>
                <a:lnTo>
                  <a:pt x="200405" y="209429"/>
                </a:lnTo>
                <a:lnTo>
                  <a:pt x="200953" y="206853"/>
                </a:lnTo>
                <a:lnTo>
                  <a:pt x="200307" y="203531"/>
                </a:lnTo>
                <a:lnTo>
                  <a:pt x="198084" y="199472"/>
                </a:lnTo>
                <a:lnTo>
                  <a:pt x="197188" y="194735"/>
                </a:lnTo>
                <a:lnTo>
                  <a:pt x="195887" y="191097"/>
                </a:lnTo>
                <a:lnTo>
                  <a:pt x="194186" y="187869"/>
                </a:lnTo>
                <a:lnTo>
                  <a:pt x="191989" y="185037"/>
                </a:lnTo>
                <a:lnTo>
                  <a:pt x="192661" y="178319"/>
                </a:lnTo>
                <a:lnTo>
                  <a:pt x="196541" y="172146"/>
                </a:lnTo>
                <a:lnTo>
                  <a:pt x="197951" y="168415"/>
                </a:lnTo>
                <a:lnTo>
                  <a:pt x="197959" y="165438"/>
                </a:lnTo>
                <a:lnTo>
                  <a:pt x="196197" y="162550"/>
                </a:lnTo>
                <a:lnTo>
                  <a:pt x="200736" y="160288"/>
                </a:lnTo>
                <a:lnTo>
                  <a:pt x="202984" y="158201"/>
                </a:lnTo>
                <a:lnTo>
                  <a:pt x="203223" y="156255"/>
                </a:lnTo>
                <a:lnTo>
                  <a:pt x="201783" y="152297"/>
                </a:lnTo>
                <a:lnTo>
                  <a:pt x="203536" y="148223"/>
                </a:lnTo>
                <a:lnTo>
                  <a:pt x="208415" y="142628"/>
                </a:lnTo>
                <a:lnTo>
                  <a:pt x="210155" y="139361"/>
                </a:lnTo>
                <a:lnTo>
                  <a:pt x="210478" y="137727"/>
                </a:lnTo>
                <a:lnTo>
                  <a:pt x="210417" y="135377"/>
                </a:lnTo>
                <a:lnTo>
                  <a:pt x="209277" y="131861"/>
                </a:lnTo>
                <a:lnTo>
                  <a:pt x="208890" y="128943"/>
                </a:lnTo>
                <a:lnTo>
                  <a:pt x="209031" y="127052"/>
                </a:lnTo>
                <a:lnTo>
                  <a:pt x="209500" y="125792"/>
                </a:lnTo>
                <a:lnTo>
                  <a:pt x="210786" y="123759"/>
                </a:lnTo>
                <a:lnTo>
                  <a:pt x="212349" y="122098"/>
                </a:lnTo>
                <a:lnTo>
                  <a:pt x="216443" y="120069"/>
                </a:lnTo>
                <a:lnTo>
                  <a:pt x="218755" y="118318"/>
                </a:lnTo>
                <a:lnTo>
                  <a:pt x="221472" y="115391"/>
                </a:lnTo>
                <a:lnTo>
                  <a:pt x="222815" y="113191"/>
                </a:lnTo>
                <a:lnTo>
                  <a:pt x="223088" y="111866"/>
                </a:lnTo>
                <a:lnTo>
                  <a:pt x="222962" y="110469"/>
                </a:lnTo>
                <a:lnTo>
                  <a:pt x="222099" y="108691"/>
                </a:lnTo>
                <a:lnTo>
                  <a:pt x="220680" y="108555"/>
                </a:lnTo>
                <a:lnTo>
                  <a:pt x="218154" y="109338"/>
                </a:lnTo>
                <a:close/>
                <a:moveTo>
                  <a:pt x="526185" y="209186"/>
                </a:moveTo>
                <a:lnTo>
                  <a:pt x="525160" y="210105"/>
                </a:lnTo>
                <a:lnTo>
                  <a:pt x="525610" y="212058"/>
                </a:lnTo>
                <a:lnTo>
                  <a:pt x="527401" y="214641"/>
                </a:lnTo>
                <a:lnTo>
                  <a:pt x="528859" y="215064"/>
                </a:lnTo>
                <a:lnTo>
                  <a:pt x="533445" y="215133"/>
                </a:lnTo>
                <a:lnTo>
                  <a:pt x="536044" y="214663"/>
                </a:lnTo>
                <a:lnTo>
                  <a:pt x="538548" y="212524"/>
                </a:lnTo>
                <a:lnTo>
                  <a:pt x="539550" y="210707"/>
                </a:lnTo>
                <a:lnTo>
                  <a:pt x="539215" y="209741"/>
                </a:lnTo>
                <a:lnTo>
                  <a:pt x="537698" y="208952"/>
                </a:lnTo>
                <a:lnTo>
                  <a:pt x="535580" y="209069"/>
                </a:lnTo>
                <a:lnTo>
                  <a:pt x="532333" y="210539"/>
                </a:lnTo>
                <a:lnTo>
                  <a:pt x="528099" y="208975"/>
                </a:lnTo>
                <a:lnTo>
                  <a:pt x="526185" y="209186"/>
                </a:lnTo>
                <a:close/>
                <a:moveTo>
                  <a:pt x="7496" y="216576"/>
                </a:moveTo>
                <a:lnTo>
                  <a:pt x="5086" y="216887"/>
                </a:lnTo>
                <a:lnTo>
                  <a:pt x="3643" y="217809"/>
                </a:lnTo>
                <a:lnTo>
                  <a:pt x="3213" y="218733"/>
                </a:lnTo>
                <a:lnTo>
                  <a:pt x="2792" y="221971"/>
                </a:lnTo>
                <a:lnTo>
                  <a:pt x="3005" y="241679"/>
                </a:lnTo>
                <a:lnTo>
                  <a:pt x="4605" y="242948"/>
                </a:lnTo>
                <a:lnTo>
                  <a:pt x="6395" y="243279"/>
                </a:lnTo>
                <a:lnTo>
                  <a:pt x="8291" y="243095"/>
                </a:lnTo>
                <a:lnTo>
                  <a:pt x="10254" y="242068"/>
                </a:lnTo>
                <a:lnTo>
                  <a:pt x="10254" y="224460"/>
                </a:lnTo>
                <a:lnTo>
                  <a:pt x="11597" y="222799"/>
                </a:lnTo>
                <a:lnTo>
                  <a:pt x="17898" y="222464"/>
                </a:lnTo>
                <a:lnTo>
                  <a:pt x="19540" y="222124"/>
                </a:lnTo>
                <a:lnTo>
                  <a:pt x="20730" y="221130"/>
                </a:lnTo>
                <a:lnTo>
                  <a:pt x="21425" y="219624"/>
                </a:lnTo>
                <a:lnTo>
                  <a:pt x="21070" y="218225"/>
                </a:lnTo>
                <a:lnTo>
                  <a:pt x="19179" y="216882"/>
                </a:lnTo>
                <a:lnTo>
                  <a:pt x="13592" y="216373"/>
                </a:lnTo>
                <a:lnTo>
                  <a:pt x="7496" y="216576"/>
                </a:lnTo>
                <a:close/>
                <a:moveTo>
                  <a:pt x="37938" y="216647"/>
                </a:moveTo>
                <a:lnTo>
                  <a:pt x="36917" y="217410"/>
                </a:lnTo>
                <a:lnTo>
                  <a:pt x="35923" y="218839"/>
                </a:lnTo>
                <a:lnTo>
                  <a:pt x="36064" y="241892"/>
                </a:lnTo>
                <a:lnTo>
                  <a:pt x="37713" y="243153"/>
                </a:lnTo>
                <a:lnTo>
                  <a:pt x="39619" y="243451"/>
                </a:lnTo>
                <a:lnTo>
                  <a:pt x="42959" y="242245"/>
                </a:lnTo>
                <a:lnTo>
                  <a:pt x="43312" y="235598"/>
                </a:lnTo>
                <a:lnTo>
                  <a:pt x="45222" y="234508"/>
                </a:lnTo>
                <a:lnTo>
                  <a:pt x="49472" y="233669"/>
                </a:lnTo>
                <a:lnTo>
                  <a:pt x="52090" y="232791"/>
                </a:lnTo>
                <a:lnTo>
                  <a:pt x="55228" y="230860"/>
                </a:lnTo>
                <a:lnTo>
                  <a:pt x="56506" y="228526"/>
                </a:lnTo>
                <a:lnTo>
                  <a:pt x="56825" y="227125"/>
                </a:lnTo>
                <a:lnTo>
                  <a:pt x="56859" y="224138"/>
                </a:lnTo>
                <a:lnTo>
                  <a:pt x="56133" y="221283"/>
                </a:lnTo>
                <a:lnTo>
                  <a:pt x="55503" y="220046"/>
                </a:lnTo>
                <a:lnTo>
                  <a:pt x="54704" y="219012"/>
                </a:lnTo>
                <a:lnTo>
                  <a:pt x="52768" y="217815"/>
                </a:lnTo>
                <a:lnTo>
                  <a:pt x="49719" y="217074"/>
                </a:lnTo>
                <a:lnTo>
                  <a:pt x="43888" y="216377"/>
                </a:lnTo>
                <a:lnTo>
                  <a:pt x="40322" y="216306"/>
                </a:lnTo>
                <a:lnTo>
                  <a:pt x="37938" y="216647"/>
                </a:lnTo>
                <a:close/>
                <a:moveTo>
                  <a:pt x="48439" y="222975"/>
                </a:moveTo>
                <a:lnTo>
                  <a:pt x="49785" y="223995"/>
                </a:lnTo>
                <a:lnTo>
                  <a:pt x="50086" y="224881"/>
                </a:lnTo>
                <a:lnTo>
                  <a:pt x="49818" y="225945"/>
                </a:lnTo>
                <a:lnTo>
                  <a:pt x="48553" y="227469"/>
                </a:lnTo>
                <a:lnTo>
                  <a:pt x="47720" y="227916"/>
                </a:lnTo>
                <a:lnTo>
                  <a:pt x="45920" y="228195"/>
                </a:lnTo>
                <a:lnTo>
                  <a:pt x="44298" y="227681"/>
                </a:lnTo>
                <a:lnTo>
                  <a:pt x="43688" y="227136"/>
                </a:lnTo>
                <a:lnTo>
                  <a:pt x="43283" y="226403"/>
                </a:lnTo>
                <a:lnTo>
                  <a:pt x="43207" y="224689"/>
                </a:lnTo>
                <a:lnTo>
                  <a:pt x="44178" y="222963"/>
                </a:lnTo>
                <a:lnTo>
                  <a:pt x="46031" y="222344"/>
                </a:lnTo>
                <a:lnTo>
                  <a:pt x="48439" y="222975"/>
                </a:lnTo>
                <a:close/>
                <a:moveTo>
                  <a:pt x="72129" y="216470"/>
                </a:moveTo>
                <a:lnTo>
                  <a:pt x="71016" y="217454"/>
                </a:lnTo>
                <a:lnTo>
                  <a:pt x="70745" y="218441"/>
                </a:lnTo>
                <a:lnTo>
                  <a:pt x="70860" y="219589"/>
                </a:lnTo>
                <a:lnTo>
                  <a:pt x="76556" y="230977"/>
                </a:lnTo>
                <a:lnTo>
                  <a:pt x="78493" y="235739"/>
                </a:lnTo>
                <a:lnTo>
                  <a:pt x="78206" y="236720"/>
                </a:lnTo>
                <a:lnTo>
                  <a:pt x="77416" y="237437"/>
                </a:lnTo>
                <a:lnTo>
                  <a:pt x="74850" y="237951"/>
                </a:lnTo>
                <a:lnTo>
                  <a:pt x="73843" y="238599"/>
                </a:lnTo>
                <a:lnTo>
                  <a:pt x="73295" y="239772"/>
                </a:lnTo>
                <a:lnTo>
                  <a:pt x="73256" y="241662"/>
                </a:lnTo>
                <a:lnTo>
                  <a:pt x="73775" y="242962"/>
                </a:lnTo>
                <a:lnTo>
                  <a:pt x="74789" y="243765"/>
                </a:lnTo>
                <a:lnTo>
                  <a:pt x="76270" y="244060"/>
                </a:lnTo>
                <a:lnTo>
                  <a:pt x="78190" y="243832"/>
                </a:lnTo>
                <a:lnTo>
                  <a:pt x="81488" y="242485"/>
                </a:lnTo>
                <a:lnTo>
                  <a:pt x="83204" y="241023"/>
                </a:lnTo>
                <a:lnTo>
                  <a:pt x="84094" y="239796"/>
                </a:lnTo>
                <a:lnTo>
                  <a:pt x="92380" y="221258"/>
                </a:lnTo>
                <a:lnTo>
                  <a:pt x="92907" y="219477"/>
                </a:lnTo>
                <a:lnTo>
                  <a:pt x="92861" y="217999"/>
                </a:lnTo>
                <a:lnTo>
                  <a:pt x="92268" y="216920"/>
                </a:lnTo>
                <a:lnTo>
                  <a:pt x="91153" y="216335"/>
                </a:lnTo>
                <a:lnTo>
                  <a:pt x="89775" y="216318"/>
                </a:lnTo>
                <a:lnTo>
                  <a:pt x="88580" y="216807"/>
                </a:lnTo>
                <a:lnTo>
                  <a:pt x="87465" y="217813"/>
                </a:lnTo>
                <a:lnTo>
                  <a:pt x="86409" y="219362"/>
                </a:lnTo>
                <a:lnTo>
                  <a:pt x="84009" y="224781"/>
                </a:lnTo>
                <a:lnTo>
                  <a:pt x="83178" y="225673"/>
                </a:lnTo>
                <a:lnTo>
                  <a:pt x="82740" y="225685"/>
                </a:lnTo>
                <a:lnTo>
                  <a:pt x="81137" y="223925"/>
                </a:lnTo>
                <a:lnTo>
                  <a:pt x="77550" y="217807"/>
                </a:lnTo>
                <a:lnTo>
                  <a:pt x="75278" y="216730"/>
                </a:lnTo>
                <a:lnTo>
                  <a:pt x="72129" y="216470"/>
                </a:lnTo>
                <a:close/>
                <a:moveTo>
                  <a:pt x="112542" y="216611"/>
                </a:moveTo>
                <a:lnTo>
                  <a:pt x="109711" y="217044"/>
                </a:lnTo>
                <a:lnTo>
                  <a:pt x="107839" y="218485"/>
                </a:lnTo>
                <a:lnTo>
                  <a:pt x="107876" y="235605"/>
                </a:lnTo>
                <a:lnTo>
                  <a:pt x="108193" y="242068"/>
                </a:lnTo>
                <a:lnTo>
                  <a:pt x="109709" y="243115"/>
                </a:lnTo>
                <a:lnTo>
                  <a:pt x="112078" y="243453"/>
                </a:lnTo>
                <a:lnTo>
                  <a:pt x="114220" y="242986"/>
                </a:lnTo>
                <a:lnTo>
                  <a:pt x="115547" y="241821"/>
                </a:lnTo>
                <a:lnTo>
                  <a:pt x="115476" y="223965"/>
                </a:lnTo>
                <a:lnTo>
                  <a:pt x="116806" y="222978"/>
                </a:lnTo>
                <a:lnTo>
                  <a:pt x="118827" y="222649"/>
                </a:lnTo>
                <a:lnTo>
                  <a:pt x="120886" y="223134"/>
                </a:lnTo>
                <a:lnTo>
                  <a:pt x="121855" y="223836"/>
                </a:lnTo>
                <a:lnTo>
                  <a:pt x="122164" y="224498"/>
                </a:lnTo>
                <a:lnTo>
                  <a:pt x="122194" y="241821"/>
                </a:lnTo>
                <a:lnTo>
                  <a:pt x="123554" y="242809"/>
                </a:lnTo>
                <a:lnTo>
                  <a:pt x="125744" y="243387"/>
                </a:lnTo>
                <a:lnTo>
                  <a:pt x="128014" y="243254"/>
                </a:lnTo>
                <a:lnTo>
                  <a:pt x="129099" y="242776"/>
                </a:lnTo>
                <a:lnTo>
                  <a:pt x="129469" y="242171"/>
                </a:lnTo>
                <a:lnTo>
                  <a:pt x="129663" y="238714"/>
                </a:lnTo>
                <a:lnTo>
                  <a:pt x="129761" y="218132"/>
                </a:lnTo>
                <a:lnTo>
                  <a:pt x="128170" y="216682"/>
                </a:lnTo>
                <a:lnTo>
                  <a:pt x="112542" y="216611"/>
                </a:lnTo>
                <a:close/>
                <a:moveTo>
                  <a:pt x="149808" y="216576"/>
                </a:moveTo>
                <a:lnTo>
                  <a:pt x="148204" y="217242"/>
                </a:lnTo>
                <a:lnTo>
                  <a:pt x="146980" y="218344"/>
                </a:lnTo>
                <a:lnTo>
                  <a:pt x="147015" y="241750"/>
                </a:lnTo>
                <a:lnTo>
                  <a:pt x="148117" y="242814"/>
                </a:lnTo>
                <a:lnTo>
                  <a:pt x="150421" y="243370"/>
                </a:lnTo>
                <a:lnTo>
                  <a:pt x="152931" y="243059"/>
                </a:lnTo>
                <a:lnTo>
                  <a:pt x="154369" y="241962"/>
                </a:lnTo>
                <a:lnTo>
                  <a:pt x="154688" y="223965"/>
                </a:lnTo>
                <a:lnTo>
                  <a:pt x="156177" y="222886"/>
                </a:lnTo>
                <a:lnTo>
                  <a:pt x="158395" y="222547"/>
                </a:lnTo>
                <a:lnTo>
                  <a:pt x="160373" y="223335"/>
                </a:lnTo>
                <a:lnTo>
                  <a:pt x="161229" y="224991"/>
                </a:lnTo>
                <a:lnTo>
                  <a:pt x="161193" y="241679"/>
                </a:lnTo>
                <a:lnTo>
                  <a:pt x="162319" y="242698"/>
                </a:lnTo>
                <a:lnTo>
                  <a:pt x="164310" y="243307"/>
                </a:lnTo>
                <a:lnTo>
                  <a:pt x="166610" y="243248"/>
                </a:lnTo>
                <a:lnTo>
                  <a:pt x="168406" y="242493"/>
                </a:lnTo>
                <a:lnTo>
                  <a:pt x="169007" y="241962"/>
                </a:lnTo>
                <a:lnTo>
                  <a:pt x="168986" y="223909"/>
                </a:lnTo>
                <a:lnTo>
                  <a:pt x="168715" y="218794"/>
                </a:lnTo>
                <a:lnTo>
                  <a:pt x="168228" y="217413"/>
                </a:lnTo>
                <a:lnTo>
                  <a:pt x="167375" y="216927"/>
                </a:lnTo>
                <a:lnTo>
                  <a:pt x="164343" y="216648"/>
                </a:lnTo>
                <a:lnTo>
                  <a:pt x="149808" y="216576"/>
                </a:lnTo>
                <a:close/>
                <a:moveTo>
                  <a:pt x="192979" y="216823"/>
                </a:moveTo>
                <a:lnTo>
                  <a:pt x="191409" y="218459"/>
                </a:lnTo>
                <a:lnTo>
                  <a:pt x="190009" y="221574"/>
                </a:lnTo>
                <a:lnTo>
                  <a:pt x="185782" y="235522"/>
                </a:lnTo>
                <a:lnTo>
                  <a:pt x="184038" y="240073"/>
                </a:lnTo>
                <a:lnTo>
                  <a:pt x="184096" y="242232"/>
                </a:lnTo>
                <a:lnTo>
                  <a:pt x="185471" y="243331"/>
                </a:lnTo>
                <a:lnTo>
                  <a:pt x="188372" y="243066"/>
                </a:lnTo>
                <a:lnTo>
                  <a:pt x="189547" y="242088"/>
                </a:lnTo>
                <a:lnTo>
                  <a:pt x="191108" y="239422"/>
                </a:lnTo>
                <a:lnTo>
                  <a:pt x="192259" y="238197"/>
                </a:lnTo>
                <a:lnTo>
                  <a:pt x="193610" y="237582"/>
                </a:lnTo>
                <a:lnTo>
                  <a:pt x="195307" y="237490"/>
                </a:lnTo>
                <a:lnTo>
                  <a:pt x="196817" y="237802"/>
                </a:lnTo>
                <a:lnTo>
                  <a:pt x="197594" y="238281"/>
                </a:lnTo>
                <a:lnTo>
                  <a:pt x="200828" y="242861"/>
                </a:lnTo>
                <a:lnTo>
                  <a:pt x="202724" y="243431"/>
                </a:lnTo>
                <a:lnTo>
                  <a:pt x="205472" y="242992"/>
                </a:lnTo>
                <a:lnTo>
                  <a:pt x="206875" y="241432"/>
                </a:lnTo>
                <a:lnTo>
                  <a:pt x="206309" y="239028"/>
                </a:lnTo>
                <a:lnTo>
                  <a:pt x="199737" y="218859"/>
                </a:lnTo>
                <a:lnTo>
                  <a:pt x="198471" y="217437"/>
                </a:lnTo>
                <a:lnTo>
                  <a:pt x="196513" y="216552"/>
                </a:lnTo>
                <a:lnTo>
                  <a:pt x="194641" y="216331"/>
                </a:lnTo>
                <a:lnTo>
                  <a:pt x="192979" y="216823"/>
                </a:lnTo>
                <a:close/>
                <a:moveTo>
                  <a:pt x="195808" y="229304"/>
                </a:moveTo>
                <a:lnTo>
                  <a:pt x="196262" y="229921"/>
                </a:lnTo>
                <a:lnTo>
                  <a:pt x="195789" y="230693"/>
                </a:lnTo>
                <a:lnTo>
                  <a:pt x="194332" y="230908"/>
                </a:lnTo>
                <a:lnTo>
                  <a:pt x="193553" y="230519"/>
                </a:lnTo>
                <a:lnTo>
                  <a:pt x="193535" y="229672"/>
                </a:lnTo>
                <a:lnTo>
                  <a:pt x="194111" y="229127"/>
                </a:lnTo>
                <a:lnTo>
                  <a:pt x="194908" y="228990"/>
                </a:lnTo>
                <a:lnTo>
                  <a:pt x="195808" y="229304"/>
                </a:lnTo>
                <a:close/>
                <a:moveTo>
                  <a:pt x="246475" y="216717"/>
                </a:moveTo>
                <a:lnTo>
                  <a:pt x="245328" y="217799"/>
                </a:lnTo>
                <a:lnTo>
                  <a:pt x="244822" y="220518"/>
                </a:lnTo>
                <a:lnTo>
                  <a:pt x="244671" y="241326"/>
                </a:lnTo>
                <a:lnTo>
                  <a:pt x="245886" y="242696"/>
                </a:lnTo>
                <a:lnTo>
                  <a:pt x="246758" y="243156"/>
                </a:lnTo>
                <a:lnTo>
                  <a:pt x="248855" y="243254"/>
                </a:lnTo>
                <a:lnTo>
                  <a:pt x="250358" y="242828"/>
                </a:lnTo>
                <a:lnTo>
                  <a:pt x="251155" y="241718"/>
                </a:lnTo>
                <a:lnTo>
                  <a:pt x="251545" y="237799"/>
                </a:lnTo>
                <a:lnTo>
                  <a:pt x="252023" y="236338"/>
                </a:lnTo>
                <a:lnTo>
                  <a:pt x="252841" y="235382"/>
                </a:lnTo>
                <a:lnTo>
                  <a:pt x="254747" y="234692"/>
                </a:lnTo>
                <a:lnTo>
                  <a:pt x="255570" y="234882"/>
                </a:lnTo>
                <a:lnTo>
                  <a:pt x="256266" y="235505"/>
                </a:lnTo>
                <a:lnTo>
                  <a:pt x="258641" y="240140"/>
                </a:lnTo>
                <a:lnTo>
                  <a:pt x="260927" y="242944"/>
                </a:lnTo>
                <a:lnTo>
                  <a:pt x="263203" y="243493"/>
                </a:lnTo>
                <a:lnTo>
                  <a:pt x="267025" y="242866"/>
                </a:lnTo>
                <a:lnTo>
                  <a:pt x="267517" y="242179"/>
                </a:lnTo>
                <a:lnTo>
                  <a:pt x="266935" y="240141"/>
                </a:lnTo>
                <a:lnTo>
                  <a:pt x="260671" y="228637"/>
                </a:lnTo>
                <a:lnTo>
                  <a:pt x="260330" y="227351"/>
                </a:lnTo>
                <a:lnTo>
                  <a:pt x="260569" y="225923"/>
                </a:lnTo>
                <a:lnTo>
                  <a:pt x="261440" y="224220"/>
                </a:lnTo>
                <a:lnTo>
                  <a:pt x="264879" y="219534"/>
                </a:lnTo>
                <a:lnTo>
                  <a:pt x="265146" y="218289"/>
                </a:lnTo>
                <a:lnTo>
                  <a:pt x="264877" y="217244"/>
                </a:lnTo>
                <a:lnTo>
                  <a:pt x="264100" y="216525"/>
                </a:lnTo>
                <a:lnTo>
                  <a:pt x="262845" y="216258"/>
                </a:lnTo>
                <a:lnTo>
                  <a:pt x="261268" y="216681"/>
                </a:lnTo>
                <a:lnTo>
                  <a:pt x="259396" y="217701"/>
                </a:lnTo>
                <a:lnTo>
                  <a:pt x="257886" y="218938"/>
                </a:lnTo>
                <a:lnTo>
                  <a:pt x="254638" y="223373"/>
                </a:lnTo>
                <a:lnTo>
                  <a:pt x="252627" y="225450"/>
                </a:lnTo>
                <a:lnTo>
                  <a:pt x="251985" y="225096"/>
                </a:lnTo>
                <a:lnTo>
                  <a:pt x="251580" y="223992"/>
                </a:lnTo>
                <a:lnTo>
                  <a:pt x="251309" y="219094"/>
                </a:lnTo>
                <a:lnTo>
                  <a:pt x="250796" y="217723"/>
                </a:lnTo>
                <a:lnTo>
                  <a:pt x="249916" y="216929"/>
                </a:lnTo>
                <a:lnTo>
                  <a:pt x="248623" y="216443"/>
                </a:lnTo>
                <a:lnTo>
                  <a:pt x="246475" y="216717"/>
                </a:lnTo>
                <a:close/>
                <a:moveTo>
                  <a:pt x="290353" y="216788"/>
                </a:moveTo>
                <a:lnTo>
                  <a:pt x="287937" y="217690"/>
                </a:lnTo>
                <a:lnTo>
                  <a:pt x="285927" y="218936"/>
                </a:lnTo>
                <a:lnTo>
                  <a:pt x="283594" y="221537"/>
                </a:lnTo>
                <a:lnTo>
                  <a:pt x="282442" y="223815"/>
                </a:lnTo>
                <a:lnTo>
                  <a:pt x="281459" y="226974"/>
                </a:lnTo>
                <a:lnTo>
                  <a:pt x="281229" y="230909"/>
                </a:lnTo>
                <a:lnTo>
                  <a:pt x="282836" y="237430"/>
                </a:lnTo>
                <a:lnTo>
                  <a:pt x="283777" y="239169"/>
                </a:lnTo>
                <a:lnTo>
                  <a:pt x="285226" y="240831"/>
                </a:lnTo>
                <a:lnTo>
                  <a:pt x="286795" y="242210"/>
                </a:lnTo>
                <a:lnTo>
                  <a:pt x="288594" y="243039"/>
                </a:lnTo>
                <a:lnTo>
                  <a:pt x="292247" y="244010"/>
                </a:lnTo>
                <a:lnTo>
                  <a:pt x="294269" y="244017"/>
                </a:lnTo>
                <a:lnTo>
                  <a:pt x="298238" y="243094"/>
                </a:lnTo>
                <a:lnTo>
                  <a:pt x="299440" y="242528"/>
                </a:lnTo>
                <a:lnTo>
                  <a:pt x="302089" y="240148"/>
                </a:lnTo>
                <a:lnTo>
                  <a:pt x="303829" y="237745"/>
                </a:lnTo>
                <a:lnTo>
                  <a:pt x="305309" y="234820"/>
                </a:lnTo>
                <a:lnTo>
                  <a:pt x="305165" y="226139"/>
                </a:lnTo>
                <a:lnTo>
                  <a:pt x="304101" y="222750"/>
                </a:lnTo>
                <a:lnTo>
                  <a:pt x="301806" y="219639"/>
                </a:lnTo>
                <a:lnTo>
                  <a:pt x="300128" y="218111"/>
                </a:lnTo>
                <a:lnTo>
                  <a:pt x="297460" y="217072"/>
                </a:lnTo>
                <a:lnTo>
                  <a:pt x="294910" y="216528"/>
                </a:lnTo>
                <a:lnTo>
                  <a:pt x="292531" y="216436"/>
                </a:lnTo>
                <a:lnTo>
                  <a:pt x="290353" y="216788"/>
                </a:lnTo>
                <a:close/>
                <a:moveTo>
                  <a:pt x="295692" y="223329"/>
                </a:moveTo>
                <a:lnTo>
                  <a:pt x="296832" y="224747"/>
                </a:lnTo>
                <a:lnTo>
                  <a:pt x="297598" y="226770"/>
                </a:lnTo>
                <a:lnTo>
                  <a:pt x="297974" y="230448"/>
                </a:lnTo>
                <a:lnTo>
                  <a:pt x="297658" y="232999"/>
                </a:lnTo>
                <a:lnTo>
                  <a:pt x="296758" y="235585"/>
                </a:lnTo>
                <a:lnTo>
                  <a:pt x="295762" y="236990"/>
                </a:lnTo>
                <a:lnTo>
                  <a:pt x="294500" y="237698"/>
                </a:lnTo>
                <a:lnTo>
                  <a:pt x="292464" y="237705"/>
                </a:lnTo>
                <a:lnTo>
                  <a:pt x="291206" y="237021"/>
                </a:lnTo>
                <a:lnTo>
                  <a:pt x="290466" y="236180"/>
                </a:lnTo>
                <a:lnTo>
                  <a:pt x="288974" y="233258"/>
                </a:lnTo>
                <a:lnTo>
                  <a:pt x="288538" y="231241"/>
                </a:lnTo>
                <a:lnTo>
                  <a:pt x="288832" y="228146"/>
                </a:lnTo>
                <a:lnTo>
                  <a:pt x="289899" y="225144"/>
                </a:lnTo>
                <a:lnTo>
                  <a:pt x="291414" y="223188"/>
                </a:lnTo>
                <a:lnTo>
                  <a:pt x="293553" y="222648"/>
                </a:lnTo>
                <a:lnTo>
                  <a:pt x="295692" y="223329"/>
                </a:lnTo>
                <a:close/>
                <a:moveTo>
                  <a:pt x="323589" y="216611"/>
                </a:moveTo>
                <a:lnTo>
                  <a:pt x="322536" y="217642"/>
                </a:lnTo>
                <a:lnTo>
                  <a:pt x="322041" y="220654"/>
                </a:lnTo>
                <a:lnTo>
                  <a:pt x="321927" y="242139"/>
                </a:lnTo>
                <a:lnTo>
                  <a:pt x="323493" y="243218"/>
                </a:lnTo>
                <a:lnTo>
                  <a:pt x="324755" y="243447"/>
                </a:lnTo>
                <a:lnTo>
                  <a:pt x="326018" y="243218"/>
                </a:lnTo>
                <a:lnTo>
                  <a:pt x="327584" y="242139"/>
                </a:lnTo>
                <a:lnTo>
                  <a:pt x="328114" y="233554"/>
                </a:lnTo>
                <a:lnTo>
                  <a:pt x="328256" y="232769"/>
                </a:lnTo>
                <a:lnTo>
                  <a:pt x="328897" y="232156"/>
                </a:lnTo>
                <a:lnTo>
                  <a:pt x="329850" y="233447"/>
                </a:lnTo>
                <a:lnTo>
                  <a:pt x="332055" y="240314"/>
                </a:lnTo>
                <a:lnTo>
                  <a:pt x="333139" y="242095"/>
                </a:lnTo>
                <a:lnTo>
                  <a:pt x="334398" y="243052"/>
                </a:lnTo>
                <a:lnTo>
                  <a:pt x="336741" y="243094"/>
                </a:lnTo>
                <a:lnTo>
                  <a:pt x="338160" y="242208"/>
                </a:lnTo>
                <a:lnTo>
                  <a:pt x="338810" y="240846"/>
                </a:lnTo>
                <a:lnTo>
                  <a:pt x="339981" y="236181"/>
                </a:lnTo>
                <a:lnTo>
                  <a:pt x="340885" y="234913"/>
                </a:lnTo>
                <a:lnTo>
                  <a:pt x="341974" y="234360"/>
                </a:lnTo>
                <a:lnTo>
                  <a:pt x="342786" y="234547"/>
                </a:lnTo>
                <a:lnTo>
                  <a:pt x="343079" y="235107"/>
                </a:lnTo>
                <a:lnTo>
                  <a:pt x="342858" y="241397"/>
                </a:lnTo>
                <a:lnTo>
                  <a:pt x="343671" y="242245"/>
                </a:lnTo>
                <a:lnTo>
                  <a:pt x="344913" y="243072"/>
                </a:lnTo>
                <a:lnTo>
                  <a:pt x="346429" y="243403"/>
                </a:lnTo>
                <a:lnTo>
                  <a:pt x="348642" y="243019"/>
                </a:lnTo>
                <a:lnTo>
                  <a:pt x="349697" y="242208"/>
                </a:lnTo>
                <a:lnTo>
                  <a:pt x="350071" y="241324"/>
                </a:lnTo>
                <a:lnTo>
                  <a:pt x="350244" y="239124"/>
                </a:lnTo>
                <a:lnTo>
                  <a:pt x="350389" y="226198"/>
                </a:lnTo>
                <a:lnTo>
                  <a:pt x="350161" y="219467"/>
                </a:lnTo>
                <a:lnTo>
                  <a:pt x="349542" y="217491"/>
                </a:lnTo>
                <a:lnTo>
                  <a:pt x="348289" y="216703"/>
                </a:lnTo>
                <a:lnTo>
                  <a:pt x="344496" y="216328"/>
                </a:lnTo>
                <a:lnTo>
                  <a:pt x="342826" y="216781"/>
                </a:lnTo>
                <a:lnTo>
                  <a:pt x="340950" y="217887"/>
                </a:lnTo>
                <a:lnTo>
                  <a:pt x="339793" y="219799"/>
                </a:lnTo>
                <a:lnTo>
                  <a:pt x="337961" y="226573"/>
                </a:lnTo>
                <a:lnTo>
                  <a:pt x="337173" y="227707"/>
                </a:lnTo>
                <a:lnTo>
                  <a:pt x="335433" y="228703"/>
                </a:lnTo>
                <a:lnTo>
                  <a:pt x="334263" y="227027"/>
                </a:lnTo>
                <a:lnTo>
                  <a:pt x="332074" y="219793"/>
                </a:lnTo>
                <a:lnTo>
                  <a:pt x="330648" y="217552"/>
                </a:lnTo>
                <a:lnTo>
                  <a:pt x="329874" y="216921"/>
                </a:lnTo>
                <a:lnTo>
                  <a:pt x="327932" y="216446"/>
                </a:lnTo>
                <a:lnTo>
                  <a:pt x="325497" y="216314"/>
                </a:lnTo>
                <a:lnTo>
                  <a:pt x="323589" y="216611"/>
                </a:lnTo>
                <a:close/>
                <a:moveTo>
                  <a:pt x="370366" y="216540"/>
                </a:moveTo>
                <a:lnTo>
                  <a:pt x="369005" y="217060"/>
                </a:lnTo>
                <a:lnTo>
                  <a:pt x="367714" y="218132"/>
                </a:lnTo>
                <a:lnTo>
                  <a:pt x="367714" y="241962"/>
                </a:lnTo>
                <a:lnTo>
                  <a:pt x="369317" y="243069"/>
                </a:lnTo>
                <a:lnTo>
                  <a:pt x="370943" y="243332"/>
                </a:lnTo>
                <a:lnTo>
                  <a:pt x="373491" y="242717"/>
                </a:lnTo>
                <a:lnTo>
                  <a:pt x="374221" y="241941"/>
                </a:lnTo>
                <a:lnTo>
                  <a:pt x="374759" y="237461"/>
                </a:lnTo>
                <a:lnTo>
                  <a:pt x="374786" y="224460"/>
                </a:lnTo>
                <a:lnTo>
                  <a:pt x="377071" y="222830"/>
                </a:lnTo>
                <a:lnTo>
                  <a:pt x="379479" y="222643"/>
                </a:lnTo>
                <a:lnTo>
                  <a:pt x="380895" y="222986"/>
                </a:lnTo>
                <a:lnTo>
                  <a:pt x="381369" y="223422"/>
                </a:lnTo>
                <a:lnTo>
                  <a:pt x="381943" y="225112"/>
                </a:lnTo>
                <a:lnTo>
                  <a:pt x="382034" y="241644"/>
                </a:lnTo>
                <a:lnTo>
                  <a:pt x="383163" y="242760"/>
                </a:lnTo>
                <a:lnTo>
                  <a:pt x="384464" y="243243"/>
                </a:lnTo>
                <a:lnTo>
                  <a:pt x="386713" y="243181"/>
                </a:lnTo>
                <a:lnTo>
                  <a:pt x="388029" y="242659"/>
                </a:lnTo>
                <a:lnTo>
                  <a:pt x="388893" y="241785"/>
                </a:lnTo>
                <a:lnTo>
                  <a:pt x="389137" y="239485"/>
                </a:lnTo>
                <a:lnTo>
                  <a:pt x="389282" y="218662"/>
                </a:lnTo>
                <a:lnTo>
                  <a:pt x="387689" y="217165"/>
                </a:lnTo>
                <a:lnTo>
                  <a:pt x="386383" y="216576"/>
                </a:lnTo>
                <a:lnTo>
                  <a:pt x="370366" y="216540"/>
                </a:lnTo>
                <a:close/>
                <a:moveTo>
                  <a:pt x="413325" y="217035"/>
                </a:moveTo>
                <a:lnTo>
                  <a:pt x="411536" y="218787"/>
                </a:lnTo>
                <a:lnTo>
                  <a:pt x="410604" y="220753"/>
                </a:lnTo>
                <a:lnTo>
                  <a:pt x="408880" y="227223"/>
                </a:lnTo>
                <a:lnTo>
                  <a:pt x="404587" y="239570"/>
                </a:lnTo>
                <a:lnTo>
                  <a:pt x="404434" y="241857"/>
                </a:lnTo>
                <a:lnTo>
                  <a:pt x="405767" y="243297"/>
                </a:lnTo>
                <a:lnTo>
                  <a:pt x="408553" y="243291"/>
                </a:lnTo>
                <a:lnTo>
                  <a:pt x="409889" y="242223"/>
                </a:lnTo>
                <a:lnTo>
                  <a:pt x="411372" y="239442"/>
                </a:lnTo>
                <a:lnTo>
                  <a:pt x="412370" y="238307"/>
                </a:lnTo>
                <a:lnTo>
                  <a:pt x="413712" y="237716"/>
                </a:lnTo>
                <a:lnTo>
                  <a:pt x="416210" y="237522"/>
                </a:lnTo>
                <a:lnTo>
                  <a:pt x="417678" y="237936"/>
                </a:lnTo>
                <a:lnTo>
                  <a:pt x="418418" y="238551"/>
                </a:lnTo>
                <a:lnTo>
                  <a:pt x="420242" y="241704"/>
                </a:lnTo>
                <a:lnTo>
                  <a:pt x="421408" y="242762"/>
                </a:lnTo>
                <a:lnTo>
                  <a:pt x="423473" y="243377"/>
                </a:lnTo>
                <a:lnTo>
                  <a:pt x="426040" y="243032"/>
                </a:lnTo>
                <a:lnTo>
                  <a:pt x="426832" y="242239"/>
                </a:lnTo>
                <a:lnTo>
                  <a:pt x="427044" y="241467"/>
                </a:lnTo>
                <a:lnTo>
                  <a:pt x="426580" y="238228"/>
                </a:lnTo>
                <a:lnTo>
                  <a:pt x="421968" y="224568"/>
                </a:lnTo>
                <a:lnTo>
                  <a:pt x="420399" y="218976"/>
                </a:lnTo>
                <a:lnTo>
                  <a:pt x="419619" y="217765"/>
                </a:lnTo>
                <a:lnTo>
                  <a:pt x="417913" y="216721"/>
                </a:lnTo>
                <a:lnTo>
                  <a:pt x="414919" y="216343"/>
                </a:lnTo>
                <a:lnTo>
                  <a:pt x="413325" y="217035"/>
                </a:lnTo>
                <a:close/>
                <a:moveTo>
                  <a:pt x="416295" y="229304"/>
                </a:moveTo>
                <a:lnTo>
                  <a:pt x="416680" y="230259"/>
                </a:lnTo>
                <a:lnTo>
                  <a:pt x="416182" y="231016"/>
                </a:lnTo>
                <a:lnTo>
                  <a:pt x="414642" y="231337"/>
                </a:lnTo>
                <a:lnTo>
                  <a:pt x="413858" y="230850"/>
                </a:lnTo>
                <a:lnTo>
                  <a:pt x="413723" y="229634"/>
                </a:lnTo>
                <a:lnTo>
                  <a:pt x="414294" y="228808"/>
                </a:lnTo>
                <a:lnTo>
                  <a:pt x="415262" y="228670"/>
                </a:lnTo>
                <a:lnTo>
                  <a:pt x="416295" y="229304"/>
                </a:lnTo>
                <a:close/>
                <a:moveTo>
                  <a:pt x="444864" y="216611"/>
                </a:moveTo>
                <a:lnTo>
                  <a:pt x="443734" y="217640"/>
                </a:lnTo>
                <a:lnTo>
                  <a:pt x="443194" y="220562"/>
                </a:lnTo>
                <a:lnTo>
                  <a:pt x="443069" y="236593"/>
                </a:lnTo>
                <a:lnTo>
                  <a:pt x="443205" y="241369"/>
                </a:lnTo>
                <a:lnTo>
                  <a:pt x="443468" y="242132"/>
                </a:lnTo>
                <a:lnTo>
                  <a:pt x="444926" y="243168"/>
                </a:lnTo>
                <a:lnTo>
                  <a:pt x="446950" y="243435"/>
                </a:lnTo>
                <a:lnTo>
                  <a:pt x="448242" y="243108"/>
                </a:lnTo>
                <a:lnTo>
                  <a:pt x="449672" y="242068"/>
                </a:lnTo>
                <a:lnTo>
                  <a:pt x="449905" y="235687"/>
                </a:lnTo>
                <a:lnTo>
                  <a:pt x="450282" y="233697"/>
                </a:lnTo>
                <a:lnTo>
                  <a:pt x="451654" y="232640"/>
                </a:lnTo>
                <a:lnTo>
                  <a:pt x="454034" y="232341"/>
                </a:lnTo>
                <a:lnTo>
                  <a:pt x="456290" y="232834"/>
                </a:lnTo>
                <a:lnTo>
                  <a:pt x="457168" y="233583"/>
                </a:lnTo>
                <a:lnTo>
                  <a:pt x="457521" y="241750"/>
                </a:lnTo>
                <a:lnTo>
                  <a:pt x="458840" y="242981"/>
                </a:lnTo>
                <a:lnTo>
                  <a:pt x="459870" y="243378"/>
                </a:lnTo>
                <a:lnTo>
                  <a:pt x="461664" y="243410"/>
                </a:lnTo>
                <a:lnTo>
                  <a:pt x="463232" y="242778"/>
                </a:lnTo>
                <a:lnTo>
                  <a:pt x="464239" y="241644"/>
                </a:lnTo>
                <a:lnTo>
                  <a:pt x="464239" y="218909"/>
                </a:lnTo>
                <a:lnTo>
                  <a:pt x="463391" y="217555"/>
                </a:lnTo>
                <a:lnTo>
                  <a:pt x="462560" y="216744"/>
                </a:lnTo>
                <a:lnTo>
                  <a:pt x="461694" y="216434"/>
                </a:lnTo>
                <a:lnTo>
                  <a:pt x="460137" y="216416"/>
                </a:lnTo>
                <a:lnTo>
                  <a:pt x="458923" y="216972"/>
                </a:lnTo>
                <a:lnTo>
                  <a:pt x="457809" y="218808"/>
                </a:lnTo>
                <a:lnTo>
                  <a:pt x="457639" y="223788"/>
                </a:lnTo>
                <a:lnTo>
                  <a:pt x="457211" y="225224"/>
                </a:lnTo>
                <a:lnTo>
                  <a:pt x="456286" y="226101"/>
                </a:lnTo>
                <a:lnTo>
                  <a:pt x="453839" y="226493"/>
                </a:lnTo>
                <a:lnTo>
                  <a:pt x="451399" y="226177"/>
                </a:lnTo>
                <a:lnTo>
                  <a:pt x="450247" y="225389"/>
                </a:lnTo>
                <a:lnTo>
                  <a:pt x="449801" y="223626"/>
                </a:lnTo>
                <a:lnTo>
                  <a:pt x="449743" y="218308"/>
                </a:lnTo>
                <a:lnTo>
                  <a:pt x="447335" y="216415"/>
                </a:lnTo>
                <a:lnTo>
                  <a:pt x="446175" y="216291"/>
                </a:lnTo>
                <a:lnTo>
                  <a:pt x="444864" y="216611"/>
                </a:lnTo>
                <a:close/>
                <a:moveTo>
                  <a:pt x="483792" y="216965"/>
                </a:moveTo>
                <a:lnTo>
                  <a:pt x="482503" y="218035"/>
                </a:lnTo>
                <a:lnTo>
                  <a:pt x="482224" y="219027"/>
                </a:lnTo>
                <a:lnTo>
                  <a:pt x="481989" y="241397"/>
                </a:lnTo>
                <a:lnTo>
                  <a:pt x="483087" y="242613"/>
                </a:lnTo>
                <a:lnTo>
                  <a:pt x="484457" y="243239"/>
                </a:lnTo>
                <a:lnTo>
                  <a:pt x="486090" y="243410"/>
                </a:lnTo>
                <a:lnTo>
                  <a:pt x="487540" y="243058"/>
                </a:lnTo>
                <a:lnTo>
                  <a:pt x="489449" y="240826"/>
                </a:lnTo>
                <a:lnTo>
                  <a:pt x="492454" y="235863"/>
                </a:lnTo>
                <a:lnTo>
                  <a:pt x="495849" y="232062"/>
                </a:lnTo>
                <a:lnTo>
                  <a:pt x="496833" y="233364"/>
                </a:lnTo>
                <a:lnTo>
                  <a:pt x="497073" y="234228"/>
                </a:lnTo>
                <a:lnTo>
                  <a:pt x="496945" y="239822"/>
                </a:lnTo>
                <a:lnTo>
                  <a:pt x="497192" y="241892"/>
                </a:lnTo>
                <a:lnTo>
                  <a:pt x="497971" y="242775"/>
                </a:lnTo>
                <a:lnTo>
                  <a:pt x="499170" y="243288"/>
                </a:lnTo>
                <a:lnTo>
                  <a:pt x="501232" y="243315"/>
                </a:lnTo>
                <a:lnTo>
                  <a:pt x="502429" y="242807"/>
                </a:lnTo>
                <a:lnTo>
                  <a:pt x="503486" y="241644"/>
                </a:lnTo>
                <a:lnTo>
                  <a:pt x="503486" y="218308"/>
                </a:lnTo>
                <a:lnTo>
                  <a:pt x="501085" y="216368"/>
                </a:lnTo>
                <a:lnTo>
                  <a:pt x="499647" y="216289"/>
                </a:lnTo>
                <a:lnTo>
                  <a:pt x="498168" y="217031"/>
                </a:lnTo>
                <a:lnTo>
                  <a:pt x="495922" y="219654"/>
                </a:lnTo>
                <a:lnTo>
                  <a:pt x="491550" y="226538"/>
                </a:lnTo>
                <a:lnTo>
                  <a:pt x="490241" y="227784"/>
                </a:lnTo>
                <a:lnTo>
                  <a:pt x="489720" y="227556"/>
                </a:lnTo>
                <a:lnTo>
                  <a:pt x="489178" y="226171"/>
                </a:lnTo>
                <a:lnTo>
                  <a:pt x="488866" y="219600"/>
                </a:lnTo>
                <a:lnTo>
                  <a:pt x="488275" y="217424"/>
                </a:lnTo>
                <a:lnTo>
                  <a:pt x="487363" y="216647"/>
                </a:lnTo>
                <a:lnTo>
                  <a:pt x="486271" y="216312"/>
                </a:lnTo>
                <a:lnTo>
                  <a:pt x="485232" y="216339"/>
                </a:lnTo>
                <a:lnTo>
                  <a:pt x="483792" y="216965"/>
                </a:lnTo>
                <a:close/>
                <a:moveTo>
                  <a:pt x="522190" y="217637"/>
                </a:moveTo>
                <a:lnTo>
                  <a:pt x="521164" y="218697"/>
                </a:lnTo>
                <a:lnTo>
                  <a:pt x="521341" y="238108"/>
                </a:lnTo>
                <a:lnTo>
                  <a:pt x="521536" y="241572"/>
                </a:lnTo>
                <a:lnTo>
                  <a:pt x="521945" y="242298"/>
                </a:lnTo>
                <a:lnTo>
                  <a:pt x="523093" y="242986"/>
                </a:lnTo>
                <a:lnTo>
                  <a:pt x="524572" y="243301"/>
                </a:lnTo>
                <a:lnTo>
                  <a:pt x="526080" y="243222"/>
                </a:lnTo>
                <a:lnTo>
                  <a:pt x="527317" y="242727"/>
                </a:lnTo>
                <a:lnTo>
                  <a:pt x="532081" y="234755"/>
                </a:lnTo>
                <a:lnTo>
                  <a:pt x="533420" y="233640"/>
                </a:lnTo>
                <a:lnTo>
                  <a:pt x="534979" y="232949"/>
                </a:lnTo>
                <a:lnTo>
                  <a:pt x="535507" y="233098"/>
                </a:lnTo>
                <a:lnTo>
                  <a:pt x="535771" y="233843"/>
                </a:lnTo>
                <a:lnTo>
                  <a:pt x="536474" y="242316"/>
                </a:lnTo>
                <a:lnTo>
                  <a:pt x="537799" y="243131"/>
                </a:lnTo>
                <a:lnTo>
                  <a:pt x="539822" y="243380"/>
                </a:lnTo>
                <a:lnTo>
                  <a:pt x="541710" y="243010"/>
                </a:lnTo>
                <a:lnTo>
                  <a:pt x="543086" y="242033"/>
                </a:lnTo>
                <a:lnTo>
                  <a:pt x="542984" y="221421"/>
                </a:lnTo>
                <a:lnTo>
                  <a:pt x="542307" y="217523"/>
                </a:lnTo>
                <a:lnTo>
                  <a:pt x="541262" y="216729"/>
                </a:lnTo>
                <a:lnTo>
                  <a:pt x="539550" y="216611"/>
                </a:lnTo>
                <a:lnTo>
                  <a:pt x="538490" y="216789"/>
                </a:lnTo>
                <a:lnTo>
                  <a:pt x="536942" y="217681"/>
                </a:lnTo>
                <a:lnTo>
                  <a:pt x="535529" y="219241"/>
                </a:lnTo>
                <a:lnTo>
                  <a:pt x="530887" y="226759"/>
                </a:lnTo>
                <a:lnTo>
                  <a:pt x="529659" y="227545"/>
                </a:lnTo>
                <a:lnTo>
                  <a:pt x="528950" y="227333"/>
                </a:lnTo>
                <a:lnTo>
                  <a:pt x="528485" y="226476"/>
                </a:lnTo>
                <a:lnTo>
                  <a:pt x="528236" y="218344"/>
                </a:lnTo>
                <a:lnTo>
                  <a:pt x="526928" y="217144"/>
                </a:lnTo>
                <a:lnTo>
                  <a:pt x="525377" y="216583"/>
                </a:lnTo>
                <a:lnTo>
                  <a:pt x="523681" y="216751"/>
                </a:lnTo>
                <a:lnTo>
                  <a:pt x="522190" y="217637"/>
                </a:lnTo>
                <a:close/>
                <a:moveTo>
                  <a:pt x="698162" y="218768"/>
                </a:moveTo>
                <a:lnTo>
                  <a:pt x="697915" y="220182"/>
                </a:lnTo>
                <a:lnTo>
                  <a:pt x="699975" y="224755"/>
                </a:lnTo>
                <a:lnTo>
                  <a:pt x="699533" y="225682"/>
                </a:lnTo>
                <a:lnTo>
                  <a:pt x="697052" y="226306"/>
                </a:lnTo>
                <a:lnTo>
                  <a:pt x="690632" y="225774"/>
                </a:lnTo>
                <a:lnTo>
                  <a:pt x="686894" y="226257"/>
                </a:lnTo>
                <a:lnTo>
                  <a:pt x="684656" y="227481"/>
                </a:lnTo>
                <a:lnTo>
                  <a:pt x="684329" y="229114"/>
                </a:lnTo>
                <a:lnTo>
                  <a:pt x="685092" y="230768"/>
                </a:lnTo>
                <a:lnTo>
                  <a:pt x="686786" y="231822"/>
                </a:lnTo>
                <a:lnTo>
                  <a:pt x="690711" y="232982"/>
                </a:lnTo>
                <a:lnTo>
                  <a:pt x="695342" y="233500"/>
                </a:lnTo>
                <a:lnTo>
                  <a:pt x="696580" y="233967"/>
                </a:lnTo>
                <a:lnTo>
                  <a:pt x="697921" y="235142"/>
                </a:lnTo>
                <a:lnTo>
                  <a:pt x="700507" y="240722"/>
                </a:lnTo>
                <a:lnTo>
                  <a:pt x="704046" y="250682"/>
                </a:lnTo>
                <a:lnTo>
                  <a:pt x="709034" y="257911"/>
                </a:lnTo>
                <a:lnTo>
                  <a:pt x="712324" y="265640"/>
                </a:lnTo>
                <a:lnTo>
                  <a:pt x="713043" y="270036"/>
                </a:lnTo>
                <a:lnTo>
                  <a:pt x="713294" y="284805"/>
                </a:lnTo>
                <a:lnTo>
                  <a:pt x="714320" y="289907"/>
                </a:lnTo>
                <a:lnTo>
                  <a:pt x="713131" y="297420"/>
                </a:lnTo>
                <a:lnTo>
                  <a:pt x="711648" y="313892"/>
                </a:lnTo>
                <a:lnTo>
                  <a:pt x="710919" y="317257"/>
                </a:lnTo>
                <a:lnTo>
                  <a:pt x="709271" y="321250"/>
                </a:lnTo>
                <a:lnTo>
                  <a:pt x="708191" y="322906"/>
                </a:lnTo>
                <a:lnTo>
                  <a:pt x="706710" y="324168"/>
                </a:lnTo>
                <a:lnTo>
                  <a:pt x="704846" y="325022"/>
                </a:lnTo>
                <a:lnTo>
                  <a:pt x="702621" y="325456"/>
                </a:lnTo>
                <a:lnTo>
                  <a:pt x="699435" y="325511"/>
                </a:lnTo>
                <a:lnTo>
                  <a:pt x="695921" y="321081"/>
                </a:lnTo>
                <a:lnTo>
                  <a:pt x="695952" y="320242"/>
                </a:lnTo>
                <a:lnTo>
                  <a:pt x="696562" y="319593"/>
                </a:lnTo>
                <a:lnTo>
                  <a:pt x="700793" y="318805"/>
                </a:lnTo>
                <a:lnTo>
                  <a:pt x="702074" y="318173"/>
                </a:lnTo>
                <a:lnTo>
                  <a:pt x="702759" y="317308"/>
                </a:lnTo>
                <a:lnTo>
                  <a:pt x="702865" y="300938"/>
                </a:lnTo>
                <a:lnTo>
                  <a:pt x="700995" y="296065"/>
                </a:lnTo>
                <a:lnTo>
                  <a:pt x="699962" y="289260"/>
                </a:lnTo>
                <a:lnTo>
                  <a:pt x="699069" y="286505"/>
                </a:lnTo>
                <a:lnTo>
                  <a:pt x="696747" y="282889"/>
                </a:lnTo>
                <a:lnTo>
                  <a:pt x="692116" y="278843"/>
                </a:lnTo>
                <a:lnTo>
                  <a:pt x="689963" y="277890"/>
                </a:lnTo>
                <a:lnTo>
                  <a:pt x="688330" y="278393"/>
                </a:lnTo>
                <a:lnTo>
                  <a:pt x="680711" y="289669"/>
                </a:lnTo>
                <a:lnTo>
                  <a:pt x="679009" y="291203"/>
                </a:lnTo>
                <a:lnTo>
                  <a:pt x="677300" y="291347"/>
                </a:lnTo>
                <a:lnTo>
                  <a:pt x="674502" y="289327"/>
                </a:lnTo>
                <a:lnTo>
                  <a:pt x="673098" y="288691"/>
                </a:lnTo>
                <a:lnTo>
                  <a:pt x="671857" y="288752"/>
                </a:lnTo>
                <a:lnTo>
                  <a:pt x="670619" y="289730"/>
                </a:lnTo>
                <a:lnTo>
                  <a:pt x="673483" y="298909"/>
                </a:lnTo>
                <a:lnTo>
                  <a:pt x="674552" y="299703"/>
                </a:lnTo>
                <a:lnTo>
                  <a:pt x="677269" y="300216"/>
                </a:lnTo>
                <a:lnTo>
                  <a:pt x="679730" y="299866"/>
                </a:lnTo>
                <a:lnTo>
                  <a:pt x="681707" y="298703"/>
                </a:lnTo>
                <a:lnTo>
                  <a:pt x="685195" y="295413"/>
                </a:lnTo>
                <a:lnTo>
                  <a:pt x="690773" y="289372"/>
                </a:lnTo>
                <a:lnTo>
                  <a:pt x="691541" y="289350"/>
                </a:lnTo>
                <a:lnTo>
                  <a:pt x="692266" y="290201"/>
                </a:lnTo>
                <a:lnTo>
                  <a:pt x="692603" y="291863"/>
                </a:lnTo>
                <a:lnTo>
                  <a:pt x="692646" y="296624"/>
                </a:lnTo>
                <a:lnTo>
                  <a:pt x="695298" y="301292"/>
                </a:lnTo>
                <a:lnTo>
                  <a:pt x="695546" y="309565"/>
                </a:lnTo>
                <a:lnTo>
                  <a:pt x="693828" y="311078"/>
                </a:lnTo>
                <a:lnTo>
                  <a:pt x="690375" y="311680"/>
                </a:lnTo>
                <a:lnTo>
                  <a:pt x="688884" y="312751"/>
                </a:lnTo>
                <a:lnTo>
                  <a:pt x="686441" y="317030"/>
                </a:lnTo>
                <a:lnTo>
                  <a:pt x="685643" y="319009"/>
                </a:lnTo>
                <a:lnTo>
                  <a:pt x="685460" y="320433"/>
                </a:lnTo>
                <a:lnTo>
                  <a:pt x="686423" y="322325"/>
                </a:lnTo>
                <a:lnTo>
                  <a:pt x="691464" y="328159"/>
                </a:lnTo>
                <a:lnTo>
                  <a:pt x="692886" y="331479"/>
                </a:lnTo>
                <a:lnTo>
                  <a:pt x="692555" y="333444"/>
                </a:lnTo>
                <a:lnTo>
                  <a:pt x="689056" y="337857"/>
                </a:lnTo>
                <a:lnTo>
                  <a:pt x="689022" y="339398"/>
                </a:lnTo>
                <a:lnTo>
                  <a:pt x="690830" y="341284"/>
                </a:lnTo>
                <a:lnTo>
                  <a:pt x="692460" y="341954"/>
                </a:lnTo>
                <a:lnTo>
                  <a:pt x="695285" y="342424"/>
                </a:lnTo>
                <a:lnTo>
                  <a:pt x="697653" y="342134"/>
                </a:lnTo>
                <a:lnTo>
                  <a:pt x="698570" y="341478"/>
                </a:lnTo>
                <a:lnTo>
                  <a:pt x="700519" y="338827"/>
                </a:lnTo>
                <a:lnTo>
                  <a:pt x="702076" y="335059"/>
                </a:lnTo>
                <a:lnTo>
                  <a:pt x="703828" y="333369"/>
                </a:lnTo>
                <a:lnTo>
                  <a:pt x="706630" y="332195"/>
                </a:lnTo>
                <a:lnTo>
                  <a:pt x="711607" y="330985"/>
                </a:lnTo>
                <a:lnTo>
                  <a:pt x="714518" y="326992"/>
                </a:lnTo>
                <a:lnTo>
                  <a:pt x="717785" y="321657"/>
                </a:lnTo>
                <a:lnTo>
                  <a:pt x="720000" y="306264"/>
                </a:lnTo>
                <a:lnTo>
                  <a:pt x="720889" y="294891"/>
                </a:lnTo>
                <a:lnTo>
                  <a:pt x="720755" y="265227"/>
                </a:lnTo>
                <a:lnTo>
                  <a:pt x="717029" y="256888"/>
                </a:lnTo>
                <a:lnTo>
                  <a:pt x="714951" y="253528"/>
                </a:lnTo>
                <a:lnTo>
                  <a:pt x="712893" y="250974"/>
                </a:lnTo>
                <a:lnTo>
                  <a:pt x="710003" y="245876"/>
                </a:lnTo>
                <a:lnTo>
                  <a:pt x="709662" y="244477"/>
                </a:lnTo>
                <a:lnTo>
                  <a:pt x="710010" y="242491"/>
                </a:lnTo>
                <a:lnTo>
                  <a:pt x="710729" y="242172"/>
                </a:lnTo>
                <a:lnTo>
                  <a:pt x="712594" y="243567"/>
                </a:lnTo>
                <a:lnTo>
                  <a:pt x="719159" y="252216"/>
                </a:lnTo>
                <a:lnTo>
                  <a:pt x="722428" y="257074"/>
                </a:lnTo>
                <a:lnTo>
                  <a:pt x="724709" y="259621"/>
                </a:lnTo>
                <a:lnTo>
                  <a:pt x="726698" y="261309"/>
                </a:lnTo>
                <a:lnTo>
                  <a:pt x="728394" y="264044"/>
                </a:lnTo>
                <a:lnTo>
                  <a:pt x="729996" y="267737"/>
                </a:lnTo>
                <a:lnTo>
                  <a:pt x="731787" y="270873"/>
                </a:lnTo>
                <a:lnTo>
                  <a:pt x="734023" y="273713"/>
                </a:lnTo>
                <a:lnTo>
                  <a:pt x="736455" y="275976"/>
                </a:lnTo>
                <a:lnTo>
                  <a:pt x="738831" y="277381"/>
                </a:lnTo>
                <a:lnTo>
                  <a:pt x="739919" y="277673"/>
                </a:lnTo>
                <a:lnTo>
                  <a:pt x="741813" y="277412"/>
                </a:lnTo>
                <a:lnTo>
                  <a:pt x="742852" y="275909"/>
                </a:lnTo>
                <a:lnTo>
                  <a:pt x="743313" y="272758"/>
                </a:lnTo>
                <a:lnTo>
                  <a:pt x="745364" y="271967"/>
                </a:lnTo>
                <a:lnTo>
                  <a:pt x="747864" y="271533"/>
                </a:lnTo>
                <a:lnTo>
                  <a:pt x="748550" y="270438"/>
                </a:lnTo>
                <a:lnTo>
                  <a:pt x="747910" y="268723"/>
                </a:lnTo>
                <a:lnTo>
                  <a:pt x="745632" y="266430"/>
                </a:lnTo>
                <a:lnTo>
                  <a:pt x="736326" y="261834"/>
                </a:lnTo>
                <a:lnTo>
                  <a:pt x="734468" y="260381"/>
                </a:lnTo>
                <a:lnTo>
                  <a:pt x="733073" y="258461"/>
                </a:lnTo>
                <a:lnTo>
                  <a:pt x="731893" y="254479"/>
                </a:lnTo>
                <a:lnTo>
                  <a:pt x="731441" y="251166"/>
                </a:lnTo>
                <a:lnTo>
                  <a:pt x="732018" y="249833"/>
                </a:lnTo>
                <a:lnTo>
                  <a:pt x="735234" y="247447"/>
                </a:lnTo>
                <a:lnTo>
                  <a:pt x="735287" y="245392"/>
                </a:lnTo>
                <a:lnTo>
                  <a:pt x="734584" y="244035"/>
                </a:lnTo>
                <a:lnTo>
                  <a:pt x="715187" y="230423"/>
                </a:lnTo>
                <a:lnTo>
                  <a:pt x="713457" y="228635"/>
                </a:lnTo>
                <a:lnTo>
                  <a:pt x="710067" y="224173"/>
                </a:lnTo>
                <a:lnTo>
                  <a:pt x="704703" y="219051"/>
                </a:lnTo>
                <a:lnTo>
                  <a:pt x="703303" y="218390"/>
                </a:lnTo>
                <a:lnTo>
                  <a:pt x="700969" y="217955"/>
                </a:lnTo>
                <a:lnTo>
                  <a:pt x="698968" y="218207"/>
                </a:lnTo>
                <a:lnTo>
                  <a:pt x="698162" y="218768"/>
                </a:lnTo>
                <a:close/>
                <a:moveTo>
                  <a:pt x="475377" y="255150"/>
                </a:moveTo>
                <a:lnTo>
                  <a:pt x="471382" y="255759"/>
                </a:lnTo>
                <a:lnTo>
                  <a:pt x="467625" y="256764"/>
                </a:lnTo>
                <a:lnTo>
                  <a:pt x="464130" y="258146"/>
                </a:lnTo>
                <a:lnTo>
                  <a:pt x="460923" y="259882"/>
                </a:lnTo>
                <a:lnTo>
                  <a:pt x="458030" y="261952"/>
                </a:lnTo>
                <a:lnTo>
                  <a:pt x="455474" y="264335"/>
                </a:lnTo>
                <a:lnTo>
                  <a:pt x="453283" y="267010"/>
                </a:lnTo>
                <a:lnTo>
                  <a:pt x="451480" y="269956"/>
                </a:lnTo>
                <a:lnTo>
                  <a:pt x="450091" y="273152"/>
                </a:lnTo>
                <a:lnTo>
                  <a:pt x="449142" y="276577"/>
                </a:lnTo>
                <a:lnTo>
                  <a:pt x="448505" y="279724"/>
                </a:lnTo>
                <a:lnTo>
                  <a:pt x="448505" y="330992"/>
                </a:lnTo>
                <a:lnTo>
                  <a:pt x="449766" y="337082"/>
                </a:lnTo>
                <a:lnTo>
                  <a:pt x="451786" y="341964"/>
                </a:lnTo>
                <a:lnTo>
                  <a:pt x="453149" y="344217"/>
                </a:lnTo>
                <a:lnTo>
                  <a:pt x="456507" y="348251"/>
                </a:lnTo>
                <a:lnTo>
                  <a:pt x="460599" y="351531"/>
                </a:lnTo>
                <a:lnTo>
                  <a:pt x="465300" y="353903"/>
                </a:lnTo>
                <a:lnTo>
                  <a:pt x="471001" y="355679"/>
                </a:lnTo>
                <a:lnTo>
                  <a:pt x="482364" y="356132"/>
                </a:lnTo>
                <a:lnTo>
                  <a:pt x="516528" y="356069"/>
                </a:lnTo>
                <a:lnTo>
                  <a:pt x="521285" y="355465"/>
                </a:lnTo>
                <a:lnTo>
                  <a:pt x="528065" y="352915"/>
                </a:lnTo>
                <a:lnTo>
                  <a:pt x="532669" y="349819"/>
                </a:lnTo>
                <a:lnTo>
                  <a:pt x="536509" y="346180"/>
                </a:lnTo>
                <a:lnTo>
                  <a:pt x="539791" y="341036"/>
                </a:lnTo>
                <a:lnTo>
                  <a:pt x="542240" y="333638"/>
                </a:lnTo>
                <a:lnTo>
                  <a:pt x="542719" y="327001"/>
                </a:lnTo>
                <a:lnTo>
                  <a:pt x="542826" y="319159"/>
                </a:lnTo>
                <a:lnTo>
                  <a:pt x="542555" y="277249"/>
                </a:lnTo>
                <a:lnTo>
                  <a:pt x="539354" y="269523"/>
                </a:lnTo>
                <a:lnTo>
                  <a:pt x="537442" y="266602"/>
                </a:lnTo>
                <a:lnTo>
                  <a:pt x="535024" y="263671"/>
                </a:lnTo>
                <a:lnTo>
                  <a:pt x="530747" y="260114"/>
                </a:lnTo>
                <a:lnTo>
                  <a:pt x="526055" y="257648"/>
                </a:lnTo>
                <a:lnTo>
                  <a:pt x="517452" y="255009"/>
                </a:lnTo>
                <a:lnTo>
                  <a:pt x="475377" y="255150"/>
                </a:lnTo>
                <a:close/>
                <a:moveTo>
                  <a:pt x="514482" y="277249"/>
                </a:moveTo>
                <a:lnTo>
                  <a:pt x="516508" y="278415"/>
                </a:lnTo>
                <a:lnTo>
                  <a:pt x="519022" y="280960"/>
                </a:lnTo>
                <a:lnTo>
                  <a:pt x="520068" y="282906"/>
                </a:lnTo>
                <a:lnTo>
                  <a:pt x="520220" y="284636"/>
                </a:lnTo>
                <a:lnTo>
                  <a:pt x="520463" y="299287"/>
                </a:lnTo>
                <a:lnTo>
                  <a:pt x="520308" y="323177"/>
                </a:lnTo>
                <a:lnTo>
                  <a:pt x="520033" y="328446"/>
                </a:lnTo>
                <a:lnTo>
                  <a:pt x="518756" y="330691"/>
                </a:lnTo>
                <a:lnTo>
                  <a:pt x="516250" y="333502"/>
                </a:lnTo>
                <a:lnTo>
                  <a:pt x="509956" y="335447"/>
                </a:lnTo>
                <a:lnTo>
                  <a:pt x="479620" y="335234"/>
                </a:lnTo>
                <a:lnTo>
                  <a:pt x="474316" y="333047"/>
                </a:lnTo>
                <a:lnTo>
                  <a:pt x="472326" y="330879"/>
                </a:lnTo>
                <a:lnTo>
                  <a:pt x="470144" y="326749"/>
                </a:lnTo>
                <a:lnTo>
                  <a:pt x="470215" y="284921"/>
                </a:lnTo>
                <a:lnTo>
                  <a:pt x="472639" y="280161"/>
                </a:lnTo>
                <a:lnTo>
                  <a:pt x="475241" y="277804"/>
                </a:lnTo>
                <a:lnTo>
                  <a:pt x="476579" y="277213"/>
                </a:lnTo>
                <a:lnTo>
                  <a:pt x="478080" y="277015"/>
                </a:lnTo>
                <a:lnTo>
                  <a:pt x="500799" y="276717"/>
                </a:lnTo>
                <a:lnTo>
                  <a:pt x="514482" y="277249"/>
                </a:lnTo>
                <a:close/>
                <a:moveTo>
                  <a:pt x="21462" y="257272"/>
                </a:moveTo>
                <a:lnTo>
                  <a:pt x="1344" y="257449"/>
                </a:lnTo>
                <a:lnTo>
                  <a:pt x="0" y="259110"/>
                </a:lnTo>
                <a:lnTo>
                  <a:pt x="0" y="276294"/>
                </a:lnTo>
                <a:lnTo>
                  <a:pt x="1344" y="277956"/>
                </a:lnTo>
                <a:lnTo>
                  <a:pt x="51303" y="278133"/>
                </a:lnTo>
                <a:lnTo>
                  <a:pt x="54706" y="279580"/>
                </a:lnTo>
                <a:lnTo>
                  <a:pt x="56136" y="280525"/>
                </a:lnTo>
                <a:lnTo>
                  <a:pt x="58693" y="283896"/>
                </a:lnTo>
                <a:lnTo>
                  <a:pt x="58604" y="291608"/>
                </a:lnTo>
                <a:lnTo>
                  <a:pt x="58162" y="293503"/>
                </a:lnTo>
                <a:lnTo>
                  <a:pt x="56466" y="294107"/>
                </a:lnTo>
                <a:lnTo>
                  <a:pt x="53728" y="294300"/>
                </a:lnTo>
                <a:lnTo>
                  <a:pt x="25917" y="294680"/>
                </a:lnTo>
                <a:lnTo>
                  <a:pt x="25244" y="295678"/>
                </a:lnTo>
                <a:lnTo>
                  <a:pt x="24886" y="298083"/>
                </a:lnTo>
                <a:lnTo>
                  <a:pt x="24842" y="310589"/>
                </a:lnTo>
                <a:lnTo>
                  <a:pt x="25360" y="314545"/>
                </a:lnTo>
                <a:lnTo>
                  <a:pt x="25850" y="315382"/>
                </a:lnTo>
                <a:lnTo>
                  <a:pt x="26453" y="315673"/>
                </a:lnTo>
                <a:lnTo>
                  <a:pt x="57208" y="315965"/>
                </a:lnTo>
                <a:lnTo>
                  <a:pt x="58870" y="317308"/>
                </a:lnTo>
                <a:lnTo>
                  <a:pt x="58337" y="327807"/>
                </a:lnTo>
                <a:lnTo>
                  <a:pt x="57583" y="329210"/>
                </a:lnTo>
                <a:lnTo>
                  <a:pt x="55795" y="330931"/>
                </a:lnTo>
                <a:lnTo>
                  <a:pt x="51798" y="333113"/>
                </a:lnTo>
                <a:lnTo>
                  <a:pt x="1485" y="333467"/>
                </a:lnTo>
                <a:lnTo>
                  <a:pt x="0" y="334810"/>
                </a:lnTo>
                <a:lnTo>
                  <a:pt x="0" y="352665"/>
                </a:lnTo>
                <a:lnTo>
                  <a:pt x="1344" y="354327"/>
                </a:lnTo>
                <a:lnTo>
                  <a:pt x="50083" y="354354"/>
                </a:lnTo>
                <a:lnTo>
                  <a:pt x="56928" y="353914"/>
                </a:lnTo>
                <a:lnTo>
                  <a:pt x="62123" y="353207"/>
                </a:lnTo>
                <a:lnTo>
                  <a:pt x="65588" y="352202"/>
                </a:lnTo>
                <a:lnTo>
                  <a:pt x="70326" y="350195"/>
                </a:lnTo>
                <a:lnTo>
                  <a:pt x="74615" y="346555"/>
                </a:lnTo>
                <a:lnTo>
                  <a:pt x="77397" y="342496"/>
                </a:lnTo>
                <a:lnTo>
                  <a:pt x="78862" y="339054"/>
                </a:lnTo>
                <a:lnTo>
                  <a:pt x="80557" y="333497"/>
                </a:lnTo>
                <a:lnTo>
                  <a:pt x="80988" y="330324"/>
                </a:lnTo>
                <a:lnTo>
                  <a:pt x="81516" y="313570"/>
                </a:lnTo>
                <a:lnTo>
                  <a:pt x="81136" y="284020"/>
                </a:lnTo>
                <a:lnTo>
                  <a:pt x="80507" y="277368"/>
                </a:lnTo>
                <a:lnTo>
                  <a:pt x="77936" y="269335"/>
                </a:lnTo>
                <a:lnTo>
                  <a:pt x="76064" y="266205"/>
                </a:lnTo>
                <a:lnTo>
                  <a:pt x="74882" y="264812"/>
                </a:lnTo>
                <a:lnTo>
                  <a:pt x="72017" y="262361"/>
                </a:lnTo>
                <a:lnTo>
                  <a:pt x="68470" y="260347"/>
                </a:lnTo>
                <a:lnTo>
                  <a:pt x="62767" y="258314"/>
                </a:lnTo>
                <a:lnTo>
                  <a:pt x="58161" y="257585"/>
                </a:lnTo>
                <a:lnTo>
                  <a:pt x="50892" y="257226"/>
                </a:lnTo>
                <a:lnTo>
                  <a:pt x="21462" y="257272"/>
                </a:lnTo>
                <a:close/>
                <a:moveTo>
                  <a:pt x="161335" y="257201"/>
                </a:moveTo>
                <a:lnTo>
                  <a:pt x="159122" y="257570"/>
                </a:lnTo>
                <a:lnTo>
                  <a:pt x="158683" y="257873"/>
                </a:lnTo>
                <a:lnTo>
                  <a:pt x="158494" y="258578"/>
                </a:lnTo>
                <a:lnTo>
                  <a:pt x="157870" y="291851"/>
                </a:lnTo>
                <a:lnTo>
                  <a:pt x="156526" y="293336"/>
                </a:lnTo>
                <a:lnTo>
                  <a:pt x="124966" y="293300"/>
                </a:lnTo>
                <a:lnTo>
                  <a:pt x="113850" y="292983"/>
                </a:lnTo>
                <a:lnTo>
                  <a:pt x="112983" y="291697"/>
                </a:lnTo>
                <a:lnTo>
                  <a:pt x="112567" y="287626"/>
                </a:lnTo>
                <a:lnTo>
                  <a:pt x="112436" y="258368"/>
                </a:lnTo>
                <a:lnTo>
                  <a:pt x="111096" y="257589"/>
                </a:lnTo>
                <a:lnTo>
                  <a:pt x="109240" y="257369"/>
                </a:lnTo>
                <a:lnTo>
                  <a:pt x="91575" y="257272"/>
                </a:lnTo>
                <a:lnTo>
                  <a:pt x="90161" y="258686"/>
                </a:lnTo>
                <a:lnTo>
                  <a:pt x="90161" y="352736"/>
                </a:lnTo>
                <a:lnTo>
                  <a:pt x="91160" y="353681"/>
                </a:lnTo>
                <a:lnTo>
                  <a:pt x="92829" y="354237"/>
                </a:lnTo>
                <a:lnTo>
                  <a:pt x="94906" y="354419"/>
                </a:lnTo>
                <a:lnTo>
                  <a:pt x="110986" y="354327"/>
                </a:lnTo>
                <a:lnTo>
                  <a:pt x="112506" y="352807"/>
                </a:lnTo>
                <a:lnTo>
                  <a:pt x="112490" y="323234"/>
                </a:lnTo>
                <a:lnTo>
                  <a:pt x="112962" y="316259"/>
                </a:lnTo>
                <a:lnTo>
                  <a:pt x="113492" y="315166"/>
                </a:lnTo>
                <a:lnTo>
                  <a:pt x="114193" y="314843"/>
                </a:lnTo>
                <a:lnTo>
                  <a:pt x="122159" y="314614"/>
                </a:lnTo>
                <a:lnTo>
                  <a:pt x="156597" y="314550"/>
                </a:lnTo>
                <a:lnTo>
                  <a:pt x="158046" y="316424"/>
                </a:lnTo>
                <a:lnTo>
                  <a:pt x="158046" y="352772"/>
                </a:lnTo>
                <a:lnTo>
                  <a:pt x="159814" y="354539"/>
                </a:lnTo>
                <a:lnTo>
                  <a:pt x="178518" y="354327"/>
                </a:lnTo>
                <a:lnTo>
                  <a:pt x="180109" y="352736"/>
                </a:lnTo>
                <a:lnTo>
                  <a:pt x="179968" y="259040"/>
                </a:lnTo>
                <a:lnTo>
                  <a:pt x="179019" y="257841"/>
                </a:lnTo>
                <a:lnTo>
                  <a:pt x="177187" y="257525"/>
                </a:lnTo>
                <a:lnTo>
                  <a:pt x="161335" y="257201"/>
                </a:lnTo>
                <a:close/>
                <a:moveTo>
                  <a:pt x="211259" y="257661"/>
                </a:moveTo>
                <a:lnTo>
                  <a:pt x="207490" y="258570"/>
                </a:lnTo>
                <a:lnTo>
                  <a:pt x="202375" y="260486"/>
                </a:lnTo>
                <a:lnTo>
                  <a:pt x="199697" y="261974"/>
                </a:lnTo>
                <a:lnTo>
                  <a:pt x="197276" y="264108"/>
                </a:lnTo>
                <a:lnTo>
                  <a:pt x="195209" y="266612"/>
                </a:lnTo>
                <a:lnTo>
                  <a:pt x="192844" y="270942"/>
                </a:lnTo>
                <a:lnTo>
                  <a:pt x="191805" y="274133"/>
                </a:lnTo>
                <a:lnTo>
                  <a:pt x="190575" y="280219"/>
                </a:lnTo>
                <a:lnTo>
                  <a:pt x="190275" y="293515"/>
                </a:lnTo>
                <a:lnTo>
                  <a:pt x="190398" y="330992"/>
                </a:lnTo>
                <a:lnTo>
                  <a:pt x="191999" y="337858"/>
                </a:lnTo>
                <a:lnTo>
                  <a:pt x="194441" y="343605"/>
                </a:lnTo>
                <a:lnTo>
                  <a:pt x="196734" y="346641"/>
                </a:lnTo>
                <a:lnTo>
                  <a:pt x="201308" y="350192"/>
                </a:lnTo>
                <a:lnTo>
                  <a:pt x="206795" y="352644"/>
                </a:lnTo>
                <a:lnTo>
                  <a:pt x="210953" y="353579"/>
                </a:lnTo>
                <a:lnTo>
                  <a:pt x="217296" y="354083"/>
                </a:lnTo>
                <a:lnTo>
                  <a:pt x="227487" y="354288"/>
                </a:lnTo>
                <a:lnTo>
                  <a:pt x="269492" y="354327"/>
                </a:lnTo>
                <a:lnTo>
                  <a:pt x="270836" y="352665"/>
                </a:lnTo>
                <a:lnTo>
                  <a:pt x="270778" y="337329"/>
                </a:lnTo>
                <a:lnTo>
                  <a:pt x="270588" y="335133"/>
                </a:lnTo>
                <a:lnTo>
                  <a:pt x="269863" y="333769"/>
                </a:lnTo>
                <a:lnTo>
                  <a:pt x="268519" y="333435"/>
                </a:lnTo>
                <a:lnTo>
                  <a:pt x="263818" y="333344"/>
                </a:lnTo>
                <a:lnTo>
                  <a:pt x="219745" y="333113"/>
                </a:lnTo>
                <a:lnTo>
                  <a:pt x="216267" y="331394"/>
                </a:lnTo>
                <a:lnTo>
                  <a:pt x="213823" y="329191"/>
                </a:lnTo>
                <a:lnTo>
                  <a:pt x="212525" y="325960"/>
                </a:lnTo>
                <a:lnTo>
                  <a:pt x="212143" y="321233"/>
                </a:lnTo>
                <a:lnTo>
                  <a:pt x="212334" y="317661"/>
                </a:lnTo>
                <a:lnTo>
                  <a:pt x="213628" y="316142"/>
                </a:lnTo>
                <a:lnTo>
                  <a:pt x="269457" y="315505"/>
                </a:lnTo>
                <a:lnTo>
                  <a:pt x="270285" y="314592"/>
                </a:lnTo>
                <a:lnTo>
                  <a:pt x="270597" y="313233"/>
                </a:lnTo>
                <a:lnTo>
                  <a:pt x="270836" y="304863"/>
                </a:lnTo>
                <a:lnTo>
                  <a:pt x="270836" y="296235"/>
                </a:lnTo>
                <a:lnTo>
                  <a:pt x="269492" y="294574"/>
                </a:lnTo>
                <a:lnTo>
                  <a:pt x="213568" y="293956"/>
                </a:lnTo>
                <a:lnTo>
                  <a:pt x="212853" y="293752"/>
                </a:lnTo>
                <a:lnTo>
                  <a:pt x="212483" y="293280"/>
                </a:lnTo>
                <a:lnTo>
                  <a:pt x="212153" y="290490"/>
                </a:lnTo>
                <a:lnTo>
                  <a:pt x="212514" y="285226"/>
                </a:lnTo>
                <a:lnTo>
                  <a:pt x="214285" y="281481"/>
                </a:lnTo>
                <a:lnTo>
                  <a:pt x="215343" y="280250"/>
                </a:lnTo>
                <a:lnTo>
                  <a:pt x="216268" y="279686"/>
                </a:lnTo>
                <a:lnTo>
                  <a:pt x="220593" y="278133"/>
                </a:lnTo>
                <a:lnTo>
                  <a:pt x="268962" y="278133"/>
                </a:lnTo>
                <a:lnTo>
                  <a:pt x="270836" y="276683"/>
                </a:lnTo>
                <a:lnTo>
                  <a:pt x="270836" y="258368"/>
                </a:lnTo>
                <a:lnTo>
                  <a:pt x="269171" y="257589"/>
                </a:lnTo>
                <a:lnTo>
                  <a:pt x="261881" y="257336"/>
                </a:lnTo>
                <a:lnTo>
                  <a:pt x="211259" y="257661"/>
                </a:lnTo>
                <a:close/>
                <a:moveTo>
                  <a:pt x="282751" y="257908"/>
                </a:moveTo>
                <a:lnTo>
                  <a:pt x="282150" y="258580"/>
                </a:lnTo>
                <a:lnTo>
                  <a:pt x="282150" y="352772"/>
                </a:lnTo>
                <a:lnTo>
                  <a:pt x="283883" y="354504"/>
                </a:lnTo>
                <a:lnTo>
                  <a:pt x="297098" y="354475"/>
                </a:lnTo>
                <a:lnTo>
                  <a:pt x="302084" y="354099"/>
                </a:lnTo>
                <a:lnTo>
                  <a:pt x="303251" y="353658"/>
                </a:lnTo>
                <a:lnTo>
                  <a:pt x="304001" y="352984"/>
                </a:lnTo>
                <a:lnTo>
                  <a:pt x="304271" y="351651"/>
                </a:lnTo>
                <a:lnTo>
                  <a:pt x="304534" y="323383"/>
                </a:lnTo>
                <a:lnTo>
                  <a:pt x="304835" y="320586"/>
                </a:lnTo>
                <a:lnTo>
                  <a:pt x="305417" y="319328"/>
                </a:lnTo>
                <a:lnTo>
                  <a:pt x="306370" y="318793"/>
                </a:lnTo>
                <a:lnTo>
                  <a:pt x="308556" y="318647"/>
                </a:lnTo>
                <a:lnTo>
                  <a:pt x="336207" y="318441"/>
                </a:lnTo>
                <a:lnTo>
                  <a:pt x="344885" y="317990"/>
                </a:lnTo>
                <a:lnTo>
                  <a:pt x="352652" y="316141"/>
                </a:lnTo>
                <a:lnTo>
                  <a:pt x="355656" y="314831"/>
                </a:lnTo>
                <a:lnTo>
                  <a:pt x="358323" y="313214"/>
                </a:lnTo>
                <a:lnTo>
                  <a:pt x="361660" y="310238"/>
                </a:lnTo>
                <a:lnTo>
                  <a:pt x="363778" y="307340"/>
                </a:lnTo>
                <a:lnTo>
                  <a:pt x="364939" y="304680"/>
                </a:lnTo>
                <a:lnTo>
                  <a:pt x="366724" y="298463"/>
                </a:lnTo>
                <a:lnTo>
                  <a:pt x="366927" y="281252"/>
                </a:lnTo>
                <a:lnTo>
                  <a:pt x="366596" y="277060"/>
                </a:lnTo>
                <a:lnTo>
                  <a:pt x="364519" y="269769"/>
                </a:lnTo>
                <a:lnTo>
                  <a:pt x="363050" y="267042"/>
                </a:lnTo>
                <a:lnTo>
                  <a:pt x="361094" y="264533"/>
                </a:lnTo>
                <a:lnTo>
                  <a:pt x="358790" y="262394"/>
                </a:lnTo>
                <a:lnTo>
                  <a:pt x="356277" y="260774"/>
                </a:lnTo>
                <a:lnTo>
                  <a:pt x="349609" y="258141"/>
                </a:lnTo>
                <a:lnTo>
                  <a:pt x="344202" y="257484"/>
                </a:lnTo>
                <a:lnTo>
                  <a:pt x="330890" y="257285"/>
                </a:lnTo>
                <a:lnTo>
                  <a:pt x="283317" y="257272"/>
                </a:lnTo>
                <a:lnTo>
                  <a:pt x="282751" y="257908"/>
                </a:lnTo>
                <a:close/>
                <a:moveTo>
                  <a:pt x="337484" y="278522"/>
                </a:moveTo>
                <a:lnTo>
                  <a:pt x="340999" y="279887"/>
                </a:lnTo>
                <a:lnTo>
                  <a:pt x="342615" y="281072"/>
                </a:lnTo>
                <a:lnTo>
                  <a:pt x="343726" y="282549"/>
                </a:lnTo>
                <a:lnTo>
                  <a:pt x="344591" y="285452"/>
                </a:lnTo>
                <a:lnTo>
                  <a:pt x="344657" y="288643"/>
                </a:lnTo>
                <a:lnTo>
                  <a:pt x="344074" y="292142"/>
                </a:lnTo>
                <a:lnTo>
                  <a:pt x="342812" y="294008"/>
                </a:lnTo>
                <a:lnTo>
                  <a:pt x="340179" y="296058"/>
                </a:lnTo>
                <a:lnTo>
                  <a:pt x="338765" y="296554"/>
                </a:lnTo>
                <a:lnTo>
                  <a:pt x="334019" y="296770"/>
                </a:lnTo>
                <a:lnTo>
                  <a:pt x="305875" y="296872"/>
                </a:lnTo>
                <a:lnTo>
                  <a:pt x="304425" y="294998"/>
                </a:lnTo>
                <a:lnTo>
                  <a:pt x="304643" y="281644"/>
                </a:lnTo>
                <a:lnTo>
                  <a:pt x="305244" y="279366"/>
                </a:lnTo>
                <a:lnTo>
                  <a:pt x="306405" y="278309"/>
                </a:lnTo>
                <a:lnTo>
                  <a:pt x="321626" y="278031"/>
                </a:lnTo>
                <a:lnTo>
                  <a:pt x="337484" y="278522"/>
                </a:lnTo>
                <a:close/>
                <a:moveTo>
                  <a:pt x="395823" y="257802"/>
                </a:moveTo>
                <a:lnTo>
                  <a:pt x="392508" y="258654"/>
                </a:lnTo>
                <a:lnTo>
                  <a:pt x="387752" y="260399"/>
                </a:lnTo>
                <a:lnTo>
                  <a:pt x="385327" y="261855"/>
                </a:lnTo>
                <a:lnTo>
                  <a:pt x="382913" y="263888"/>
                </a:lnTo>
                <a:lnTo>
                  <a:pt x="380750" y="266265"/>
                </a:lnTo>
                <a:lnTo>
                  <a:pt x="379077" y="268752"/>
                </a:lnTo>
                <a:lnTo>
                  <a:pt x="376380" y="275635"/>
                </a:lnTo>
                <a:lnTo>
                  <a:pt x="375749" y="282901"/>
                </a:lnTo>
                <a:lnTo>
                  <a:pt x="375564" y="292448"/>
                </a:lnTo>
                <a:lnTo>
                  <a:pt x="375493" y="352772"/>
                </a:lnTo>
                <a:lnTo>
                  <a:pt x="377225" y="354504"/>
                </a:lnTo>
                <a:lnTo>
                  <a:pt x="393403" y="354334"/>
                </a:lnTo>
                <a:lnTo>
                  <a:pt x="395957" y="353828"/>
                </a:lnTo>
                <a:lnTo>
                  <a:pt x="397025" y="352807"/>
                </a:lnTo>
                <a:lnTo>
                  <a:pt x="397326" y="344489"/>
                </a:lnTo>
                <a:lnTo>
                  <a:pt x="397618" y="289120"/>
                </a:lnTo>
                <a:lnTo>
                  <a:pt x="397972" y="284990"/>
                </a:lnTo>
                <a:lnTo>
                  <a:pt x="399277" y="281588"/>
                </a:lnTo>
                <a:lnTo>
                  <a:pt x="401660" y="279803"/>
                </a:lnTo>
                <a:lnTo>
                  <a:pt x="405917" y="278361"/>
                </a:lnTo>
                <a:lnTo>
                  <a:pt x="413137" y="278044"/>
                </a:lnTo>
                <a:lnTo>
                  <a:pt x="439560" y="277956"/>
                </a:lnTo>
                <a:lnTo>
                  <a:pt x="440904" y="276294"/>
                </a:lnTo>
                <a:lnTo>
                  <a:pt x="440806" y="260313"/>
                </a:lnTo>
                <a:lnTo>
                  <a:pt x="440587" y="258594"/>
                </a:lnTo>
                <a:lnTo>
                  <a:pt x="439808" y="257272"/>
                </a:lnTo>
                <a:lnTo>
                  <a:pt x="404700" y="257395"/>
                </a:lnTo>
                <a:lnTo>
                  <a:pt x="395823" y="257802"/>
                </a:lnTo>
                <a:close/>
                <a:moveTo>
                  <a:pt x="615391" y="266147"/>
                </a:moveTo>
                <a:lnTo>
                  <a:pt x="612417" y="267922"/>
                </a:lnTo>
                <a:lnTo>
                  <a:pt x="609445" y="269066"/>
                </a:lnTo>
                <a:lnTo>
                  <a:pt x="607285" y="270434"/>
                </a:lnTo>
                <a:lnTo>
                  <a:pt x="601032" y="276042"/>
                </a:lnTo>
                <a:lnTo>
                  <a:pt x="597889" y="278185"/>
                </a:lnTo>
                <a:lnTo>
                  <a:pt x="596750" y="279704"/>
                </a:lnTo>
                <a:lnTo>
                  <a:pt x="596475" y="280961"/>
                </a:lnTo>
                <a:lnTo>
                  <a:pt x="596752" y="281584"/>
                </a:lnTo>
                <a:lnTo>
                  <a:pt x="601486" y="286704"/>
                </a:lnTo>
                <a:lnTo>
                  <a:pt x="602364" y="288540"/>
                </a:lnTo>
                <a:lnTo>
                  <a:pt x="601575" y="294034"/>
                </a:lnTo>
                <a:lnTo>
                  <a:pt x="601176" y="302005"/>
                </a:lnTo>
                <a:lnTo>
                  <a:pt x="600796" y="303415"/>
                </a:lnTo>
                <a:lnTo>
                  <a:pt x="599723" y="305086"/>
                </a:lnTo>
                <a:lnTo>
                  <a:pt x="597642" y="307196"/>
                </a:lnTo>
                <a:lnTo>
                  <a:pt x="592374" y="306029"/>
                </a:lnTo>
                <a:lnTo>
                  <a:pt x="588136" y="307520"/>
                </a:lnTo>
                <a:lnTo>
                  <a:pt x="586412" y="307731"/>
                </a:lnTo>
                <a:lnTo>
                  <a:pt x="580784" y="306193"/>
                </a:lnTo>
                <a:lnTo>
                  <a:pt x="578630" y="306065"/>
                </a:lnTo>
                <a:lnTo>
                  <a:pt x="577705" y="306312"/>
                </a:lnTo>
                <a:lnTo>
                  <a:pt x="575910" y="307526"/>
                </a:lnTo>
                <a:lnTo>
                  <a:pt x="571632" y="312632"/>
                </a:lnTo>
                <a:lnTo>
                  <a:pt x="568431" y="315675"/>
                </a:lnTo>
                <a:lnTo>
                  <a:pt x="565134" y="317703"/>
                </a:lnTo>
                <a:lnTo>
                  <a:pt x="563082" y="318354"/>
                </a:lnTo>
                <a:lnTo>
                  <a:pt x="561251" y="318547"/>
                </a:lnTo>
                <a:lnTo>
                  <a:pt x="559182" y="319930"/>
                </a:lnTo>
                <a:lnTo>
                  <a:pt x="558444" y="321464"/>
                </a:lnTo>
                <a:lnTo>
                  <a:pt x="558346" y="323232"/>
                </a:lnTo>
                <a:lnTo>
                  <a:pt x="558996" y="325016"/>
                </a:lnTo>
                <a:lnTo>
                  <a:pt x="560093" y="326225"/>
                </a:lnTo>
                <a:lnTo>
                  <a:pt x="561499" y="327054"/>
                </a:lnTo>
                <a:lnTo>
                  <a:pt x="562996" y="327450"/>
                </a:lnTo>
                <a:lnTo>
                  <a:pt x="564938" y="327106"/>
                </a:lnTo>
                <a:lnTo>
                  <a:pt x="566346" y="325965"/>
                </a:lnTo>
                <a:lnTo>
                  <a:pt x="574548" y="321047"/>
                </a:lnTo>
                <a:lnTo>
                  <a:pt x="579350" y="315454"/>
                </a:lnTo>
                <a:lnTo>
                  <a:pt x="580878" y="314276"/>
                </a:lnTo>
                <a:lnTo>
                  <a:pt x="581969" y="314239"/>
                </a:lnTo>
                <a:lnTo>
                  <a:pt x="585929" y="315744"/>
                </a:lnTo>
                <a:lnTo>
                  <a:pt x="588051" y="316102"/>
                </a:lnTo>
                <a:lnTo>
                  <a:pt x="589811" y="315762"/>
                </a:lnTo>
                <a:lnTo>
                  <a:pt x="591949" y="314197"/>
                </a:lnTo>
                <a:lnTo>
                  <a:pt x="598153" y="314502"/>
                </a:lnTo>
                <a:lnTo>
                  <a:pt x="600085" y="314328"/>
                </a:lnTo>
                <a:lnTo>
                  <a:pt x="602416" y="313338"/>
                </a:lnTo>
                <a:lnTo>
                  <a:pt x="609661" y="307320"/>
                </a:lnTo>
                <a:lnTo>
                  <a:pt x="610198" y="306198"/>
                </a:lnTo>
                <a:lnTo>
                  <a:pt x="610208" y="305316"/>
                </a:lnTo>
                <a:lnTo>
                  <a:pt x="608730" y="301318"/>
                </a:lnTo>
                <a:lnTo>
                  <a:pt x="608472" y="296937"/>
                </a:lnTo>
                <a:lnTo>
                  <a:pt x="609163" y="293643"/>
                </a:lnTo>
                <a:lnTo>
                  <a:pt x="610871" y="289265"/>
                </a:lnTo>
                <a:lnTo>
                  <a:pt x="611078" y="287498"/>
                </a:lnTo>
                <a:lnTo>
                  <a:pt x="610367" y="285168"/>
                </a:lnTo>
                <a:lnTo>
                  <a:pt x="608324" y="282427"/>
                </a:lnTo>
                <a:lnTo>
                  <a:pt x="607789" y="281032"/>
                </a:lnTo>
                <a:lnTo>
                  <a:pt x="608568" y="279428"/>
                </a:lnTo>
                <a:lnTo>
                  <a:pt x="610623" y="277483"/>
                </a:lnTo>
                <a:lnTo>
                  <a:pt x="617317" y="273471"/>
                </a:lnTo>
                <a:lnTo>
                  <a:pt x="618443" y="272294"/>
                </a:lnTo>
                <a:lnTo>
                  <a:pt x="619146" y="269009"/>
                </a:lnTo>
                <a:lnTo>
                  <a:pt x="618997" y="266818"/>
                </a:lnTo>
                <a:lnTo>
                  <a:pt x="617473" y="265859"/>
                </a:lnTo>
                <a:lnTo>
                  <a:pt x="615391" y="266147"/>
                </a:lnTo>
                <a:close/>
                <a:moveTo>
                  <a:pt x="469295" y="372854"/>
                </a:moveTo>
                <a:lnTo>
                  <a:pt x="455082" y="373067"/>
                </a:lnTo>
                <a:lnTo>
                  <a:pt x="453455" y="374693"/>
                </a:lnTo>
                <a:lnTo>
                  <a:pt x="453379" y="462691"/>
                </a:lnTo>
                <a:lnTo>
                  <a:pt x="453455" y="468248"/>
                </a:lnTo>
                <a:lnTo>
                  <a:pt x="453872" y="469132"/>
                </a:lnTo>
                <a:lnTo>
                  <a:pt x="455665" y="469892"/>
                </a:lnTo>
                <a:lnTo>
                  <a:pt x="458165" y="470110"/>
                </a:lnTo>
                <a:lnTo>
                  <a:pt x="473609" y="470087"/>
                </a:lnTo>
                <a:lnTo>
                  <a:pt x="475200" y="468602"/>
                </a:lnTo>
                <a:lnTo>
                  <a:pt x="475288" y="405118"/>
                </a:lnTo>
                <a:lnTo>
                  <a:pt x="475440" y="397716"/>
                </a:lnTo>
                <a:lnTo>
                  <a:pt x="475864" y="395666"/>
                </a:lnTo>
                <a:lnTo>
                  <a:pt x="476862" y="394847"/>
                </a:lnTo>
                <a:lnTo>
                  <a:pt x="481478" y="394625"/>
                </a:lnTo>
                <a:lnTo>
                  <a:pt x="514165" y="394484"/>
                </a:lnTo>
                <a:lnTo>
                  <a:pt x="519306" y="394862"/>
                </a:lnTo>
                <a:lnTo>
                  <a:pt x="519927" y="395971"/>
                </a:lnTo>
                <a:lnTo>
                  <a:pt x="520129" y="397369"/>
                </a:lnTo>
                <a:lnTo>
                  <a:pt x="520421" y="407824"/>
                </a:lnTo>
                <a:lnTo>
                  <a:pt x="520740" y="468920"/>
                </a:lnTo>
                <a:lnTo>
                  <a:pt x="521725" y="469647"/>
                </a:lnTo>
                <a:lnTo>
                  <a:pt x="524228" y="470004"/>
                </a:lnTo>
                <a:lnTo>
                  <a:pt x="541565" y="470122"/>
                </a:lnTo>
                <a:lnTo>
                  <a:pt x="542768" y="468778"/>
                </a:lnTo>
                <a:lnTo>
                  <a:pt x="542820" y="394251"/>
                </a:lnTo>
                <a:lnTo>
                  <a:pt x="542706" y="377051"/>
                </a:lnTo>
                <a:lnTo>
                  <a:pt x="542445" y="374065"/>
                </a:lnTo>
                <a:lnTo>
                  <a:pt x="540611" y="373159"/>
                </a:lnTo>
                <a:lnTo>
                  <a:pt x="537640" y="372902"/>
                </a:lnTo>
                <a:lnTo>
                  <a:pt x="469295" y="372854"/>
                </a:lnTo>
                <a:close/>
                <a:moveTo>
                  <a:pt x="114204" y="373774"/>
                </a:moveTo>
                <a:lnTo>
                  <a:pt x="107532" y="375233"/>
                </a:lnTo>
                <a:lnTo>
                  <a:pt x="104678" y="376244"/>
                </a:lnTo>
                <a:lnTo>
                  <a:pt x="99862" y="378874"/>
                </a:lnTo>
                <a:lnTo>
                  <a:pt x="97873" y="380512"/>
                </a:lnTo>
                <a:lnTo>
                  <a:pt x="96145" y="382378"/>
                </a:lnTo>
                <a:lnTo>
                  <a:pt x="93416" y="386831"/>
                </a:lnTo>
                <a:lnTo>
                  <a:pt x="91057" y="394130"/>
                </a:lnTo>
                <a:lnTo>
                  <a:pt x="90622" y="398648"/>
                </a:lnTo>
                <a:lnTo>
                  <a:pt x="90404" y="413075"/>
                </a:lnTo>
                <a:lnTo>
                  <a:pt x="90334" y="461713"/>
                </a:lnTo>
                <a:lnTo>
                  <a:pt x="90550" y="469485"/>
                </a:lnTo>
                <a:lnTo>
                  <a:pt x="91014" y="470185"/>
                </a:lnTo>
                <a:lnTo>
                  <a:pt x="91968" y="470620"/>
                </a:lnTo>
                <a:lnTo>
                  <a:pt x="97025" y="470893"/>
                </a:lnTo>
                <a:lnTo>
                  <a:pt x="111128" y="470652"/>
                </a:lnTo>
                <a:lnTo>
                  <a:pt x="112436" y="468884"/>
                </a:lnTo>
                <a:lnTo>
                  <a:pt x="112818" y="403869"/>
                </a:lnTo>
                <a:lnTo>
                  <a:pt x="113037" y="400574"/>
                </a:lnTo>
                <a:lnTo>
                  <a:pt x="114672" y="397945"/>
                </a:lnTo>
                <a:lnTo>
                  <a:pt x="116573" y="396084"/>
                </a:lnTo>
                <a:lnTo>
                  <a:pt x="119876" y="395404"/>
                </a:lnTo>
                <a:lnTo>
                  <a:pt x="128646" y="394912"/>
                </a:lnTo>
                <a:lnTo>
                  <a:pt x="154049" y="394631"/>
                </a:lnTo>
                <a:lnTo>
                  <a:pt x="155042" y="394118"/>
                </a:lnTo>
                <a:lnTo>
                  <a:pt x="155505" y="393130"/>
                </a:lnTo>
                <a:lnTo>
                  <a:pt x="155895" y="388281"/>
                </a:lnTo>
                <a:lnTo>
                  <a:pt x="155925" y="375082"/>
                </a:lnTo>
                <a:lnTo>
                  <a:pt x="154581" y="373420"/>
                </a:lnTo>
                <a:lnTo>
                  <a:pt x="122984" y="373415"/>
                </a:lnTo>
                <a:lnTo>
                  <a:pt x="114204" y="373774"/>
                </a:lnTo>
                <a:close/>
                <a:moveTo>
                  <a:pt x="167699" y="373668"/>
                </a:moveTo>
                <a:lnTo>
                  <a:pt x="166709" y="374622"/>
                </a:lnTo>
                <a:lnTo>
                  <a:pt x="166554" y="381043"/>
                </a:lnTo>
                <a:lnTo>
                  <a:pt x="167052" y="467471"/>
                </a:lnTo>
                <a:lnTo>
                  <a:pt x="167910" y="469742"/>
                </a:lnTo>
                <a:lnTo>
                  <a:pt x="168406" y="470263"/>
                </a:lnTo>
                <a:lnTo>
                  <a:pt x="169425" y="470566"/>
                </a:lnTo>
                <a:lnTo>
                  <a:pt x="187575" y="470843"/>
                </a:lnTo>
                <a:lnTo>
                  <a:pt x="188810" y="469663"/>
                </a:lnTo>
                <a:lnTo>
                  <a:pt x="189092" y="467810"/>
                </a:lnTo>
                <a:lnTo>
                  <a:pt x="189252" y="440313"/>
                </a:lnTo>
                <a:lnTo>
                  <a:pt x="189466" y="437462"/>
                </a:lnTo>
                <a:lnTo>
                  <a:pt x="189877" y="436129"/>
                </a:lnTo>
                <a:lnTo>
                  <a:pt x="190540" y="435613"/>
                </a:lnTo>
                <a:lnTo>
                  <a:pt x="191626" y="435529"/>
                </a:lnTo>
                <a:lnTo>
                  <a:pt x="221765" y="435090"/>
                </a:lnTo>
                <a:lnTo>
                  <a:pt x="229007" y="434669"/>
                </a:lnTo>
                <a:lnTo>
                  <a:pt x="232338" y="434124"/>
                </a:lnTo>
                <a:lnTo>
                  <a:pt x="237608" y="432670"/>
                </a:lnTo>
                <a:lnTo>
                  <a:pt x="241089" y="431154"/>
                </a:lnTo>
                <a:lnTo>
                  <a:pt x="244039" y="429214"/>
                </a:lnTo>
                <a:lnTo>
                  <a:pt x="246502" y="426815"/>
                </a:lnTo>
                <a:lnTo>
                  <a:pt x="248519" y="423924"/>
                </a:lnTo>
                <a:lnTo>
                  <a:pt x="250323" y="420013"/>
                </a:lnTo>
                <a:lnTo>
                  <a:pt x="250924" y="417641"/>
                </a:lnTo>
                <a:lnTo>
                  <a:pt x="251354" y="409720"/>
                </a:lnTo>
                <a:lnTo>
                  <a:pt x="251212" y="390392"/>
                </a:lnTo>
                <a:lnTo>
                  <a:pt x="248631" y="384765"/>
                </a:lnTo>
                <a:lnTo>
                  <a:pt x="247357" y="382844"/>
                </a:lnTo>
                <a:lnTo>
                  <a:pt x="244184" y="379517"/>
                </a:lnTo>
                <a:lnTo>
                  <a:pt x="240192" y="376887"/>
                </a:lnTo>
                <a:lnTo>
                  <a:pt x="237894" y="375838"/>
                </a:lnTo>
                <a:lnTo>
                  <a:pt x="232706" y="374279"/>
                </a:lnTo>
                <a:lnTo>
                  <a:pt x="227059" y="373608"/>
                </a:lnTo>
                <a:lnTo>
                  <a:pt x="214719" y="373372"/>
                </a:lnTo>
                <a:lnTo>
                  <a:pt x="180841" y="373312"/>
                </a:lnTo>
                <a:lnTo>
                  <a:pt x="167699" y="373668"/>
                </a:lnTo>
                <a:close/>
                <a:moveTo>
                  <a:pt x="221901" y="394988"/>
                </a:moveTo>
                <a:lnTo>
                  <a:pt x="224681" y="395791"/>
                </a:lnTo>
                <a:lnTo>
                  <a:pt x="226608" y="396752"/>
                </a:lnTo>
                <a:lnTo>
                  <a:pt x="227902" y="397992"/>
                </a:lnTo>
                <a:lnTo>
                  <a:pt x="229114" y="400009"/>
                </a:lnTo>
                <a:lnTo>
                  <a:pt x="229114" y="408494"/>
                </a:lnTo>
                <a:lnTo>
                  <a:pt x="227245" y="410841"/>
                </a:lnTo>
                <a:lnTo>
                  <a:pt x="224058" y="413020"/>
                </a:lnTo>
                <a:lnTo>
                  <a:pt x="190646" y="413232"/>
                </a:lnTo>
                <a:lnTo>
                  <a:pt x="189161" y="411323"/>
                </a:lnTo>
                <a:lnTo>
                  <a:pt x="189309" y="397832"/>
                </a:lnTo>
                <a:lnTo>
                  <a:pt x="189760" y="395759"/>
                </a:lnTo>
                <a:lnTo>
                  <a:pt x="190681" y="394917"/>
                </a:lnTo>
                <a:lnTo>
                  <a:pt x="211484" y="394473"/>
                </a:lnTo>
                <a:lnTo>
                  <a:pt x="218624" y="394595"/>
                </a:lnTo>
                <a:lnTo>
                  <a:pt x="221901" y="394988"/>
                </a:lnTo>
                <a:close/>
                <a:moveTo>
                  <a:pt x="353536" y="373915"/>
                </a:moveTo>
                <a:lnTo>
                  <a:pt x="352688" y="374587"/>
                </a:lnTo>
                <a:lnTo>
                  <a:pt x="352602" y="454035"/>
                </a:lnTo>
                <a:lnTo>
                  <a:pt x="352736" y="464619"/>
                </a:lnTo>
                <a:lnTo>
                  <a:pt x="353370" y="470121"/>
                </a:lnTo>
                <a:lnTo>
                  <a:pt x="354208" y="470617"/>
                </a:lnTo>
                <a:lnTo>
                  <a:pt x="355659" y="470721"/>
                </a:lnTo>
                <a:lnTo>
                  <a:pt x="370321" y="470876"/>
                </a:lnTo>
                <a:lnTo>
                  <a:pt x="372528" y="470478"/>
                </a:lnTo>
                <a:lnTo>
                  <a:pt x="374255" y="469132"/>
                </a:lnTo>
                <a:lnTo>
                  <a:pt x="374438" y="403723"/>
                </a:lnTo>
                <a:lnTo>
                  <a:pt x="374574" y="396296"/>
                </a:lnTo>
                <a:lnTo>
                  <a:pt x="375055" y="395399"/>
                </a:lnTo>
                <a:lnTo>
                  <a:pt x="377884" y="394687"/>
                </a:lnTo>
                <a:lnTo>
                  <a:pt x="382716" y="394507"/>
                </a:lnTo>
                <a:lnTo>
                  <a:pt x="417214" y="394458"/>
                </a:lnTo>
                <a:lnTo>
                  <a:pt x="419406" y="396438"/>
                </a:lnTo>
                <a:lnTo>
                  <a:pt x="419443" y="449898"/>
                </a:lnTo>
                <a:lnTo>
                  <a:pt x="419760" y="468814"/>
                </a:lnTo>
                <a:lnTo>
                  <a:pt x="422341" y="470829"/>
                </a:lnTo>
                <a:lnTo>
                  <a:pt x="435024" y="470795"/>
                </a:lnTo>
                <a:lnTo>
                  <a:pt x="440116" y="470494"/>
                </a:lnTo>
                <a:lnTo>
                  <a:pt x="441611" y="468566"/>
                </a:lnTo>
                <a:lnTo>
                  <a:pt x="441611" y="374976"/>
                </a:lnTo>
                <a:lnTo>
                  <a:pt x="439878" y="373243"/>
                </a:lnTo>
                <a:lnTo>
                  <a:pt x="354349" y="373243"/>
                </a:lnTo>
                <a:lnTo>
                  <a:pt x="353536" y="373915"/>
                </a:lnTo>
                <a:close/>
                <a:moveTo>
                  <a:pt x="260441" y="374764"/>
                </a:moveTo>
                <a:lnTo>
                  <a:pt x="259465" y="376404"/>
                </a:lnTo>
                <a:lnTo>
                  <a:pt x="259286" y="378203"/>
                </a:lnTo>
                <a:lnTo>
                  <a:pt x="259355" y="408271"/>
                </a:lnTo>
                <a:lnTo>
                  <a:pt x="259672" y="417020"/>
                </a:lnTo>
                <a:lnTo>
                  <a:pt x="260618" y="421005"/>
                </a:lnTo>
                <a:lnTo>
                  <a:pt x="262719" y="424564"/>
                </a:lnTo>
                <a:lnTo>
                  <a:pt x="264769" y="427083"/>
                </a:lnTo>
                <a:lnTo>
                  <a:pt x="267167" y="429249"/>
                </a:lnTo>
                <a:lnTo>
                  <a:pt x="271454" y="431866"/>
                </a:lnTo>
                <a:lnTo>
                  <a:pt x="279004" y="434453"/>
                </a:lnTo>
                <a:lnTo>
                  <a:pt x="287022" y="435121"/>
                </a:lnTo>
                <a:lnTo>
                  <a:pt x="318780" y="435649"/>
                </a:lnTo>
                <a:lnTo>
                  <a:pt x="320204" y="436169"/>
                </a:lnTo>
                <a:lnTo>
                  <a:pt x="320751" y="436904"/>
                </a:lnTo>
                <a:lnTo>
                  <a:pt x="321172" y="440006"/>
                </a:lnTo>
                <a:lnTo>
                  <a:pt x="321220" y="445195"/>
                </a:lnTo>
                <a:lnTo>
                  <a:pt x="318258" y="448580"/>
                </a:lnTo>
                <a:lnTo>
                  <a:pt x="315903" y="449596"/>
                </a:lnTo>
                <a:lnTo>
                  <a:pt x="307638" y="450236"/>
                </a:lnTo>
                <a:lnTo>
                  <a:pt x="271857" y="450419"/>
                </a:lnTo>
                <a:lnTo>
                  <a:pt x="265432" y="450614"/>
                </a:lnTo>
                <a:lnTo>
                  <a:pt x="264535" y="450895"/>
                </a:lnTo>
                <a:lnTo>
                  <a:pt x="263833" y="451622"/>
                </a:lnTo>
                <a:lnTo>
                  <a:pt x="263393" y="452987"/>
                </a:lnTo>
                <a:lnTo>
                  <a:pt x="263096" y="456905"/>
                </a:lnTo>
                <a:lnTo>
                  <a:pt x="263226" y="468413"/>
                </a:lnTo>
                <a:lnTo>
                  <a:pt x="263531" y="470130"/>
                </a:lnTo>
                <a:lnTo>
                  <a:pt x="264066" y="471045"/>
                </a:lnTo>
                <a:lnTo>
                  <a:pt x="265372" y="471580"/>
                </a:lnTo>
                <a:lnTo>
                  <a:pt x="272453" y="471801"/>
                </a:lnTo>
                <a:lnTo>
                  <a:pt x="320866" y="471890"/>
                </a:lnTo>
                <a:lnTo>
                  <a:pt x="330722" y="468853"/>
                </a:lnTo>
                <a:lnTo>
                  <a:pt x="334769" y="466532"/>
                </a:lnTo>
                <a:lnTo>
                  <a:pt x="337167" y="464425"/>
                </a:lnTo>
                <a:lnTo>
                  <a:pt x="339963" y="460925"/>
                </a:lnTo>
                <a:lnTo>
                  <a:pt x="341732" y="457119"/>
                </a:lnTo>
                <a:lnTo>
                  <a:pt x="342681" y="453009"/>
                </a:lnTo>
                <a:lnTo>
                  <a:pt x="342740" y="388310"/>
                </a:lnTo>
                <a:lnTo>
                  <a:pt x="342584" y="379630"/>
                </a:lnTo>
                <a:lnTo>
                  <a:pt x="341891" y="374963"/>
                </a:lnTo>
                <a:lnTo>
                  <a:pt x="340218" y="374196"/>
                </a:lnTo>
                <a:lnTo>
                  <a:pt x="331809" y="373942"/>
                </a:lnTo>
                <a:lnTo>
                  <a:pt x="323468" y="374196"/>
                </a:lnTo>
                <a:lnTo>
                  <a:pt x="322740" y="374339"/>
                </a:lnTo>
                <a:lnTo>
                  <a:pt x="321940" y="374994"/>
                </a:lnTo>
                <a:lnTo>
                  <a:pt x="321290" y="377800"/>
                </a:lnTo>
                <a:lnTo>
                  <a:pt x="321126" y="382157"/>
                </a:lnTo>
                <a:lnTo>
                  <a:pt x="321149" y="412136"/>
                </a:lnTo>
                <a:lnTo>
                  <a:pt x="320166" y="413172"/>
                </a:lnTo>
                <a:lnTo>
                  <a:pt x="318246" y="413828"/>
                </a:lnTo>
                <a:lnTo>
                  <a:pt x="315556" y="414053"/>
                </a:lnTo>
                <a:lnTo>
                  <a:pt x="291378" y="414293"/>
                </a:lnTo>
                <a:lnTo>
                  <a:pt x="286122" y="413003"/>
                </a:lnTo>
                <a:lnTo>
                  <a:pt x="284033" y="412123"/>
                </a:lnTo>
                <a:lnTo>
                  <a:pt x="282463" y="410232"/>
                </a:lnTo>
                <a:lnTo>
                  <a:pt x="281177" y="407028"/>
                </a:lnTo>
                <a:lnTo>
                  <a:pt x="280858" y="404062"/>
                </a:lnTo>
                <a:lnTo>
                  <a:pt x="281827" y="398320"/>
                </a:lnTo>
                <a:lnTo>
                  <a:pt x="282035" y="383044"/>
                </a:lnTo>
                <a:lnTo>
                  <a:pt x="281832" y="377928"/>
                </a:lnTo>
                <a:lnTo>
                  <a:pt x="281132" y="375715"/>
                </a:lnTo>
                <a:lnTo>
                  <a:pt x="279145" y="374127"/>
                </a:lnTo>
                <a:lnTo>
                  <a:pt x="261289" y="373915"/>
                </a:lnTo>
                <a:lnTo>
                  <a:pt x="260441" y="374764"/>
                </a:lnTo>
                <a:close/>
              </a:path>
            </a:pathLst>
          </a:cu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rker"/>
          <p:cNvSpPr/>
          <p:nvPr/>
        </p:nvSpPr>
        <p:spPr>
          <a:xfrm>
            <a:off x="576000" y="1440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itle: Строительство мостового перехо"/>
          <p:cNvSpPr txBox="1"/>
          <p:nvPr/>
        </p:nvSpPr>
        <p:spPr>
          <a:xfrm>
            <a:off x="547200" y="1745086"/>
            <a:ext cx="6408000" cy="63144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156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spc="-77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Строительство мостового перехода через реку</a:t>
            </a:r>
          </a:p>
          <a:p>
            <a:pPr algn="l">
              <a:lnSpc>
                <a:spcPts val="2156"/>
              </a:lnSpc>
              <a:spcBef>
                <a:spcPts val="0"/>
              </a:spcBef>
              <a:spcAft>
                <a:spcPts val="0"/>
              </a:spcAft>
            </a:pPr>
            <a:r>
              <a:rPr sz="2200" b="0" i="0" spc="-77">
                <a:solidFill>
                  <a:srgbClr val="F7F5F1"/>
                </a:solidFill>
                <a:latin typeface="Onest ExtraBold"/>
                <a:ea typeface="Onest ExtraBold"/>
                <a:cs typeface="Onest ExtraBold"/>
              </a:rPr>
              <a:t>Волга в г. Твери (Западный Мост)</a:t>
            </a:r>
          </a:p>
        </p:txBody>
      </p:sp>
      <p:sp>
        <p:nvSpPr>
          <p:cNvPr id="5" name="marker"/>
          <p:cNvSpPr/>
          <p:nvPr/>
        </p:nvSpPr>
        <p:spPr>
          <a:xfrm>
            <a:off x="576000" y="4392000"/>
            <a:ext cx="288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item: Переустройство воздушных линий"/>
          <p:cNvSpPr txBox="1"/>
          <p:nvPr/>
        </p:nvSpPr>
        <p:spPr>
          <a:xfrm>
            <a:off x="1008000" y="4291996"/>
            <a:ext cx="5904000" cy="22402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448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Переустройство воздушных линий электропередач напряжением 0,4-110кВ</a:t>
            </a:r>
          </a:p>
        </p:txBody>
      </p:sp>
      <p:pic>
        <p:nvPicPr>
          <p:cNvPr id="7" name="image" descr="0bec45b612b9ebdf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5346000"/>
            <a:ext cx="7560000" cy="5346000"/>
          </a:xfrm>
          <a:prstGeom prst="rect">
            <a:avLst/>
          </a:prstGeom>
        </p:spPr>
      </p:pic>
      <p:sp>
        <p:nvSpPr>
          <p:cNvPr id="8" name="band"/>
          <p:cNvSpPr/>
          <p:nvPr/>
        </p:nvSpPr>
        <p:spPr>
          <a:xfrm>
            <a:off x="0" y="5292000"/>
            <a:ext cx="7560000" cy="1080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plate"/>
          <p:cNvSpPr/>
          <p:nvPr/>
        </p:nvSpPr>
        <p:spPr>
          <a:xfrm>
            <a:off x="468000" y="10173600"/>
            <a:ext cx="335729" cy="5184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folio: 24"/>
          <p:cNvSpPr txBox="1"/>
          <p:nvPr/>
        </p:nvSpPr>
        <p:spPr>
          <a:xfrm>
            <a:off x="576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F7F5F1"/>
                </a:solidFill>
                <a:latin typeface="Onest SemiBold"/>
                <a:ea typeface="Onest SemiBold"/>
                <a:cs typeface="Onest SemiBol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image" descr="4ebc8e2b599d6543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5346000"/>
          </a:xfrm>
          <a:prstGeom prst="rect">
            <a:avLst/>
          </a:prstGeom>
        </p:spPr>
      </p:pic>
      <p:pic>
        <p:nvPicPr>
          <p:cNvPr id="5" name="image" descr="5d827d84c8545fb8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0" y="5346000"/>
            <a:ext cx="7560000" cy="5346000"/>
          </a:xfrm>
          <a:prstGeom prst="rect">
            <a:avLst/>
          </a:prstGeom>
        </p:spPr>
      </p:pic>
      <p:sp>
        <p:nvSpPr>
          <p:cNvPr id="6" name="band"/>
          <p:cNvSpPr/>
          <p:nvPr/>
        </p:nvSpPr>
        <p:spPr>
          <a:xfrm>
            <a:off x="0" y="5292000"/>
            <a:ext cx="7560000" cy="1080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frame"/>
          <p:cNvCxnSpPr/>
          <p:nvPr/>
        </p:nvCxnSpPr>
        <p:spPr>
          <a:xfrm>
            <a:off x="360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792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8" name="folio: 26"/>
          <p:cNvSpPr txBox="1"/>
          <p:nvPr/>
        </p:nvSpPr>
        <p:spPr>
          <a:xfrm>
            <a:off x="360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26</a:t>
            </a:r>
          </a:p>
        </p:txBody>
      </p:sp>
      <p:sp>
        <p:nvSpPr>
          <p:cNvPr id="49" name="marker"/>
          <p:cNvSpPr/>
          <p:nvPr/>
        </p:nvSpPr>
        <p:spPr>
          <a:xfrm>
            <a:off x="720000" y="122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itle: ГРАЖДАНСКОЕ"/>
          <p:cNvSpPr txBox="1"/>
          <p:nvPr/>
        </p:nvSpPr>
        <p:spPr>
          <a:xfrm>
            <a:off x="691200" y="1540770"/>
            <a:ext cx="6192000" cy="876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ГРАЖДАНСКОЕ</a:t>
            </a:r>
          </a:p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СТРОИТЕЛЬСТВО</a:t>
            </a:r>
          </a:p>
        </p:txBody>
      </p:sp>
      <p:cxnSp>
        <p:nvCxnSpPr>
          <p:cNvPr id="51" name="motif"/>
          <p:cNvCxnSpPr/>
          <p:nvPr/>
        </p:nvCxnSpPr>
        <p:spPr>
          <a:xfrm>
            <a:off x="720000" y="2846775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2" name="marker"/>
          <p:cNvSpPr/>
          <p:nvPr/>
        </p:nvSpPr>
        <p:spPr>
          <a:xfrm>
            <a:off x="720000" y="3026247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item: Строительство кирпичных многоэ"/>
          <p:cNvSpPr txBox="1"/>
          <p:nvPr/>
        </p:nvSpPr>
        <p:spPr>
          <a:xfrm>
            <a:off x="918000" y="2963572"/>
            <a:ext cx="5922000" cy="392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Строительство кирпичных многоэтажных жилых домов с индивидуальным отоплением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комфорт-класса</a:t>
            </a:r>
          </a:p>
        </p:txBody>
      </p:sp>
      <p:cxnSp>
        <p:nvCxnSpPr>
          <p:cNvPr id="54" name="motif"/>
          <p:cNvCxnSpPr/>
          <p:nvPr/>
        </p:nvCxnSpPr>
        <p:spPr>
          <a:xfrm>
            <a:off x="720000" y="3466418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pic>
        <p:nvPicPr>
          <p:cNvPr id="55" name="image" descr="4e7dc123e8109842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4248000"/>
            <a:ext cx="6408000" cy="1644000"/>
          </a:xfrm>
          <a:prstGeom prst="rect">
            <a:avLst/>
          </a:prstGeom>
        </p:spPr>
      </p:pic>
      <p:sp>
        <p:nvSpPr>
          <p:cNvPr id="56" name="caption: Ввод в эксплуатацию 2023г."/>
          <p:cNvSpPr txBox="1"/>
          <p:nvPr/>
        </p:nvSpPr>
        <p:spPr>
          <a:xfrm>
            <a:off x="576000" y="5982742"/>
            <a:ext cx="64080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5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Ввод в эксплуатацию 2023г.</a:t>
            </a:r>
          </a:p>
        </p:txBody>
      </p:sp>
      <p:pic>
        <p:nvPicPr>
          <p:cNvPr id="57" name="image" descr="1a1287fef172c69a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76000" y="6360000"/>
            <a:ext cx="3132000" cy="1644000"/>
          </a:xfrm>
          <a:prstGeom prst="rect">
            <a:avLst/>
          </a:prstGeom>
        </p:spPr>
      </p:pic>
      <p:pic>
        <p:nvPicPr>
          <p:cNvPr id="58" name="image" descr="35b20afcfa70c1d6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3852000" y="6360000"/>
            <a:ext cx="3132000" cy="1644000"/>
          </a:xfrm>
          <a:prstGeom prst="rect">
            <a:avLst/>
          </a:prstGeom>
        </p:spPr>
      </p:pic>
      <p:pic>
        <p:nvPicPr>
          <p:cNvPr id="59" name="image" descr="4dde79e08f4916f6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576000" y="8148000"/>
            <a:ext cx="3132000" cy="1644000"/>
          </a:xfrm>
          <a:prstGeom prst="rect">
            <a:avLst/>
          </a:prstGeom>
        </p:spPr>
      </p:pic>
      <p:pic>
        <p:nvPicPr>
          <p:cNvPr id="60" name="image" descr="a9ca9d09c4a235bb.jp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3852000" y="8148000"/>
            <a:ext cx="3132000" cy="1644000"/>
          </a:xfrm>
          <a:prstGeom prst="rect">
            <a:avLst/>
          </a:prstGeom>
        </p:spPr>
      </p:pic>
      <p:sp>
        <p:nvSpPr>
          <p:cNvPr id="61" name="caption: Ввод в эксплуатацию 2025г."/>
          <p:cNvSpPr txBox="1"/>
          <p:nvPr/>
        </p:nvSpPr>
        <p:spPr>
          <a:xfrm>
            <a:off x="576000" y="9882743"/>
            <a:ext cx="64080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5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Ввод в эксплуатацию 2025г.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6768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8" name="frame"/>
          <p:cNvCxnSpPr/>
          <p:nvPr/>
        </p:nvCxnSpPr>
        <p:spPr>
          <a:xfrm>
            <a:off x="6768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9" name="folio: 27"/>
          <p:cNvSpPr txBox="1"/>
          <p:nvPr/>
        </p:nvSpPr>
        <p:spPr>
          <a:xfrm>
            <a:off x="6768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27</a:t>
            </a:r>
          </a:p>
        </p:txBody>
      </p:sp>
      <p:sp>
        <p:nvSpPr>
          <p:cNvPr id="50" name="logo"/>
          <p:cNvSpPr/>
          <p:nvPr/>
        </p:nvSpPr>
        <p:spPr>
          <a:xfrm>
            <a:off x="5917789" y="684923"/>
            <a:ext cx="915433" cy="557688"/>
          </a:xfrm>
          <a:custGeom>
            <a:avLst/>
            <a:gdLst/>
            <a:ahLst/>
            <a:cxnLst/>
            <a:rect l="0" t="0" r="r" b="b"/>
            <a:pathLst>
              <a:path w="915433" h="557688">
                <a:moveTo>
                  <a:pt x="858111" y="266"/>
                </a:moveTo>
                <a:lnTo>
                  <a:pt x="853463" y="2115"/>
                </a:lnTo>
                <a:lnTo>
                  <a:pt x="849623" y="4145"/>
                </a:lnTo>
                <a:lnTo>
                  <a:pt x="843946" y="13345"/>
                </a:lnTo>
                <a:lnTo>
                  <a:pt x="819094" y="25899"/>
                </a:lnTo>
                <a:lnTo>
                  <a:pt x="811387" y="31009"/>
                </a:lnTo>
                <a:lnTo>
                  <a:pt x="802219" y="38294"/>
                </a:lnTo>
                <a:lnTo>
                  <a:pt x="799654" y="41244"/>
                </a:lnTo>
                <a:lnTo>
                  <a:pt x="797023" y="45753"/>
                </a:lnTo>
                <a:lnTo>
                  <a:pt x="792628" y="51177"/>
                </a:lnTo>
                <a:lnTo>
                  <a:pt x="791421" y="53752"/>
                </a:lnTo>
                <a:lnTo>
                  <a:pt x="791373" y="55684"/>
                </a:lnTo>
                <a:lnTo>
                  <a:pt x="792210" y="57654"/>
                </a:lnTo>
                <a:lnTo>
                  <a:pt x="795817" y="60988"/>
                </a:lnTo>
                <a:lnTo>
                  <a:pt x="796310" y="62078"/>
                </a:lnTo>
                <a:lnTo>
                  <a:pt x="794953" y="62875"/>
                </a:lnTo>
                <a:lnTo>
                  <a:pt x="790868" y="63989"/>
                </a:lnTo>
                <a:lnTo>
                  <a:pt x="789532" y="64939"/>
                </a:lnTo>
                <a:lnTo>
                  <a:pt x="786893" y="70284"/>
                </a:lnTo>
                <a:lnTo>
                  <a:pt x="781022" y="76463"/>
                </a:lnTo>
                <a:lnTo>
                  <a:pt x="779077" y="79310"/>
                </a:lnTo>
                <a:lnTo>
                  <a:pt x="776964" y="83462"/>
                </a:lnTo>
                <a:lnTo>
                  <a:pt x="775584" y="83955"/>
                </a:lnTo>
                <a:lnTo>
                  <a:pt x="773687" y="83799"/>
                </a:lnTo>
                <a:lnTo>
                  <a:pt x="768554" y="81356"/>
                </a:lnTo>
                <a:lnTo>
                  <a:pt x="767201" y="81090"/>
                </a:lnTo>
                <a:lnTo>
                  <a:pt x="761837" y="82375"/>
                </a:lnTo>
                <a:lnTo>
                  <a:pt x="758028" y="83830"/>
                </a:lnTo>
                <a:lnTo>
                  <a:pt x="755555" y="85435"/>
                </a:lnTo>
                <a:lnTo>
                  <a:pt x="754261" y="86887"/>
                </a:lnTo>
                <a:lnTo>
                  <a:pt x="748309" y="95867"/>
                </a:lnTo>
                <a:lnTo>
                  <a:pt x="744705" y="98534"/>
                </a:lnTo>
                <a:lnTo>
                  <a:pt x="742150" y="99336"/>
                </a:lnTo>
                <a:lnTo>
                  <a:pt x="740271" y="99350"/>
                </a:lnTo>
                <a:lnTo>
                  <a:pt x="735088" y="96041"/>
                </a:lnTo>
                <a:lnTo>
                  <a:pt x="732066" y="95265"/>
                </a:lnTo>
                <a:lnTo>
                  <a:pt x="728863" y="95415"/>
                </a:lnTo>
                <a:lnTo>
                  <a:pt x="725641" y="96484"/>
                </a:lnTo>
                <a:lnTo>
                  <a:pt x="719601" y="100274"/>
                </a:lnTo>
                <a:lnTo>
                  <a:pt x="703971" y="107876"/>
                </a:lnTo>
                <a:lnTo>
                  <a:pt x="702340" y="109136"/>
                </a:lnTo>
                <a:lnTo>
                  <a:pt x="700788" y="111667"/>
                </a:lnTo>
                <a:lnTo>
                  <a:pt x="701565" y="118091"/>
                </a:lnTo>
                <a:lnTo>
                  <a:pt x="703511" y="122238"/>
                </a:lnTo>
                <a:lnTo>
                  <a:pt x="703421" y="124192"/>
                </a:lnTo>
                <a:lnTo>
                  <a:pt x="701570" y="125583"/>
                </a:lnTo>
                <a:lnTo>
                  <a:pt x="696269" y="127243"/>
                </a:lnTo>
                <a:lnTo>
                  <a:pt x="693324" y="129322"/>
                </a:lnTo>
                <a:lnTo>
                  <a:pt x="691634" y="128930"/>
                </a:lnTo>
                <a:lnTo>
                  <a:pt x="688617" y="127130"/>
                </a:lnTo>
                <a:lnTo>
                  <a:pt x="682037" y="122772"/>
                </a:lnTo>
                <a:lnTo>
                  <a:pt x="673845" y="116697"/>
                </a:lnTo>
                <a:lnTo>
                  <a:pt x="657531" y="105851"/>
                </a:lnTo>
                <a:lnTo>
                  <a:pt x="647924" y="99069"/>
                </a:lnTo>
                <a:lnTo>
                  <a:pt x="636176" y="89885"/>
                </a:lnTo>
                <a:lnTo>
                  <a:pt x="616545" y="75645"/>
                </a:lnTo>
                <a:lnTo>
                  <a:pt x="613507" y="73926"/>
                </a:lnTo>
                <a:lnTo>
                  <a:pt x="612062" y="74111"/>
                </a:lnTo>
                <a:lnTo>
                  <a:pt x="611388" y="75142"/>
                </a:lnTo>
                <a:lnTo>
                  <a:pt x="611958" y="77336"/>
                </a:lnTo>
                <a:lnTo>
                  <a:pt x="612782" y="78599"/>
                </a:lnTo>
                <a:lnTo>
                  <a:pt x="614919" y="80371"/>
                </a:lnTo>
                <a:lnTo>
                  <a:pt x="631538" y="92543"/>
                </a:lnTo>
                <a:lnTo>
                  <a:pt x="651501" y="106510"/>
                </a:lnTo>
                <a:lnTo>
                  <a:pt x="663667" y="115694"/>
                </a:lnTo>
                <a:lnTo>
                  <a:pt x="668578" y="119003"/>
                </a:lnTo>
                <a:lnTo>
                  <a:pt x="672656" y="120954"/>
                </a:lnTo>
                <a:lnTo>
                  <a:pt x="677277" y="123804"/>
                </a:lnTo>
                <a:lnTo>
                  <a:pt x="680901" y="126689"/>
                </a:lnTo>
                <a:lnTo>
                  <a:pt x="682657" y="128703"/>
                </a:lnTo>
                <a:lnTo>
                  <a:pt x="683258" y="130221"/>
                </a:lnTo>
                <a:lnTo>
                  <a:pt x="683823" y="139204"/>
                </a:lnTo>
                <a:lnTo>
                  <a:pt x="681634" y="139233"/>
                </a:lnTo>
                <a:lnTo>
                  <a:pt x="680214" y="138295"/>
                </a:lnTo>
                <a:lnTo>
                  <a:pt x="678941" y="136477"/>
                </a:lnTo>
                <a:lnTo>
                  <a:pt x="677406" y="133100"/>
                </a:lnTo>
                <a:lnTo>
                  <a:pt x="675922" y="131149"/>
                </a:lnTo>
                <a:lnTo>
                  <a:pt x="668855" y="123911"/>
                </a:lnTo>
                <a:lnTo>
                  <a:pt x="666737" y="122141"/>
                </a:lnTo>
                <a:lnTo>
                  <a:pt x="665166" y="121431"/>
                </a:lnTo>
                <a:lnTo>
                  <a:pt x="663750" y="121606"/>
                </a:lnTo>
                <a:lnTo>
                  <a:pt x="660047" y="123325"/>
                </a:lnTo>
                <a:lnTo>
                  <a:pt x="652776" y="123534"/>
                </a:lnTo>
                <a:lnTo>
                  <a:pt x="649575" y="127906"/>
                </a:lnTo>
                <a:lnTo>
                  <a:pt x="648321" y="132868"/>
                </a:lnTo>
                <a:lnTo>
                  <a:pt x="647199" y="133705"/>
                </a:lnTo>
                <a:lnTo>
                  <a:pt x="644783" y="134599"/>
                </a:lnTo>
                <a:lnTo>
                  <a:pt x="642926" y="134578"/>
                </a:lnTo>
                <a:lnTo>
                  <a:pt x="638671" y="132254"/>
                </a:lnTo>
                <a:lnTo>
                  <a:pt x="636203" y="131526"/>
                </a:lnTo>
                <a:lnTo>
                  <a:pt x="629204" y="133150"/>
                </a:lnTo>
                <a:lnTo>
                  <a:pt x="626261" y="133449"/>
                </a:lnTo>
                <a:lnTo>
                  <a:pt x="624382" y="133208"/>
                </a:lnTo>
                <a:lnTo>
                  <a:pt x="620817" y="130387"/>
                </a:lnTo>
                <a:lnTo>
                  <a:pt x="619264" y="128131"/>
                </a:lnTo>
                <a:lnTo>
                  <a:pt x="620563" y="123332"/>
                </a:lnTo>
                <a:lnTo>
                  <a:pt x="621211" y="115917"/>
                </a:lnTo>
                <a:lnTo>
                  <a:pt x="620977" y="112754"/>
                </a:lnTo>
                <a:lnTo>
                  <a:pt x="619611" y="110632"/>
                </a:lnTo>
                <a:lnTo>
                  <a:pt x="614668" y="106026"/>
                </a:lnTo>
                <a:lnTo>
                  <a:pt x="611673" y="104047"/>
                </a:lnTo>
                <a:lnTo>
                  <a:pt x="609159" y="103476"/>
                </a:lnTo>
                <a:lnTo>
                  <a:pt x="602035" y="103248"/>
                </a:lnTo>
                <a:lnTo>
                  <a:pt x="599432" y="102814"/>
                </a:lnTo>
                <a:lnTo>
                  <a:pt x="598625" y="102106"/>
                </a:lnTo>
                <a:lnTo>
                  <a:pt x="597853" y="98823"/>
                </a:lnTo>
                <a:lnTo>
                  <a:pt x="597034" y="97455"/>
                </a:lnTo>
                <a:lnTo>
                  <a:pt x="595404" y="96437"/>
                </a:lnTo>
                <a:lnTo>
                  <a:pt x="591393" y="94995"/>
                </a:lnTo>
                <a:lnTo>
                  <a:pt x="586823" y="96677"/>
                </a:lnTo>
                <a:lnTo>
                  <a:pt x="584039" y="98964"/>
                </a:lnTo>
                <a:lnTo>
                  <a:pt x="584527" y="109102"/>
                </a:lnTo>
                <a:lnTo>
                  <a:pt x="585183" y="112200"/>
                </a:lnTo>
                <a:lnTo>
                  <a:pt x="585532" y="112597"/>
                </a:lnTo>
                <a:lnTo>
                  <a:pt x="586504" y="112568"/>
                </a:lnTo>
                <a:lnTo>
                  <a:pt x="589889" y="110595"/>
                </a:lnTo>
                <a:lnTo>
                  <a:pt x="591315" y="110649"/>
                </a:lnTo>
                <a:lnTo>
                  <a:pt x="592906" y="111289"/>
                </a:lnTo>
                <a:lnTo>
                  <a:pt x="601214" y="117455"/>
                </a:lnTo>
                <a:lnTo>
                  <a:pt x="607516" y="123404"/>
                </a:lnTo>
                <a:lnTo>
                  <a:pt x="607935" y="125404"/>
                </a:lnTo>
                <a:lnTo>
                  <a:pt x="607634" y="126556"/>
                </a:lnTo>
                <a:lnTo>
                  <a:pt x="605981" y="129415"/>
                </a:lnTo>
                <a:lnTo>
                  <a:pt x="601738" y="134922"/>
                </a:lnTo>
                <a:lnTo>
                  <a:pt x="600637" y="137786"/>
                </a:lnTo>
                <a:lnTo>
                  <a:pt x="600646" y="139245"/>
                </a:lnTo>
                <a:lnTo>
                  <a:pt x="601284" y="141593"/>
                </a:lnTo>
                <a:lnTo>
                  <a:pt x="602443" y="143616"/>
                </a:lnTo>
                <a:lnTo>
                  <a:pt x="603989" y="145171"/>
                </a:lnTo>
                <a:lnTo>
                  <a:pt x="606665" y="146350"/>
                </a:lnTo>
                <a:lnTo>
                  <a:pt x="610013" y="146521"/>
                </a:lnTo>
                <a:lnTo>
                  <a:pt x="614826" y="145819"/>
                </a:lnTo>
                <a:lnTo>
                  <a:pt x="619531" y="144077"/>
                </a:lnTo>
                <a:lnTo>
                  <a:pt x="623150" y="144605"/>
                </a:lnTo>
                <a:lnTo>
                  <a:pt x="627606" y="143541"/>
                </a:lnTo>
                <a:lnTo>
                  <a:pt x="629650" y="144356"/>
                </a:lnTo>
                <a:lnTo>
                  <a:pt x="657484" y="167917"/>
                </a:lnTo>
                <a:lnTo>
                  <a:pt x="658694" y="169349"/>
                </a:lnTo>
                <a:lnTo>
                  <a:pt x="661813" y="171567"/>
                </a:lnTo>
                <a:lnTo>
                  <a:pt x="670253" y="178777"/>
                </a:lnTo>
                <a:lnTo>
                  <a:pt x="678590" y="186344"/>
                </a:lnTo>
                <a:lnTo>
                  <a:pt x="684278" y="190526"/>
                </a:lnTo>
                <a:lnTo>
                  <a:pt x="686503" y="193258"/>
                </a:lnTo>
                <a:lnTo>
                  <a:pt x="693039" y="198768"/>
                </a:lnTo>
                <a:lnTo>
                  <a:pt x="697304" y="201877"/>
                </a:lnTo>
                <a:lnTo>
                  <a:pt x="698296" y="203039"/>
                </a:lnTo>
                <a:lnTo>
                  <a:pt x="700492" y="203450"/>
                </a:lnTo>
                <a:lnTo>
                  <a:pt x="701435" y="202737"/>
                </a:lnTo>
                <a:lnTo>
                  <a:pt x="701385" y="201740"/>
                </a:lnTo>
                <a:lnTo>
                  <a:pt x="697995" y="198475"/>
                </a:lnTo>
                <a:lnTo>
                  <a:pt x="694690" y="196061"/>
                </a:lnTo>
                <a:lnTo>
                  <a:pt x="689611" y="191311"/>
                </a:lnTo>
                <a:lnTo>
                  <a:pt x="685395" y="188884"/>
                </a:lnTo>
                <a:lnTo>
                  <a:pt x="682408" y="186636"/>
                </a:lnTo>
                <a:lnTo>
                  <a:pt x="680737" y="184647"/>
                </a:lnTo>
                <a:lnTo>
                  <a:pt x="673886" y="179695"/>
                </a:lnTo>
                <a:lnTo>
                  <a:pt x="641655" y="149671"/>
                </a:lnTo>
                <a:lnTo>
                  <a:pt x="640267" y="147711"/>
                </a:lnTo>
                <a:lnTo>
                  <a:pt x="640269" y="145590"/>
                </a:lnTo>
                <a:lnTo>
                  <a:pt x="642070" y="144334"/>
                </a:lnTo>
                <a:lnTo>
                  <a:pt x="649417" y="142920"/>
                </a:lnTo>
                <a:lnTo>
                  <a:pt x="653274" y="141439"/>
                </a:lnTo>
                <a:lnTo>
                  <a:pt x="655339" y="139924"/>
                </a:lnTo>
                <a:lnTo>
                  <a:pt x="656901" y="138059"/>
                </a:lnTo>
                <a:lnTo>
                  <a:pt x="659112" y="133291"/>
                </a:lnTo>
                <a:lnTo>
                  <a:pt x="660779" y="132532"/>
                </a:lnTo>
                <a:lnTo>
                  <a:pt x="662711" y="132498"/>
                </a:lnTo>
                <a:lnTo>
                  <a:pt x="665747" y="133599"/>
                </a:lnTo>
                <a:lnTo>
                  <a:pt x="667819" y="135318"/>
                </a:lnTo>
                <a:lnTo>
                  <a:pt x="668780" y="142087"/>
                </a:lnTo>
                <a:lnTo>
                  <a:pt x="678592" y="149311"/>
                </a:lnTo>
                <a:lnTo>
                  <a:pt x="681699" y="149998"/>
                </a:lnTo>
                <a:lnTo>
                  <a:pt x="695356" y="150779"/>
                </a:lnTo>
                <a:lnTo>
                  <a:pt x="696687" y="149451"/>
                </a:lnTo>
                <a:lnTo>
                  <a:pt x="696928" y="148470"/>
                </a:lnTo>
                <a:lnTo>
                  <a:pt x="695123" y="143902"/>
                </a:lnTo>
                <a:lnTo>
                  <a:pt x="695053" y="141716"/>
                </a:lnTo>
                <a:lnTo>
                  <a:pt x="696360" y="140490"/>
                </a:lnTo>
                <a:lnTo>
                  <a:pt x="699386" y="140412"/>
                </a:lnTo>
                <a:lnTo>
                  <a:pt x="706003" y="144200"/>
                </a:lnTo>
                <a:lnTo>
                  <a:pt x="711355" y="148094"/>
                </a:lnTo>
                <a:lnTo>
                  <a:pt x="716447" y="151087"/>
                </a:lnTo>
                <a:lnTo>
                  <a:pt x="738627" y="165937"/>
                </a:lnTo>
                <a:lnTo>
                  <a:pt x="740052" y="166487"/>
                </a:lnTo>
                <a:lnTo>
                  <a:pt x="741365" y="166309"/>
                </a:lnTo>
                <a:lnTo>
                  <a:pt x="741833" y="165959"/>
                </a:lnTo>
                <a:lnTo>
                  <a:pt x="741974" y="164861"/>
                </a:lnTo>
                <a:lnTo>
                  <a:pt x="741152" y="163409"/>
                </a:lnTo>
                <a:lnTo>
                  <a:pt x="739487" y="161819"/>
                </a:lnTo>
                <a:lnTo>
                  <a:pt x="716244" y="146271"/>
                </a:lnTo>
                <a:lnTo>
                  <a:pt x="711804" y="142824"/>
                </a:lnTo>
                <a:lnTo>
                  <a:pt x="706483" y="139519"/>
                </a:lnTo>
                <a:lnTo>
                  <a:pt x="703733" y="136696"/>
                </a:lnTo>
                <a:lnTo>
                  <a:pt x="703208" y="135382"/>
                </a:lnTo>
                <a:lnTo>
                  <a:pt x="703454" y="134803"/>
                </a:lnTo>
                <a:lnTo>
                  <a:pt x="707688" y="133145"/>
                </a:lnTo>
                <a:lnTo>
                  <a:pt x="715789" y="125456"/>
                </a:lnTo>
                <a:lnTo>
                  <a:pt x="715570" y="122097"/>
                </a:lnTo>
                <a:lnTo>
                  <a:pt x="711485" y="116596"/>
                </a:lnTo>
                <a:lnTo>
                  <a:pt x="711183" y="115517"/>
                </a:lnTo>
                <a:lnTo>
                  <a:pt x="711587" y="114207"/>
                </a:lnTo>
                <a:lnTo>
                  <a:pt x="715724" y="111617"/>
                </a:lnTo>
                <a:lnTo>
                  <a:pt x="723728" y="108394"/>
                </a:lnTo>
                <a:lnTo>
                  <a:pt x="732492" y="109248"/>
                </a:lnTo>
                <a:lnTo>
                  <a:pt x="750680" y="106193"/>
                </a:lnTo>
                <a:lnTo>
                  <a:pt x="752452" y="105000"/>
                </a:lnTo>
                <a:lnTo>
                  <a:pt x="753804" y="103529"/>
                </a:lnTo>
                <a:lnTo>
                  <a:pt x="760785" y="93305"/>
                </a:lnTo>
                <a:lnTo>
                  <a:pt x="763050" y="91142"/>
                </a:lnTo>
                <a:lnTo>
                  <a:pt x="764161" y="90545"/>
                </a:lnTo>
                <a:lnTo>
                  <a:pt x="765280" y="90263"/>
                </a:lnTo>
                <a:lnTo>
                  <a:pt x="767594" y="90627"/>
                </a:lnTo>
                <a:lnTo>
                  <a:pt x="771077" y="92738"/>
                </a:lnTo>
                <a:lnTo>
                  <a:pt x="774160" y="93555"/>
                </a:lnTo>
                <a:lnTo>
                  <a:pt x="779053" y="93822"/>
                </a:lnTo>
                <a:lnTo>
                  <a:pt x="781342" y="93088"/>
                </a:lnTo>
                <a:lnTo>
                  <a:pt x="783144" y="91262"/>
                </a:lnTo>
                <a:lnTo>
                  <a:pt x="786206" y="84977"/>
                </a:lnTo>
                <a:lnTo>
                  <a:pt x="788015" y="82203"/>
                </a:lnTo>
                <a:lnTo>
                  <a:pt x="795898" y="73428"/>
                </a:lnTo>
                <a:lnTo>
                  <a:pt x="803725" y="68394"/>
                </a:lnTo>
                <a:lnTo>
                  <a:pt x="807410" y="64885"/>
                </a:lnTo>
                <a:lnTo>
                  <a:pt x="807718" y="63655"/>
                </a:lnTo>
                <a:lnTo>
                  <a:pt x="807295" y="61938"/>
                </a:lnTo>
                <a:lnTo>
                  <a:pt x="803692" y="55154"/>
                </a:lnTo>
                <a:lnTo>
                  <a:pt x="803341" y="53700"/>
                </a:lnTo>
                <a:lnTo>
                  <a:pt x="804033" y="51373"/>
                </a:lnTo>
                <a:lnTo>
                  <a:pt x="806940" y="46561"/>
                </a:lnTo>
                <a:lnTo>
                  <a:pt x="810070" y="43115"/>
                </a:lnTo>
                <a:lnTo>
                  <a:pt x="816159" y="38500"/>
                </a:lnTo>
                <a:lnTo>
                  <a:pt x="825805" y="32319"/>
                </a:lnTo>
                <a:lnTo>
                  <a:pt x="827951" y="31285"/>
                </a:lnTo>
                <a:lnTo>
                  <a:pt x="829812" y="31057"/>
                </a:lnTo>
                <a:lnTo>
                  <a:pt x="831786" y="32172"/>
                </a:lnTo>
                <a:lnTo>
                  <a:pt x="846350" y="44675"/>
                </a:lnTo>
                <a:lnTo>
                  <a:pt x="852211" y="48367"/>
                </a:lnTo>
                <a:lnTo>
                  <a:pt x="853226" y="49973"/>
                </a:lnTo>
                <a:lnTo>
                  <a:pt x="854918" y="55204"/>
                </a:lnTo>
                <a:lnTo>
                  <a:pt x="856544" y="57769"/>
                </a:lnTo>
                <a:lnTo>
                  <a:pt x="859118" y="59307"/>
                </a:lnTo>
                <a:lnTo>
                  <a:pt x="867163" y="61696"/>
                </a:lnTo>
                <a:lnTo>
                  <a:pt x="868614" y="62686"/>
                </a:lnTo>
                <a:lnTo>
                  <a:pt x="870104" y="64408"/>
                </a:lnTo>
                <a:lnTo>
                  <a:pt x="869974" y="75509"/>
                </a:lnTo>
                <a:lnTo>
                  <a:pt x="872909" y="93684"/>
                </a:lnTo>
                <a:lnTo>
                  <a:pt x="874609" y="100312"/>
                </a:lnTo>
                <a:lnTo>
                  <a:pt x="874726" y="102824"/>
                </a:lnTo>
                <a:lnTo>
                  <a:pt x="873818" y="104738"/>
                </a:lnTo>
                <a:lnTo>
                  <a:pt x="870692" y="107498"/>
                </a:lnTo>
                <a:lnTo>
                  <a:pt x="868715" y="110262"/>
                </a:lnTo>
                <a:lnTo>
                  <a:pt x="867301" y="114459"/>
                </a:lnTo>
                <a:lnTo>
                  <a:pt x="865305" y="123301"/>
                </a:lnTo>
                <a:lnTo>
                  <a:pt x="864361" y="125045"/>
                </a:lnTo>
                <a:lnTo>
                  <a:pt x="863323" y="125020"/>
                </a:lnTo>
                <a:lnTo>
                  <a:pt x="859553" y="121623"/>
                </a:lnTo>
                <a:lnTo>
                  <a:pt x="856459" y="118087"/>
                </a:lnTo>
                <a:lnTo>
                  <a:pt x="853275" y="113250"/>
                </a:lnTo>
                <a:lnTo>
                  <a:pt x="850955" y="111356"/>
                </a:lnTo>
                <a:lnTo>
                  <a:pt x="849592" y="111609"/>
                </a:lnTo>
                <a:lnTo>
                  <a:pt x="848096" y="112556"/>
                </a:lnTo>
                <a:lnTo>
                  <a:pt x="836958" y="121792"/>
                </a:lnTo>
                <a:lnTo>
                  <a:pt x="836556" y="122875"/>
                </a:lnTo>
                <a:lnTo>
                  <a:pt x="836890" y="124161"/>
                </a:lnTo>
                <a:lnTo>
                  <a:pt x="841568" y="130054"/>
                </a:lnTo>
                <a:lnTo>
                  <a:pt x="842301" y="131635"/>
                </a:lnTo>
                <a:lnTo>
                  <a:pt x="842125" y="132828"/>
                </a:lnTo>
                <a:lnTo>
                  <a:pt x="841032" y="133667"/>
                </a:lnTo>
                <a:lnTo>
                  <a:pt x="836886" y="134872"/>
                </a:lnTo>
                <a:lnTo>
                  <a:pt x="833427" y="137230"/>
                </a:lnTo>
                <a:lnTo>
                  <a:pt x="829855" y="141009"/>
                </a:lnTo>
                <a:lnTo>
                  <a:pt x="825895" y="146725"/>
                </a:lnTo>
                <a:lnTo>
                  <a:pt x="826183" y="156175"/>
                </a:lnTo>
                <a:lnTo>
                  <a:pt x="829258" y="170522"/>
                </a:lnTo>
                <a:lnTo>
                  <a:pt x="831856" y="176726"/>
                </a:lnTo>
                <a:lnTo>
                  <a:pt x="832149" y="178967"/>
                </a:lnTo>
                <a:lnTo>
                  <a:pt x="831933" y="179851"/>
                </a:lnTo>
                <a:lnTo>
                  <a:pt x="831471" y="180587"/>
                </a:lnTo>
                <a:lnTo>
                  <a:pt x="829798" y="181645"/>
                </a:lnTo>
                <a:lnTo>
                  <a:pt x="822704" y="182989"/>
                </a:lnTo>
                <a:lnTo>
                  <a:pt x="819141" y="184410"/>
                </a:lnTo>
                <a:lnTo>
                  <a:pt x="817637" y="185388"/>
                </a:lnTo>
                <a:lnTo>
                  <a:pt x="816297" y="186558"/>
                </a:lnTo>
                <a:lnTo>
                  <a:pt x="814048" y="189524"/>
                </a:lnTo>
                <a:lnTo>
                  <a:pt x="811348" y="195348"/>
                </a:lnTo>
                <a:lnTo>
                  <a:pt x="809619" y="197600"/>
                </a:lnTo>
                <a:lnTo>
                  <a:pt x="809447" y="198853"/>
                </a:lnTo>
                <a:lnTo>
                  <a:pt x="810527" y="200196"/>
                </a:lnTo>
                <a:lnTo>
                  <a:pt x="812967" y="201875"/>
                </a:lnTo>
                <a:lnTo>
                  <a:pt x="815309" y="202882"/>
                </a:lnTo>
                <a:lnTo>
                  <a:pt x="816583" y="202838"/>
                </a:lnTo>
                <a:lnTo>
                  <a:pt x="818512" y="201683"/>
                </a:lnTo>
                <a:lnTo>
                  <a:pt x="820766" y="199326"/>
                </a:lnTo>
                <a:lnTo>
                  <a:pt x="822317" y="193486"/>
                </a:lnTo>
                <a:lnTo>
                  <a:pt x="824008" y="191473"/>
                </a:lnTo>
                <a:lnTo>
                  <a:pt x="826312" y="190935"/>
                </a:lnTo>
                <a:lnTo>
                  <a:pt x="830013" y="193701"/>
                </a:lnTo>
                <a:lnTo>
                  <a:pt x="832330" y="194152"/>
                </a:lnTo>
                <a:lnTo>
                  <a:pt x="834056" y="193945"/>
                </a:lnTo>
                <a:lnTo>
                  <a:pt x="835469" y="193276"/>
                </a:lnTo>
                <a:lnTo>
                  <a:pt x="837152" y="191255"/>
                </a:lnTo>
                <a:lnTo>
                  <a:pt x="839514" y="185433"/>
                </a:lnTo>
                <a:lnTo>
                  <a:pt x="841841" y="181668"/>
                </a:lnTo>
                <a:lnTo>
                  <a:pt x="844588" y="178156"/>
                </a:lnTo>
                <a:lnTo>
                  <a:pt x="845372" y="175763"/>
                </a:lnTo>
                <a:lnTo>
                  <a:pt x="844504" y="173758"/>
                </a:lnTo>
                <a:lnTo>
                  <a:pt x="840168" y="171589"/>
                </a:lnTo>
                <a:lnTo>
                  <a:pt x="838458" y="168865"/>
                </a:lnTo>
                <a:lnTo>
                  <a:pt x="836698" y="162744"/>
                </a:lnTo>
                <a:lnTo>
                  <a:pt x="835526" y="156971"/>
                </a:lnTo>
                <a:lnTo>
                  <a:pt x="835004" y="152214"/>
                </a:lnTo>
                <a:lnTo>
                  <a:pt x="835213" y="149149"/>
                </a:lnTo>
                <a:lnTo>
                  <a:pt x="837511" y="145764"/>
                </a:lnTo>
                <a:lnTo>
                  <a:pt x="839403" y="144239"/>
                </a:lnTo>
                <a:lnTo>
                  <a:pt x="840436" y="143884"/>
                </a:lnTo>
                <a:lnTo>
                  <a:pt x="846211" y="146766"/>
                </a:lnTo>
                <a:lnTo>
                  <a:pt x="849681" y="146887"/>
                </a:lnTo>
                <a:lnTo>
                  <a:pt x="850690" y="146434"/>
                </a:lnTo>
                <a:lnTo>
                  <a:pt x="851362" y="143978"/>
                </a:lnTo>
                <a:lnTo>
                  <a:pt x="851979" y="130861"/>
                </a:lnTo>
                <a:lnTo>
                  <a:pt x="852357" y="129270"/>
                </a:lnTo>
                <a:lnTo>
                  <a:pt x="853315" y="128633"/>
                </a:lnTo>
                <a:lnTo>
                  <a:pt x="854536" y="129321"/>
                </a:lnTo>
                <a:lnTo>
                  <a:pt x="855317" y="131077"/>
                </a:lnTo>
                <a:lnTo>
                  <a:pt x="856412" y="145476"/>
                </a:lnTo>
                <a:lnTo>
                  <a:pt x="859318" y="158378"/>
                </a:lnTo>
                <a:lnTo>
                  <a:pt x="861679" y="166881"/>
                </a:lnTo>
                <a:lnTo>
                  <a:pt x="861902" y="169360"/>
                </a:lnTo>
                <a:lnTo>
                  <a:pt x="861054" y="175071"/>
                </a:lnTo>
                <a:lnTo>
                  <a:pt x="861161" y="177504"/>
                </a:lnTo>
                <a:lnTo>
                  <a:pt x="863638" y="183069"/>
                </a:lnTo>
                <a:lnTo>
                  <a:pt x="866385" y="191770"/>
                </a:lnTo>
                <a:lnTo>
                  <a:pt x="869163" y="195755"/>
                </a:lnTo>
                <a:lnTo>
                  <a:pt x="872982" y="199971"/>
                </a:lnTo>
                <a:lnTo>
                  <a:pt x="876025" y="202717"/>
                </a:lnTo>
                <a:lnTo>
                  <a:pt x="880832" y="206209"/>
                </a:lnTo>
                <a:lnTo>
                  <a:pt x="897604" y="216643"/>
                </a:lnTo>
                <a:lnTo>
                  <a:pt x="908965" y="223110"/>
                </a:lnTo>
                <a:lnTo>
                  <a:pt x="912045" y="224077"/>
                </a:lnTo>
                <a:lnTo>
                  <a:pt x="914343" y="223943"/>
                </a:lnTo>
                <a:lnTo>
                  <a:pt x="915081" y="223146"/>
                </a:lnTo>
                <a:lnTo>
                  <a:pt x="915433" y="221622"/>
                </a:lnTo>
                <a:lnTo>
                  <a:pt x="915107" y="213165"/>
                </a:lnTo>
                <a:lnTo>
                  <a:pt x="909418" y="202253"/>
                </a:lnTo>
                <a:lnTo>
                  <a:pt x="908874" y="192366"/>
                </a:lnTo>
                <a:lnTo>
                  <a:pt x="907293" y="190058"/>
                </a:lnTo>
                <a:lnTo>
                  <a:pt x="902989" y="185210"/>
                </a:lnTo>
                <a:lnTo>
                  <a:pt x="905594" y="179005"/>
                </a:lnTo>
                <a:lnTo>
                  <a:pt x="905747" y="175370"/>
                </a:lnTo>
                <a:lnTo>
                  <a:pt x="904005" y="172591"/>
                </a:lnTo>
                <a:lnTo>
                  <a:pt x="899437" y="169784"/>
                </a:lnTo>
                <a:lnTo>
                  <a:pt x="898638" y="168820"/>
                </a:lnTo>
                <a:lnTo>
                  <a:pt x="898126" y="166377"/>
                </a:lnTo>
                <a:lnTo>
                  <a:pt x="897766" y="158509"/>
                </a:lnTo>
                <a:lnTo>
                  <a:pt x="895222" y="157046"/>
                </a:lnTo>
                <a:lnTo>
                  <a:pt x="890579" y="156044"/>
                </a:lnTo>
                <a:lnTo>
                  <a:pt x="885940" y="151518"/>
                </a:lnTo>
                <a:lnTo>
                  <a:pt x="884003" y="150246"/>
                </a:lnTo>
                <a:lnTo>
                  <a:pt x="882775" y="150106"/>
                </a:lnTo>
                <a:lnTo>
                  <a:pt x="878510" y="151254"/>
                </a:lnTo>
                <a:lnTo>
                  <a:pt x="876915" y="151196"/>
                </a:lnTo>
                <a:lnTo>
                  <a:pt x="874421" y="147494"/>
                </a:lnTo>
                <a:lnTo>
                  <a:pt x="869394" y="137783"/>
                </a:lnTo>
                <a:lnTo>
                  <a:pt x="872571" y="131840"/>
                </a:lnTo>
                <a:lnTo>
                  <a:pt x="875188" y="128812"/>
                </a:lnTo>
                <a:lnTo>
                  <a:pt x="875975" y="127264"/>
                </a:lnTo>
                <a:lnTo>
                  <a:pt x="875510" y="118407"/>
                </a:lnTo>
                <a:lnTo>
                  <a:pt x="876279" y="114654"/>
                </a:lnTo>
                <a:lnTo>
                  <a:pt x="878127" y="113365"/>
                </a:lnTo>
                <a:lnTo>
                  <a:pt x="884646" y="110624"/>
                </a:lnTo>
                <a:lnTo>
                  <a:pt x="885779" y="109463"/>
                </a:lnTo>
                <a:lnTo>
                  <a:pt x="885970" y="108747"/>
                </a:lnTo>
                <a:lnTo>
                  <a:pt x="885690" y="106857"/>
                </a:lnTo>
                <a:lnTo>
                  <a:pt x="883633" y="101509"/>
                </a:lnTo>
                <a:lnTo>
                  <a:pt x="882511" y="97047"/>
                </a:lnTo>
                <a:lnTo>
                  <a:pt x="879394" y="78648"/>
                </a:lnTo>
                <a:lnTo>
                  <a:pt x="878754" y="70717"/>
                </a:lnTo>
                <a:lnTo>
                  <a:pt x="878754" y="67918"/>
                </a:lnTo>
                <a:lnTo>
                  <a:pt x="885439" y="60898"/>
                </a:lnTo>
                <a:lnTo>
                  <a:pt x="885439" y="57179"/>
                </a:lnTo>
                <a:lnTo>
                  <a:pt x="881965" y="54264"/>
                </a:lnTo>
                <a:lnTo>
                  <a:pt x="879720" y="53240"/>
                </a:lnTo>
                <a:lnTo>
                  <a:pt x="876989" y="53006"/>
                </a:lnTo>
                <a:lnTo>
                  <a:pt x="872192" y="53408"/>
                </a:lnTo>
                <a:lnTo>
                  <a:pt x="867372" y="53245"/>
                </a:lnTo>
                <a:lnTo>
                  <a:pt x="864045" y="52457"/>
                </a:lnTo>
                <a:lnTo>
                  <a:pt x="862924" y="51269"/>
                </a:lnTo>
                <a:lnTo>
                  <a:pt x="861554" y="43583"/>
                </a:lnTo>
                <a:lnTo>
                  <a:pt x="859234" y="39146"/>
                </a:lnTo>
                <a:lnTo>
                  <a:pt x="859752" y="36851"/>
                </a:lnTo>
                <a:lnTo>
                  <a:pt x="861802" y="33396"/>
                </a:lnTo>
                <a:lnTo>
                  <a:pt x="863512" y="31309"/>
                </a:lnTo>
                <a:lnTo>
                  <a:pt x="868210" y="29813"/>
                </a:lnTo>
                <a:lnTo>
                  <a:pt x="872893" y="26053"/>
                </a:lnTo>
                <a:lnTo>
                  <a:pt x="877320" y="23248"/>
                </a:lnTo>
                <a:lnTo>
                  <a:pt x="879109" y="20841"/>
                </a:lnTo>
                <a:lnTo>
                  <a:pt x="879408" y="18016"/>
                </a:lnTo>
                <a:lnTo>
                  <a:pt x="878754" y="15978"/>
                </a:lnTo>
                <a:lnTo>
                  <a:pt x="877610" y="14254"/>
                </a:lnTo>
                <a:lnTo>
                  <a:pt x="870715" y="11448"/>
                </a:lnTo>
                <a:lnTo>
                  <a:pt x="868793" y="9987"/>
                </a:lnTo>
                <a:lnTo>
                  <a:pt x="867953" y="8389"/>
                </a:lnTo>
                <a:lnTo>
                  <a:pt x="866919" y="4601"/>
                </a:lnTo>
                <a:lnTo>
                  <a:pt x="864515" y="1144"/>
                </a:lnTo>
                <a:lnTo>
                  <a:pt x="861956" y="0"/>
                </a:lnTo>
                <a:lnTo>
                  <a:pt x="858111" y="266"/>
                </a:lnTo>
                <a:close/>
                <a:moveTo>
                  <a:pt x="858446" y="14098"/>
                </a:moveTo>
                <a:lnTo>
                  <a:pt x="862741" y="18392"/>
                </a:lnTo>
                <a:lnTo>
                  <a:pt x="863549" y="20778"/>
                </a:lnTo>
                <a:lnTo>
                  <a:pt x="862295" y="21750"/>
                </a:lnTo>
                <a:lnTo>
                  <a:pt x="858164" y="22632"/>
                </a:lnTo>
                <a:lnTo>
                  <a:pt x="856482" y="23343"/>
                </a:lnTo>
                <a:lnTo>
                  <a:pt x="853010" y="29055"/>
                </a:lnTo>
                <a:lnTo>
                  <a:pt x="850945" y="29906"/>
                </a:lnTo>
                <a:lnTo>
                  <a:pt x="845192" y="29969"/>
                </a:lnTo>
                <a:lnTo>
                  <a:pt x="840003" y="29380"/>
                </a:lnTo>
                <a:lnTo>
                  <a:pt x="837598" y="28380"/>
                </a:lnTo>
                <a:lnTo>
                  <a:pt x="837662" y="27526"/>
                </a:lnTo>
                <a:lnTo>
                  <a:pt x="842985" y="23123"/>
                </a:lnTo>
                <a:lnTo>
                  <a:pt x="848989" y="23508"/>
                </a:lnTo>
                <a:lnTo>
                  <a:pt x="851295" y="23024"/>
                </a:lnTo>
                <a:lnTo>
                  <a:pt x="852281" y="21558"/>
                </a:lnTo>
                <a:lnTo>
                  <a:pt x="852799" y="17843"/>
                </a:lnTo>
                <a:lnTo>
                  <a:pt x="855548" y="13635"/>
                </a:lnTo>
                <a:lnTo>
                  <a:pt x="857133" y="12591"/>
                </a:lnTo>
                <a:lnTo>
                  <a:pt x="858446" y="14098"/>
                </a:lnTo>
                <a:close/>
                <a:moveTo>
                  <a:pt x="609069" y="113088"/>
                </a:moveTo>
                <a:lnTo>
                  <a:pt x="610866" y="114492"/>
                </a:lnTo>
                <a:lnTo>
                  <a:pt x="611758" y="116498"/>
                </a:lnTo>
                <a:lnTo>
                  <a:pt x="611609" y="119052"/>
                </a:lnTo>
                <a:lnTo>
                  <a:pt x="610495" y="120108"/>
                </a:lnTo>
                <a:lnTo>
                  <a:pt x="609499" y="120120"/>
                </a:lnTo>
                <a:lnTo>
                  <a:pt x="608487" y="119522"/>
                </a:lnTo>
                <a:lnTo>
                  <a:pt x="604664" y="116060"/>
                </a:lnTo>
                <a:lnTo>
                  <a:pt x="604261" y="115176"/>
                </a:lnTo>
                <a:lnTo>
                  <a:pt x="604425" y="113345"/>
                </a:lnTo>
                <a:lnTo>
                  <a:pt x="605470" y="112351"/>
                </a:lnTo>
                <a:lnTo>
                  <a:pt x="607361" y="112430"/>
                </a:lnTo>
                <a:lnTo>
                  <a:pt x="609069" y="113088"/>
                </a:lnTo>
                <a:close/>
                <a:moveTo>
                  <a:pt x="873154" y="160724"/>
                </a:moveTo>
                <a:lnTo>
                  <a:pt x="875417" y="162245"/>
                </a:lnTo>
                <a:lnTo>
                  <a:pt x="876996" y="162739"/>
                </a:lnTo>
                <a:lnTo>
                  <a:pt x="880293" y="161300"/>
                </a:lnTo>
                <a:lnTo>
                  <a:pt x="881622" y="161345"/>
                </a:lnTo>
                <a:lnTo>
                  <a:pt x="886498" y="163738"/>
                </a:lnTo>
                <a:lnTo>
                  <a:pt x="888447" y="165417"/>
                </a:lnTo>
                <a:lnTo>
                  <a:pt x="888990" y="170635"/>
                </a:lnTo>
                <a:lnTo>
                  <a:pt x="889451" y="172110"/>
                </a:lnTo>
                <a:lnTo>
                  <a:pt x="890847" y="174200"/>
                </a:lnTo>
                <a:lnTo>
                  <a:pt x="895092" y="178483"/>
                </a:lnTo>
                <a:lnTo>
                  <a:pt x="894443" y="184084"/>
                </a:lnTo>
                <a:lnTo>
                  <a:pt x="894637" y="188067"/>
                </a:lnTo>
                <a:lnTo>
                  <a:pt x="896016" y="191136"/>
                </a:lnTo>
                <a:lnTo>
                  <a:pt x="899814" y="195489"/>
                </a:lnTo>
                <a:lnTo>
                  <a:pt x="900263" y="201202"/>
                </a:lnTo>
                <a:lnTo>
                  <a:pt x="901153" y="205001"/>
                </a:lnTo>
                <a:lnTo>
                  <a:pt x="901176" y="205603"/>
                </a:lnTo>
                <a:lnTo>
                  <a:pt x="900622" y="206388"/>
                </a:lnTo>
                <a:lnTo>
                  <a:pt x="898633" y="206457"/>
                </a:lnTo>
                <a:lnTo>
                  <a:pt x="896801" y="205717"/>
                </a:lnTo>
                <a:lnTo>
                  <a:pt x="883171" y="197081"/>
                </a:lnTo>
                <a:lnTo>
                  <a:pt x="879204" y="193610"/>
                </a:lnTo>
                <a:lnTo>
                  <a:pt x="874724" y="187794"/>
                </a:lnTo>
                <a:lnTo>
                  <a:pt x="872950" y="183792"/>
                </a:lnTo>
                <a:lnTo>
                  <a:pt x="870617" y="175314"/>
                </a:lnTo>
                <a:lnTo>
                  <a:pt x="870673" y="168595"/>
                </a:lnTo>
                <a:lnTo>
                  <a:pt x="869179" y="162050"/>
                </a:lnTo>
                <a:lnTo>
                  <a:pt x="869260" y="160306"/>
                </a:lnTo>
                <a:lnTo>
                  <a:pt x="869987" y="158789"/>
                </a:lnTo>
                <a:lnTo>
                  <a:pt x="870668" y="158920"/>
                </a:lnTo>
                <a:lnTo>
                  <a:pt x="873154" y="160724"/>
                </a:lnTo>
                <a:close/>
                <a:moveTo>
                  <a:pt x="567074" y="7746"/>
                </a:moveTo>
                <a:lnTo>
                  <a:pt x="566001" y="9684"/>
                </a:lnTo>
                <a:lnTo>
                  <a:pt x="565341" y="12411"/>
                </a:lnTo>
                <a:lnTo>
                  <a:pt x="563724" y="22708"/>
                </a:lnTo>
                <a:lnTo>
                  <a:pt x="561847" y="30617"/>
                </a:lnTo>
                <a:lnTo>
                  <a:pt x="561252" y="38463"/>
                </a:lnTo>
                <a:lnTo>
                  <a:pt x="560416" y="41066"/>
                </a:lnTo>
                <a:lnTo>
                  <a:pt x="558938" y="43056"/>
                </a:lnTo>
                <a:lnTo>
                  <a:pt x="555846" y="45792"/>
                </a:lnTo>
                <a:lnTo>
                  <a:pt x="543413" y="50626"/>
                </a:lnTo>
                <a:lnTo>
                  <a:pt x="541984" y="51644"/>
                </a:lnTo>
                <a:lnTo>
                  <a:pt x="541131" y="53306"/>
                </a:lnTo>
                <a:lnTo>
                  <a:pt x="541549" y="54321"/>
                </a:lnTo>
                <a:lnTo>
                  <a:pt x="542617" y="54970"/>
                </a:lnTo>
                <a:lnTo>
                  <a:pt x="556307" y="56394"/>
                </a:lnTo>
                <a:lnTo>
                  <a:pt x="559009" y="57220"/>
                </a:lnTo>
                <a:lnTo>
                  <a:pt x="559983" y="57900"/>
                </a:lnTo>
                <a:lnTo>
                  <a:pt x="560049" y="58317"/>
                </a:lnTo>
                <a:lnTo>
                  <a:pt x="554287" y="62035"/>
                </a:lnTo>
                <a:lnTo>
                  <a:pt x="547022" y="64251"/>
                </a:lnTo>
                <a:lnTo>
                  <a:pt x="534591" y="69041"/>
                </a:lnTo>
                <a:lnTo>
                  <a:pt x="531256" y="70642"/>
                </a:lnTo>
                <a:lnTo>
                  <a:pt x="530052" y="71762"/>
                </a:lnTo>
                <a:lnTo>
                  <a:pt x="531974" y="73350"/>
                </a:lnTo>
                <a:lnTo>
                  <a:pt x="553627" y="73491"/>
                </a:lnTo>
                <a:lnTo>
                  <a:pt x="556059" y="73738"/>
                </a:lnTo>
                <a:lnTo>
                  <a:pt x="557874" y="74456"/>
                </a:lnTo>
                <a:lnTo>
                  <a:pt x="558408" y="75474"/>
                </a:lnTo>
                <a:lnTo>
                  <a:pt x="558739" y="81160"/>
                </a:lnTo>
                <a:lnTo>
                  <a:pt x="558572" y="92322"/>
                </a:lnTo>
                <a:lnTo>
                  <a:pt x="557707" y="102223"/>
                </a:lnTo>
                <a:lnTo>
                  <a:pt x="558178" y="105931"/>
                </a:lnTo>
                <a:lnTo>
                  <a:pt x="559291" y="106025"/>
                </a:lnTo>
                <a:lnTo>
                  <a:pt x="563774" y="103407"/>
                </a:lnTo>
                <a:lnTo>
                  <a:pt x="565498" y="99476"/>
                </a:lnTo>
                <a:lnTo>
                  <a:pt x="567220" y="98385"/>
                </a:lnTo>
                <a:lnTo>
                  <a:pt x="570417" y="97920"/>
                </a:lnTo>
                <a:lnTo>
                  <a:pt x="572645" y="100205"/>
                </a:lnTo>
                <a:lnTo>
                  <a:pt x="573310" y="101752"/>
                </a:lnTo>
                <a:lnTo>
                  <a:pt x="572877" y="102991"/>
                </a:lnTo>
                <a:lnTo>
                  <a:pt x="571416" y="103845"/>
                </a:lnTo>
                <a:lnTo>
                  <a:pt x="568997" y="104233"/>
                </a:lnTo>
                <a:lnTo>
                  <a:pt x="564734" y="104104"/>
                </a:lnTo>
                <a:lnTo>
                  <a:pt x="564119" y="108251"/>
                </a:lnTo>
                <a:lnTo>
                  <a:pt x="563731" y="109076"/>
                </a:lnTo>
                <a:lnTo>
                  <a:pt x="563001" y="109575"/>
                </a:lnTo>
                <a:lnTo>
                  <a:pt x="560275" y="109525"/>
                </a:lnTo>
                <a:lnTo>
                  <a:pt x="557348" y="107813"/>
                </a:lnTo>
                <a:lnTo>
                  <a:pt x="556795" y="108115"/>
                </a:lnTo>
                <a:lnTo>
                  <a:pt x="556155" y="109352"/>
                </a:lnTo>
                <a:lnTo>
                  <a:pt x="555095" y="115882"/>
                </a:lnTo>
                <a:lnTo>
                  <a:pt x="555207" y="125624"/>
                </a:lnTo>
                <a:lnTo>
                  <a:pt x="553308" y="130187"/>
                </a:lnTo>
                <a:lnTo>
                  <a:pt x="552052" y="135203"/>
                </a:lnTo>
                <a:lnTo>
                  <a:pt x="550092" y="149035"/>
                </a:lnTo>
                <a:lnTo>
                  <a:pt x="548443" y="155720"/>
                </a:lnTo>
                <a:lnTo>
                  <a:pt x="547105" y="167980"/>
                </a:lnTo>
                <a:lnTo>
                  <a:pt x="545930" y="172089"/>
                </a:lnTo>
                <a:lnTo>
                  <a:pt x="548113" y="173529"/>
                </a:lnTo>
                <a:lnTo>
                  <a:pt x="550165" y="173283"/>
                </a:lnTo>
                <a:lnTo>
                  <a:pt x="566155" y="161768"/>
                </a:lnTo>
                <a:lnTo>
                  <a:pt x="567912" y="160887"/>
                </a:lnTo>
                <a:lnTo>
                  <a:pt x="569074" y="160745"/>
                </a:lnTo>
                <a:lnTo>
                  <a:pt x="571386" y="161547"/>
                </a:lnTo>
                <a:lnTo>
                  <a:pt x="576324" y="165341"/>
                </a:lnTo>
                <a:lnTo>
                  <a:pt x="580665" y="168052"/>
                </a:lnTo>
                <a:lnTo>
                  <a:pt x="581844" y="169304"/>
                </a:lnTo>
                <a:lnTo>
                  <a:pt x="586527" y="172746"/>
                </a:lnTo>
                <a:lnTo>
                  <a:pt x="587786" y="173430"/>
                </a:lnTo>
                <a:lnTo>
                  <a:pt x="589455" y="173704"/>
                </a:lnTo>
                <a:lnTo>
                  <a:pt x="590668" y="173056"/>
                </a:lnTo>
                <a:lnTo>
                  <a:pt x="591070" y="172082"/>
                </a:lnTo>
                <a:lnTo>
                  <a:pt x="590928" y="167509"/>
                </a:lnTo>
                <a:lnTo>
                  <a:pt x="588531" y="155025"/>
                </a:lnTo>
                <a:lnTo>
                  <a:pt x="586813" y="141312"/>
                </a:lnTo>
                <a:lnTo>
                  <a:pt x="586099" y="138885"/>
                </a:lnTo>
                <a:lnTo>
                  <a:pt x="585220" y="137822"/>
                </a:lnTo>
                <a:lnTo>
                  <a:pt x="584441" y="137595"/>
                </a:lnTo>
                <a:lnTo>
                  <a:pt x="583944" y="138541"/>
                </a:lnTo>
                <a:lnTo>
                  <a:pt x="583538" y="142129"/>
                </a:lnTo>
                <a:lnTo>
                  <a:pt x="580372" y="142604"/>
                </a:lnTo>
                <a:lnTo>
                  <a:pt x="575598" y="139998"/>
                </a:lnTo>
                <a:lnTo>
                  <a:pt x="574719" y="139098"/>
                </a:lnTo>
                <a:lnTo>
                  <a:pt x="574880" y="137536"/>
                </a:lnTo>
                <a:lnTo>
                  <a:pt x="577312" y="134974"/>
                </a:lnTo>
                <a:lnTo>
                  <a:pt x="577479" y="134566"/>
                </a:lnTo>
                <a:lnTo>
                  <a:pt x="577131" y="134159"/>
                </a:lnTo>
                <a:lnTo>
                  <a:pt x="574229" y="134154"/>
                </a:lnTo>
                <a:lnTo>
                  <a:pt x="570256" y="135490"/>
                </a:lnTo>
                <a:lnTo>
                  <a:pt x="568878" y="135583"/>
                </a:lnTo>
                <a:lnTo>
                  <a:pt x="562344" y="133122"/>
                </a:lnTo>
                <a:lnTo>
                  <a:pt x="561475" y="132560"/>
                </a:lnTo>
                <a:lnTo>
                  <a:pt x="561233" y="131500"/>
                </a:lnTo>
                <a:lnTo>
                  <a:pt x="562065" y="129541"/>
                </a:lnTo>
                <a:lnTo>
                  <a:pt x="564037" y="127559"/>
                </a:lnTo>
                <a:lnTo>
                  <a:pt x="567392" y="125717"/>
                </a:lnTo>
                <a:lnTo>
                  <a:pt x="569741" y="125346"/>
                </a:lnTo>
                <a:lnTo>
                  <a:pt x="572715" y="126459"/>
                </a:lnTo>
                <a:lnTo>
                  <a:pt x="575605" y="128327"/>
                </a:lnTo>
                <a:lnTo>
                  <a:pt x="577007" y="129988"/>
                </a:lnTo>
                <a:lnTo>
                  <a:pt x="578577" y="133383"/>
                </a:lnTo>
                <a:lnTo>
                  <a:pt x="583617" y="135308"/>
                </a:lnTo>
                <a:lnTo>
                  <a:pt x="584280" y="135056"/>
                </a:lnTo>
                <a:lnTo>
                  <a:pt x="584624" y="134285"/>
                </a:lnTo>
                <a:lnTo>
                  <a:pt x="584762" y="131525"/>
                </a:lnTo>
                <a:lnTo>
                  <a:pt x="583992" y="125420"/>
                </a:lnTo>
                <a:lnTo>
                  <a:pt x="583931" y="121538"/>
                </a:lnTo>
                <a:lnTo>
                  <a:pt x="582501" y="114581"/>
                </a:lnTo>
                <a:lnTo>
                  <a:pt x="581294" y="110824"/>
                </a:lnTo>
                <a:lnTo>
                  <a:pt x="580127" y="97956"/>
                </a:lnTo>
                <a:lnTo>
                  <a:pt x="578533" y="91222"/>
                </a:lnTo>
                <a:lnTo>
                  <a:pt x="578276" y="85984"/>
                </a:lnTo>
                <a:lnTo>
                  <a:pt x="578528" y="81937"/>
                </a:lnTo>
                <a:lnTo>
                  <a:pt x="578109" y="78304"/>
                </a:lnTo>
                <a:lnTo>
                  <a:pt x="578678" y="76120"/>
                </a:lnTo>
                <a:lnTo>
                  <a:pt x="580096" y="74927"/>
                </a:lnTo>
                <a:lnTo>
                  <a:pt x="582702" y="73600"/>
                </a:lnTo>
                <a:lnTo>
                  <a:pt x="605339" y="73420"/>
                </a:lnTo>
                <a:lnTo>
                  <a:pt x="607272" y="73015"/>
                </a:lnTo>
                <a:lnTo>
                  <a:pt x="607999" y="71885"/>
                </a:lnTo>
                <a:lnTo>
                  <a:pt x="607611" y="71161"/>
                </a:lnTo>
                <a:lnTo>
                  <a:pt x="605594" y="69993"/>
                </a:lnTo>
                <a:lnTo>
                  <a:pt x="599398" y="67841"/>
                </a:lnTo>
                <a:lnTo>
                  <a:pt x="594494" y="66690"/>
                </a:lnTo>
                <a:lnTo>
                  <a:pt x="591163" y="64559"/>
                </a:lnTo>
                <a:lnTo>
                  <a:pt x="584787" y="62192"/>
                </a:lnTo>
                <a:lnTo>
                  <a:pt x="581599" y="60365"/>
                </a:lnTo>
                <a:lnTo>
                  <a:pt x="579715" y="58732"/>
                </a:lnTo>
                <a:lnTo>
                  <a:pt x="579586" y="58278"/>
                </a:lnTo>
                <a:lnTo>
                  <a:pt x="579970" y="57868"/>
                </a:lnTo>
                <a:lnTo>
                  <a:pt x="582062" y="56847"/>
                </a:lnTo>
                <a:lnTo>
                  <a:pt x="595608" y="56776"/>
                </a:lnTo>
                <a:lnTo>
                  <a:pt x="597247" y="56226"/>
                </a:lnTo>
                <a:lnTo>
                  <a:pt x="597749" y="55284"/>
                </a:lnTo>
                <a:lnTo>
                  <a:pt x="596015" y="53220"/>
                </a:lnTo>
                <a:lnTo>
                  <a:pt x="586917" y="47783"/>
                </a:lnTo>
                <a:lnTo>
                  <a:pt x="583470" y="46095"/>
                </a:lnTo>
                <a:lnTo>
                  <a:pt x="581239" y="44434"/>
                </a:lnTo>
                <a:lnTo>
                  <a:pt x="579137" y="42233"/>
                </a:lnTo>
                <a:lnTo>
                  <a:pt x="577738" y="38888"/>
                </a:lnTo>
                <a:lnTo>
                  <a:pt x="577207" y="32724"/>
                </a:lnTo>
                <a:lnTo>
                  <a:pt x="575438" y="25925"/>
                </a:lnTo>
                <a:lnTo>
                  <a:pt x="573953" y="16272"/>
                </a:lnTo>
                <a:lnTo>
                  <a:pt x="572502" y="10036"/>
                </a:lnTo>
                <a:lnTo>
                  <a:pt x="571754" y="8277"/>
                </a:lnTo>
                <a:lnTo>
                  <a:pt x="570661" y="7245"/>
                </a:lnTo>
                <a:lnTo>
                  <a:pt x="568763" y="6994"/>
                </a:lnTo>
                <a:lnTo>
                  <a:pt x="567074" y="7746"/>
                </a:lnTo>
                <a:close/>
                <a:moveTo>
                  <a:pt x="570584" y="32650"/>
                </a:moveTo>
                <a:lnTo>
                  <a:pt x="570252" y="34259"/>
                </a:lnTo>
                <a:lnTo>
                  <a:pt x="569513" y="34478"/>
                </a:lnTo>
                <a:lnTo>
                  <a:pt x="568671" y="34217"/>
                </a:lnTo>
                <a:lnTo>
                  <a:pt x="567894" y="32828"/>
                </a:lnTo>
                <a:lnTo>
                  <a:pt x="568071" y="31221"/>
                </a:lnTo>
                <a:lnTo>
                  <a:pt x="568852" y="30818"/>
                </a:lnTo>
                <a:lnTo>
                  <a:pt x="570170" y="31021"/>
                </a:lnTo>
                <a:lnTo>
                  <a:pt x="570584" y="32650"/>
                </a:lnTo>
                <a:close/>
                <a:moveTo>
                  <a:pt x="563439" y="47317"/>
                </a:moveTo>
                <a:lnTo>
                  <a:pt x="564097" y="48149"/>
                </a:lnTo>
                <a:lnTo>
                  <a:pt x="563416" y="49288"/>
                </a:lnTo>
                <a:lnTo>
                  <a:pt x="561144" y="49500"/>
                </a:lnTo>
                <a:lnTo>
                  <a:pt x="560192" y="48892"/>
                </a:lnTo>
                <a:lnTo>
                  <a:pt x="560315" y="48274"/>
                </a:lnTo>
                <a:lnTo>
                  <a:pt x="561516" y="47440"/>
                </a:lnTo>
                <a:lnTo>
                  <a:pt x="562436" y="47103"/>
                </a:lnTo>
                <a:lnTo>
                  <a:pt x="563439" y="47317"/>
                </a:lnTo>
                <a:close/>
                <a:moveTo>
                  <a:pt x="583705" y="49783"/>
                </a:moveTo>
                <a:lnTo>
                  <a:pt x="584797" y="50712"/>
                </a:lnTo>
                <a:lnTo>
                  <a:pt x="584749" y="52170"/>
                </a:lnTo>
                <a:lnTo>
                  <a:pt x="583122" y="53097"/>
                </a:lnTo>
                <a:lnTo>
                  <a:pt x="581406" y="53084"/>
                </a:lnTo>
                <a:lnTo>
                  <a:pt x="580001" y="52507"/>
                </a:lnTo>
                <a:lnTo>
                  <a:pt x="578921" y="51447"/>
                </a:lnTo>
                <a:lnTo>
                  <a:pt x="578356" y="50121"/>
                </a:lnTo>
                <a:lnTo>
                  <a:pt x="578314" y="48613"/>
                </a:lnTo>
                <a:lnTo>
                  <a:pt x="581473" y="49046"/>
                </a:lnTo>
                <a:lnTo>
                  <a:pt x="583705" y="49783"/>
                </a:lnTo>
                <a:close/>
                <a:moveTo>
                  <a:pt x="558257" y="49574"/>
                </a:moveTo>
                <a:lnTo>
                  <a:pt x="558611" y="50110"/>
                </a:lnTo>
                <a:lnTo>
                  <a:pt x="558489" y="50814"/>
                </a:lnTo>
                <a:lnTo>
                  <a:pt x="557245" y="52120"/>
                </a:lnTo>
                <a:lnTo>
                  <a:pt x="555757" y="52441"/>
                </a:lnTo>
                <a:lnTo>
                  <a:pt x="554470" y="51908"/>
                </a:lnTo>
                <a:lnTo>
                  <a:pt x="554928" y="50634"/>
                </a:lnTo>
                <a:lnTo>
                  <a:pt x="556409" y="49463"/>
                </a:lnTo>
                <a:lnTo>
                  <a:pt x="557222" y="49201"/>
                </a:lnTo>
                <a:lnTo>
                  <a:pt x="558257" y="49574"/>
                </a:lnTo>
                <a:close/>
                <a:moveTo>
                  <a:pt x="558174" y="64449"/>
                </a:moveTo>
                <a:lnTo>
                  <a:pt x="559075" y="65746"/>
                </a:lnTo>
                <a:lnTo>
                  <a:pt x="558389" y="66803"/>
                </a:lnTo>
                <a:lnTo>
                  <a:pt x="556171" y="66964"/>
                </a:lnTo>
                <a:lnTo>
                  <a:pt x="555142" y="66148"/>
                </a:lnTo>
                <a:lnTo>
                  <a:pt x="554920" y="64705"/>
                </a:lnTo>
                <a:lnTo>
                  <a:pt x="555239" y="63906"/>
                </a:lnTo>
                <a:lnTo>
                  <a:pt x="556717" y="63854"/>
                </a:lnTo>
                <a:lnTo>
                  <a:pt x="558174" y="64449"/>
                </a:lnTo>
                <a:close/>
                <a:moveTo>
                  <a:pt x="581950" y="65285"/>
                </a:moveTo>
                <a:lnTo>
                  <a:pt x="581994" y="66170"/>
                </a:lnTo>
                <a:lnTo>
                  <a:pt x="581292" y="67080"/>
                </a:lnTo>
                <a:lnTo>
                  <a:pt x="580045" y="67299"/>
                </a:lnTo>
                <a:lnTo>
                  <a:pt x="579378" y="66862"/>
                </a:lnTo>
                <a:lnTo>
                  <a:pt x="579253" y="65814"/>
                </a:lnTo>
                <a:lnTo>
                  <a:pt x="580056" y="64846"/>
                </a:lnTo>
                <a:lnTo>
                  <a:pt x="581171" y="64669"/>
                </a:lnTo>
                <a:lnTo>
                  <a:pt x="581950" y="65285"/>
                </a:lnTo>
                <a:close/>
                <a:moveTo>
                  <a:pt x="563271" y="76734"/>
                </a:moveTo>
                <a:lnTo>
                  <a:pt x="562895" y="77570"/>
                </a:lnTo>
                <a:lnTo>
                  <a:pt x="562323" y="77273"/>
                </a:lnTo>
                <a:lnTo>
                  <a:pt x="562128" y="76639"/>
                </a:lnTo>
                <a:lnTo>
                  <a:pt x="562775" y="75904"/>
                </a:lnTo>
                <a:lnTo>
                  <a:pt x="563271" y="76734"/>
                </a:lnTo>
                <a:close/>
                <a:moveTo>
                  <a:pt x="571963" y="79910"/>
                </a:moveTo>
                <a:lnTo>
                  <a:pt x="572727" y="80915"/>
                </a:lnTo>
                <a:lnTo>
                  <a:pt x="572844" y="82218"/>
                </a:lnTo>
                <a:lnTo>
                  <a:pt x="572321" y="83507"/>
                </a:lnTo>
                <a:lnTo>
                  <a:pt x="571354" y="84321"/>
                </a:lnTo>
                <a:lnTo>
                  <a:pt x="569474" y="84533"/>
                </a:lnTo>
                <a:lnTo>
                  <a:pt x="567583" y="84097"/>
                </a:lnTo>
                <a:lnTo>
                  <a:pt x="566209" y="83434"/>
                </a:lnTo>
                <a:lnTo>
                  <a:pt x="565554" y="82422"/>
                </a:lnTo>
                <a:lnTo>
                  <a:pt x="565653" y="80537"/>
                </a:lnTo>
                <a:lnTo>
                  <a:pt x="567092" y="79625"/>
                </a:lnTo>
                <a:lnTo>
                  <a:pt x="570076" y="79321"/>
                </a:lnTo>
                <a:lnTo>
                  <a:pt x="571963" y="79910"/>
                </a:lnTo>
                <a:close/>
                <a:moveTo>
                  <a:pt x="563689" y="94953"/>
                </a:moveTo>
                <a:lnTo>
                  <a:pt x="564002" y="95693"/>
                </a:lnTo>
                <a:lnTo>
                  <a:pt x="563367" y="96398"/>
                </a:lnTo>
                <a:lnTo>
                  <a:pt x="562575" y="96588"/>
                </a:lnTo>
                <a:lnTo>
                  <a:pt x="561736" y="96086"/>
                </a:lnTo>
                <a:lnTo>
                  <a:pt x="561634" y="95197"/>
                </a:lnTo>
                <a:lnTo>
                  <a:pt x="562071" y="94438"/>
                </a:lnTo>
                <a:lnTo>
                  <a:pt x="562833" y="94330"/>
                </a:lnTo>
                <a:lnTo>
                  <a:pt x="563689" y="94953"/>
                </a:lnTo>
                <a:close/>
                <a:moveTo>
                  <a:pt x="577813" y="94995"/>
                </a:moveTo>
                <a:lnTo>
                  <a:pt x="576538" y="95877"/>
                </a:lnTo>
                <a:lnTo>
                  <a:pt x="575625" y="95794"/>
                </a:lnTo>
                <a:lnTo>
                  <a:pt x="575389" y="95413"/>
                </a:lnTo>
                <a:lnTo>
                  <a:pt x="575609" y="94654"/>
                </a:lnTo>
                <a:lnTo>
                  <a:pt x="576341" y="94321"/>
                </a:lnTo>
                <a:lnTo>
                  <a:pt x="577605" y="94390"/>
                </a:lnTo>
                <a:lnTo>
                  <a:pt x="577813" y="94995"/>
                </a:lnTo>
                <a:close/>
                <a:moveTo>
                  <a:pt x="577604" y="105065"/>
                </a:moveTo>
                <a:lnTo>
                  <a:pt x="578453" y="106726"/>
                </a:lnTo>
                <a:lnTo>
                  <a:pt x="578583" y="108139"/>
                </a:lnTo>
                <a:lnTo>
                  <a:pt x="577659" y="109802"/>
                </a:lnTo>
                <a:lnTo>
                  <a:pt x="574632" y="111443"/>
                </a:lnTo>
                <a:lnTo>
                  <a:pt x="575795" y="114863"/>
                </a:lnTo>
                <a:lnTo>
                  <a:pt x="575085" y="116613"/>
                </a:lnTo>
                <a:lnTo>
                  <a:pt x="572386" y="118253"/>
                </a:lnTo>
                <a:lnTo>
                  <a:pt x="569889" y="119126"/>
                </a:lnTo>
                <a:lnTo>
                  <a:pt x="567774" y="118314"/>
                </a:lnTo>
                <a:lnTo>
                  <a:pt x="564694" y="116061"/>
                </a:lnTo>
                <a:lnTo>
                  <a:pt x="564354" y="114399"/>
                </a:lnTo>
                <a:lnTo>
                  <a:pt x="566183" y="111690"/>
                </a:lnTo>
                <a:lnTo>
                  <a:pt x="568625" y="110431"/>
                </a:lnTo>
                <a:lnTo>
                  <a:pt x="573682" y="110021"/>
                </a:lnTo>
                <a:lnTo>
                  <a:pt x="575013" y="104856"/>
                </a:lnTo>
                <a:lnTo>
                  <a:pt x="576262" y="104349"/>
                </a:lnTo>
                <a:lnTo>
                  <a:pt x="577604" y="105065"/>
                </a:lnTo>
                <a:close/>
                <a:moveTo>
                  <a:pt x="562436" y="119523"/>
                </a:moveTo>
                <a:lnTo>
                  <a:pt x="564298" y="121440"/>
                </a:lnTo>
                <a:lnTo>
                  <a:pt x="564292" y="122348"/>
                </a:lnTo>
                <a:lnTo>
                  <a:pt x="563658" y="123405"/>
                </a:lnTo>
                <a:lnTo>
                  <a:pt x="559949" y="126710"/>
                </a:lnTo>
                <a:lnTo>
                  <a:pt x="558916" y="126749"/>
                </a:lnTo>
                <a:lnTo>
                  <a:pt x="557423" y="125980"/>
                </a:lnTo>
                <a:lnTo>
                  <a:pt x="556842" y="125227"/>
                </a:lnTo>
                <a:lnTo>
                  <a:pt x="556763" y="123534"/>
                </a:lnTo>
                <a:lnTo>
                  <a:pt x="557322" y="120369"/>
                </a:lnTo>
                <a:lnTo>
                  <a:pt x="558067" y="118798"/>
                </a:lnTo>
                <a:lnTo>
                  <a:pt x="558555" y="118363"/>
                </a:lnTo>
                <a:lnTo>
                  <a:pt x="559797" y="118174"/>
                </a:lnTo>
                <a:lnTo>
                  <a:pt x="562436" y="119523"/>
                </a:lnTo>
                <a:close/>
                <a:moveTo>
                  <a:pt x="581156" y="119021"/>
                </a:moveTo>
                <a:lnTo>
                  <a:pt x="581662" y="121501"/>
                </a:lnTo>
                <a:lnTo>
                  <a:pt x="581399" y="124854"/>
                </a:lnTo>
                <a:lnTo>
                  <a:pt x="580716" y="126026"/>
                </a:lnTo>
                <a:lnTo>
                  <a:pt x="579174" y="126377"/>
                </a:lnTo>
                <a:lnTo>
                  <a:pt x="575211" y="123460"/>
                </a:lnTo>
                <a:lnTo>
                  <a:pt x="574491" y="122323"/>
                </a:lnTo>
                <a:lnTo>
                  <a:pt x="574402" y="121140"/>
                </a:lnTo>
                <a:lnTo>
                  <a:pt x="575115" y="119967"/>
                </a:lnTo>
                <a:lnTo>
                  <a:pt x="577106" y="118952"/>
                </a:lnTo>
                <a:lnTo>
                  <a:pt x="579476" y="118556"/>
                </a:lnTo>
                <a:lnTo>
                  <a:pt x="581156" y="119021"/>
                </a:lnTo>
                <a:close/>
                <a:moveTo>
                  <a:pt x="559511" y="135318"/>
                </a:moveTo>
                <a:lnTo>
                  <a:pt x="562603" y="138577"/>
                </a:lnTo>
                <a:lnTo>
                  <a:pt x="560623" y="140118"/>
                </a:lnTo>
                <a:lnTo>
                  <a:pt x="556043" y="141669"/>
                </a:lnTo>
                <a:lnTo>
                  <a:pt x="555037" y="140293"/>
                </a:lnTo>
                <a:lnTo>
                  <a:pt x="554672" y="139106"/>
                </a:lnTo>
                <a:lnTo>
                  <a:pt x="554493" y="136963"/>
                </a:lnTo>
                <a:lnTo>
                  <a:pt x="554788" y="135225"/>
                </a:lnTo>
                <a:lnTo>
                  <a:pt x="555277" y="134692"/>
                </a:lnTo>
                <a:lnTo>
                  <a:pt x="556496" y="134415"/>
                </a:lnTo>
                <a:lnTo>
                  <a:pt x="559511" y="135318"/>
                </a:lnTo>
                <a:close/>
                <a:moveTo>
                  <a:pt x="572005" y="142129"/>
                </a:moveTo>
                <a:lnTo>
                  <a:pt x="576837" y="144501"/>
                </a:lnTo>
                <a:lnTo>
                  <a:pt x="577693" y="145685"/>
                </a:lnTo>
                <a:lnTo>
                  <a:pt x="577779" y="147823"/>
                </a:lnTo>
                <a:lnTo>
                  <a:pt x="576309" y="149650"/>
                </a:lnTo>
                <a:lnTo>
                  <a:pt x="572131" y="152734"/>
                </a:lnTo>
                <a:lnTo>
                  <a:pt x="569506" y="153932"/>
                </a:lnTo>
                <a:lnTo>
                  <a:pt x="567129" y="153759"/>
                </a:lnTo>
                <a:lnTo>
                  <a:pt x="565716" y="152874"/>
                </a:lnTo>
                <a:lnTo>
                  <a:pt x="561130" y="148994"/>
                </a:lnTo>
                <a:lnTo>
                  <a:pt x="559148" y="145854"/>
                </a:lnTo>
                <a:lnTo>
                  <a:pt x="559151" y="145056"/>
                </a:lnTo>
                <a:lnTo>
                  <a:pt x="559680" y="144416"/>
                </a:lnTo>
                <a:lnTo>
                  <a:pt x="566705" y="140821"/>
                </a:lnTo>
                <a:lnTo>
                  <a:pt x="568858" y="140735"/>
                </a:lnTo>
                <a:lnTo>
                  <a:pt x="572005" y="142129"/>
                </a:lnTo>
                <a:close/>
                <a:moveTo>
                  <a:pt x="558383" y="151698"/>
                </a:moveTo>
                <a:lnTo>
                  <a:pt x="562734" y="155239"/>
                </a:lnTo>
                <a:lnTo>
                  <a:pt x="563856" y="157249"/>
                </a:lnTo>
                <a:lnTo>
                  <a:pt x="563898" y="158634"/>
                </a:lnTo>
                <a:lnTo>
                  <a:pt x="563158" y="159468"/>
                </a:lnTo>
                <a:lnTo>
                  <a:pt x="560635" y="160907"/>
                </a:lnTo>
                <a:lnTo>
                  <a:pt x="555145" y="164999"/>
                </a:lnTo>
                <a:lnTo>
                  <a:pt x="553369" y="166069"/>
                </a:lnTo>
                <a:lnTo>
                  <a:pt x="552655" y="166024"/>
                </a:lnTo>
                <a:lnTo>
                  <a:pt x="551973" y="165057"/>
                </a:lnTo>
                <a:lnTo>
                  <a:pt x="551589" y="162284"/>
                </a:lnTo>
                <a:lnTo>
                  <a:pt x="552877" y="155161"/>
                </a:lnTo>
                <a:lnTo>
                  <a:pt x="553008" y="152440"/>
                </a:lnTo>
                <a:lnTo>
                  <a:pt x="554236" y="150961"/>
                </a:lnTo>
                <a:lnTo>
                  <a:pt x="555585" y="150338"/>
                </a:lnTo>
                <a:lnTo>
                  <a:pt x="556955" y="150586"/>
                </a:lnTo>
                <a:lnTo>
                  <a:pt x="558383" y="151698"/>
                </a:lnTo>
                <a:close/>
                <a:moveTo>
                  <a:pt x="583872" y="151280"/>
                </a:moveTo>
                <a:lnTo>
                  <a:pt x="584553" y="154404"/>
                </a:lnTo>
                <a:lnTo>
                  <a:pt x="585149" y="163922"/>
                </a:lnTo>
                <a:lnTo>
                  <a:pt x="584908" y="165477"/>
                </a:lnTo>
                <a:lnTo>
                  <a:pt x="583453" y="166060"/>
                </a:lnTo>
                <a:lnTo>
                  <a:pt x="581821" y="165258"/>
                </a:lnTo>
                <a:lnTo>
                  <a:pt x="577330" y="161322"/>
                </a:lnTo>
                <a:lnTo>
                  <a:pt x="574847" y="159758"/>
                </a:lnTo>
                <a:lnTo>
                  <a:pt x="574282" y="158054"/>
                </a:lnTo>
                <a:lnTo>
                  <a:pt x="574994" y="156300"/>
                </a:lnTo>
                <a:lnTo>
                  <a:pt x="579523" y="152457"/>
                </a:lnTo>
                <a:lnTo>
                  <a:pt x="582576" y="150695"/>
                </a:lnTo>
                <a:lnTo>
                  <a:pt x="583872" y="151280"/>
                </a:lnTo>
                <a:close/>
                <a:moveTo>
                  <a:pt x="279170" y="9794"/>
                </a:moveTo>
                <a:lnTo>
                  <a:pt x="278009" y="10595"/>
                </a:lnTo>
                <a:lnTo>
                  <a:pt x="277326" y="12101"/>
                </a:lnTo>
                <a:lnTo>
                  <a:pt x="276137" y="19952"/>
                </a:lnTo>
                <a:lnTo>
                  <a:pt x="274245" y="28587"/>
                </a:lnTo>
                <a:lnTo>
                  <a:pt x="273059" y="37792"/>
                </a:lnTo>
                <a:lnTo>
                  <a:pt x="271568" y="44079"/>
                </a:lnTo>
                <a:lnTo>
                  <a:pt x="269952" y="53978"/>
                </a:lnTo>
                <a:lnTo>
                  <a:pt x="269185" y="55695"/>
                </a:lnTo>
                <a:lnTo>
                  <a:pt x="267208" y="57957"/>
                </a:lnTo>
                <a:lnTo>
                  <a:pt x="265435" y="59154"/>
                </a:lnTo>
                <a:lnTo>
                  <a:pt x="261093" y="60913"/>
                </a:lnTo>
                <a:lnTo>
                  <a:pt x="257377" y="63053"/>
                </a:lnTo>
                <a:lnTo>
                  <a:pt x="246582" y="67452"/>
                </a:lnTo>
                <a:lnTo>
                  <a:pt x="244855" y="68714"/>
                </a:lnTo>
                <a:lnTo>
                  <a:pt x="243631" y="70692"/>
                </a:lnTo>
                <a:lnTo>
                  <a:pt x="243981" y="71739"/>
                </a:lnTo>
                <a:lnTo>
                  <a:pt x="246435" y="72407"/>
                </a:lnTo>
                <a:lnTo>
                  <a:pt x="266952" y="73642"/>
                </a:lnTo>
                <a:lnTo>
                  <a:pt x="269140" y="74509"/>
                </a:lnTo>
                <a:lnTo>
                  <a:pt x="269894" y="75230"/>
                </a:lnTo>
                <a:lnTo>
                  <a:pt x="269887" y="76039"/>
                </a:lnTo>
                <a:lnTo>
                  <a:pt x="267749" y="78359"/>
                </a:lnTo>
                <a:lnTo>
                  <a:pt x="265305" y="79805"/>
                </a:lnTo>
                <a:lnTo>
                  <a:pt x="258215" y="82757"/>
                </a:lnTo>
                <a:lnTo>
                  <a:pt x="253028" y="84365"/>
                </a:lnTo>
                <a:lnTo>
                  <a:pt x="248665" y="86276"/>
                </a:lnTo>
                <a:lnTo>
                  <a:pt x="234623" y="91238"/>
                </a:lnTo>
                <a:lnTo>
                  <a:pt x="231475" y="92944"/>
                </a:lnTo>
                <a:lnTo>
                  <a:pt x="230583" y="93705"/>
                </a:lnTo>
                <a:lnTo>
                  <a:pt x="230138" y="95062"/>
                </a:lnTo>
                <a:lnTo>
                  <a:pt x="231257" y="95937"/>
                </a:lnTo>
                <a:lnTo>
                  <a:pt x="234204" y="96186"/>
                </a:lnTo>
                <a:lnTo>
                  <a:pt x="263966" y="96583"/>
                </a:lnTo>
                <a:lnTo>
                  <a:pt x="266912" y="97202"/>
                </a:lnTo>
                <a:lnTo>
                  <a:pt x="267972" y="97961"/>
                </a:lnTo>
                <a:lnTo>
                  <a:pt x="268407" y="99025"/>
                </a:lnTo>
                <a:lnTo>
                  <a:pt x="268652" y="105082"/>
                </a:lnTo>
                <a:lnTo>
                  <a:pt x="267893" y="111729"/>
                </a:lnTo>
                <a:lnTo>
                  <a:pt x="266522" y="134763"/>
                </a:lnTo>
                <a:lnTo>
                  <a:pt x="264838" y="139243"/>
                </a:lnTo>
                <a:lnTo>
                  <a:pt x="263190" y="154385"/>
                </a:lnTo>
                <a:lnTo>
                  <a:pt x="261111" y="162144"/>
                </a:lnTo>
                <a:lnTo>
                  <a:pt x="259797" y="174643"/>
                </a:lnTo>
                <a:lnTo>
                  <a:pt x="257875" y="182557"/>
                </a:lnTo>
                <a:lnTo>
                  <a:pt x="256408" y="194988"/>
                </a:lnTo>
                <a:lnTo>
                  <a:pt x="254491" y="203793"/>
                </a:lnTo>
                <a:lnTo>
                  <a:pt x="252408" y="220166"/>
                </a:lnTo>
                <a:lnTo>
                  <a:pt x="251256" y="224560"/>
                </a:lnTo>
                <a:lnTo>
                  <a:pt x="251230" y="226631"/>
                </a:lnTo>
                <a:lnTo>
                  <a:pt x="251675" y="227790"/>
                </a:lnTo>
                <a:lnTo>
                  <a:pt x="253170" y="228320"/>
                </a:lnTo>
                <a:lnTo>
                  <a:pt x="256011" y="227349"/>
                </a:lnTo>
                <a:lnTo>
                  <a:pt x="272946" y="215586"/>
                </a:lnTo>
                <a:lnTo>
                  <a:pt x="278485" y="211303"/>
                </a:lnTo>
                <a:lnTo>
                  <a:pt x="280058" y="210636"/>
                </a:lnTo>
                <a:lnTo>
                  <a:pt x="281581" y="210498"/>
                </a:lnTo>
                <a:lnTo>
                  <a:pt x="283749" y="211293"/>
                </a:lnTo>
                <a:lnTo>
                  <a:pt x="296099" y="220749"/>
                </a:lnTo>
                <a:lnTo>
                  <a:pt x="304945" y="227015"/>
                </a:lnTo>
                <a:lnTo>
                  <a:pt x="307141" y="228145"/>
                </a:lnTo>
                <a:lnTo>
                  <a:pt x="308784" y="228327"/>
                </a:lnTo>
                <a:lnTo>
                  <a:pt x="309549" y="227915"/>
                </a:lnTo>
                <a:lnTo>
                  <a:pt x="309905" y="227059"/>
                </a:lnTo>
                <a:lnTo>
                  <a:pt x="309913" y="223372"/>
                </a:lnTo>
                <a:lnTo>
                  <a:pt x="307898" y="211088"/>
                </a:lnTo>
                <a:lnTo>
                  <a:pt x="306568" y="199780"/>
                </a:lnTo>
                <a:lnTo>
                  <a:pt x="304755" y="191074"/>
                </a:lnTo>
                <a:lnTo>
                  <a:pt x="303099" y="177360"/>
                </a:lnTo>
                <a:lnTo>
                  <a:pt x="300955" y="167384"/>
                </a:lnTo>
                <a:lnTo>
                  <a:pt x="299739" y="156968"/>
                </a:lnTo>
                <a:lnTo>
                  <a:pt x="297540" y="144366"/>
                </a:lnTo>
                <a:lnTo>
                  <a:pt x="296188" y="132414"/>
                </a:lnTo>
                <a:lnTo>
                  <a:pt x="295576" y="129942"/>
                </a:lnTo>
                <a:lnTo>
                  <a:pt x="294192" y="127258"/>
                </a:lnTo>
                <a:lnTo>
                  <a:pt x="293868" y="125263"/>
                </a:lnTo>
                <a:lnTo>
                  <a:pt x="293461" y="98714"/>
                </a:lnTo>
                <a:lnTo>
                  <a:pt x="295422" y="97143"/>
                </a:lnTo>
                <a:lnTo>
                  <a:pt x="298716" y="96598"/>
                </a:lnTo>
                <a:lnTo>
                  <a:pt x="330327" y="96835"/>
                </a:lnTo>
                <a:lnTo>
                  <a:pt x="331543" y="96382"/>
                </a:lnTo>
                <a:lnTo>
                  <a:pt x="332432" y="94770"/>
                </a:lnTo>
                <a:lnTo>
                  <a:pt x="330760" y="93479"/>
                </a:lnTo>
                <a:lnTo>
                  <a:pt x="326191" y="91261"/>
                </a:lnTo>
                <a:lnTo>
                  <a:pt x="316509" y="87267"/>
                </a:lnTo>
                <a:lnTo>
                  <a:pt x="303343" y="82558"/>
                </a:lnTo>
                <a:lnTo>
                  <a:pt x="296063" y="79476"/>
                </a:lnTo>
                <a:lnTo>
                  <a:pt x="294501" y="78128"/>
                </a:lnTo>
                <a:lnTo>
                  <a:pt x="294288" y="75579"/>
                </a:lnTo>
                <a:lnTo>
                  <a:pt x="294761" y="74759"/>
                </a:lnTo>
                <a:lnTo>
                  <a:pt x="295778" y="74267"/>
                </a:lnTo>
                <a:lnTo>
                  <a:pt x="303572" y="73902"/>
                </a:lnTo>
                <a:lnTo>
                  <a:pt x="316693" y="75003"/>
                </a:lnTo>
                <a:lnTo>
                  <a:pt x="318365" y="74269"/>
                </a:lnTo>
                <a:lnTo>
                  <a:pt x="319102" y="73297"/>
                </a:lnTo>
                <a:lnTo>
                  <a:pt x="319235" y="72396"/>
                </a:lnTo>
                <a:lnTo>
                  <a:pt x="317562" y="70580"/>
                </a:lnTo>
                <a:lnTo>
                  <a:pt x="310551" y="66805"/>
                </a:lnTo>
                <a:lnTo>
                  <a:pt x="300589" y="60519"/>
                </a:lnTo>
                <a:lnTo>
                  <a:pt x="297049" y="58761"/>
                </a:lnTo>
                <a:lnTo>
                  <a:pt x="293841" y="55862"/>
                </a:lnTo>
                <a:lnTo>
                  <a:pt x="293427" y="54933"/>
                </a:lnTo>
                <a:lnTo>
                  <a:pt x="293095" y="51114"/>
                </a:lnTo>
                <a:lnTo>
                  <a:pt x="291530" y="44641"/>
                </a:lnTo>
                <a:lnTo>
                  <a:pt x="289689" y="33122"/>
                </a:lnTo>
                <a:lnTo>
                  <a:pt x="287710" y="24471"/>
                </a:lnTo>
                <a:lnTo>
                  <a:pt x="285783" y="13272"/>
                </a:lnTo>
                <a:lnTo>
                  <a:pt x="284684" y="10895"/>
                </a:lnTo>
                <a:lnTo>
                  <a:pt x="282811" y="9435"/>
                </a:lnTo>
                <a:lnTo>
                  <a:pt x="281107" y="9097"/>
                </a:lnTo>
                <a:lnTo>
                  <a:pt x="279170" y="9794"/>
                </a:lnTo>
                <a:close/>
                <a:moveTo>
                  <a:pt x="282848" y="29684"/>
                </a:moveTo>
                <a:lnTo>
                  <a:pt x="283234" y="30861"/>
                </a:lnTo>
                <a:lnTo>
                  <a:pt x="282984" y="32344"/>
                </a:lnTo>
                <a:lnTo>
                  <a:pt x="281636" y="32650"/>
                </a:lnTo>
                <a:lnTo>
                  <a:pt x="280300" y="32362"/>
                </a:lnTo>
                <a:lnTo>
                  <a:pt x="280047" y="31019"/>
                </a:lnTo>
                <a:lnTo>
                  <a:pt x="280642" y="29717"/>
                </a:lnTo>
                <a:lnTo>
                  <a:pt x="281743" y="29163"/>
                </a:lnTo>
                <a:lnTo>
                  <a:pt x="282848" y="29684"/>
                </a:lnTo>
                <a:close/>
                <a:moveTo>
                  <a:pt x="283391" y="40673"/>
                </a:moveTo>
                <a:lnTo>
                  <a:pt x="284127" y="42642"/>
                </a:lnTo>
                <a:lnTo>
                  <a:pt x="283892" y="45144"/>
                </a:lnTo>
                <a:lnTo>
                  <a:pt x="282027" y="45813"/>
                </a:lnTo>
                <a:lnTo>
                  <a:pt x="279630" y="45479"/>
                </a:lnTo>
                <a:lnTo>
                  <a:pt x="278700" y="43534"/>
                </a:lnTo>
                <a:lnTo>
                  <a:pt x="278828" y="41627"/>
                </a:lnTo>
                <a:lnTo>
                  <a:pt x="279311" y="40623"/>
                </a:lnTo>
                <a:lnTo>
                  <a:pt x="281131" y="39978"/>
                </a:lnTo>
                <a:lnTo>
                  <a:pt x="283391" y="40673"/>
                </a:lnTo>
                <a:close/>
                <a:moveTo>
                  <a:pt x="276621" y="47693"/>
                </a:moveTo>
                <a:lnTo>
                  <a:pt x="276929" y="48736"/>
                </a:lnTo>
                <a:lnTo>
                  <a:pt x="276510" y="49760"/>
                </a:lnTo>
                <a:lnTo>
                  <a:pt x="275608" y="50320"/>
                </a:lnTo>
                <a:lnTo>
                  <a:pt x="274610" y="50072"/>
                </a:lnTo>
                <a:lnTo>
                  <a:pt x="274187" y="48491"/>
                </a:lnTo>
                <a:lnTo>
                  <a:pt x="274660" y="47401"/>
                </a:lnTo>
                <a:lnTo>
                  <a:pt x="275598" y="47070"/>
                </a:lnTo>
                <a:lnTo>
                  <a:pt x="276621" y="47693"/>
                </a:lnTo>
                <a:close/>
                <a:moveTo>
                  <a:pt x="288489" y="48445"/>
                </a:moveTo>
                <a:lnTo>
                  <a:pt x="289282" y="49030"/>
                </a:lnTo>
                <a:lnTo>
                  <a:pt x="288024" y="49370"/>
                </a:lnTo>
                <a:lnTo>
                  <a:pt x="286827" y="49025"/>
                </a:lnTo>
                <a:lnTo>
                  <a:pt x="286232" y="48320"/>
                </a:lnTo>
                <a:lnTo>
                  <a:pt x="287031" y="47928"/>
                </a:lnTo>
                <a:lnTo>
                  <a:pt x="288489" y="48445"/>
                </a:lnTo>
                <a:close/>
                <a:moveTo>
                  <a:pt x="283725" y="53543"/>
                </a:moveTo>
                <a:lnTo>
                  <a:pt x="284367" y="55194"/>
                </a:lnTo>
                <a:lnTo>
                  <a:pt x="283661" y="56044"/>
                </a:lnTo>
                <a:lnTo>
                  <a:pt x="282251" y="56752"/>
                </a:lnTo>
                <a:lnTo>
                  <a:pt x="281178" y="56769"/>
                </a:lnTo>
                <a:lnTo>
                  <a:pt x="279575" y="56193"/>
                </a:lnTo>
                <a:lnTo>
                  <a:pt x="278376" y="54713"/>
                </a:lnTo>
                <a:lnTo>
                  <a:pt x="278664" y="53641"/>
                </a:lnTo>
                <a:lnTo>
                  <a:pt x="280330" y="52718"/>
                </a:lnTo>
                <a:lnTo>
                  <a:pt x="282515" y="52810"/>
                </a:lnTo>
                <a:lnTo>
                  <a:pt x="283725" y="53543"/>
                </a:lnTo>
                <a:close/>
                <a:moveTo>
                  <a:pt x="289491" y="61775"/>
                </a:moveTo>
                <a:lnTo>
                  <a:pt x="289999" y="63412"/>
                </a:lnTo>
                <a:lnTo>
                  <a:pt x="289680" y="65306"/>
                </a:lnTo>
                <a:lnTo>
                  <a:pt x="288914" y="65945"/>
                </a:lnTo>
                <a:lnTo>
                  <a:pt x="287877" y="65806"/>
                </a:lnTo>
                <a:lnTo>
                  <a:pt x="286819" y="64789"/>
                </a:lnTo>
                <a:lnTo>
                  <a:pt x="286841" y="62960"/>
                </a:lnTo>
                <a:lnTo>
                  <a:pt x="288022" y="61537"/>
                </a:lnTo>
                <a:lnTo>
                  <a:pt x="288779" y="61404"/>
                </a:lnTo>
                <a:lnTo>
                  <a:pt x="289491" y="61775"/>
                </a:lnTo>
                <a:close/>
                <a:moveTo>
                  <a:pt x="275953" y="63070"/>
                </a:moveTo>
                <a:lnTo>
                  <a:pt x="276090" y="64441"/>
                </a:lnTo>
                <a:lnTo>
                  <a:pt x="274974" y="65285"/>
                </a:lnTo>
                <a:lnTo>
                  <a:pt x="272747" y="64893"/>
                </a:lnTo>
                <a:lnTo>
                  <a:pt x="271365" y="63930"/>
                </a:lnTo>
                <a:lnTo>
                  <a:pt x="272160" y="62284"/>
                </a:lnTo>
                <a:lnTo>
                  <a:pt x="273537" y="61677"/>
                </a:lnTo>
                <a:lnTo>
                  <a:pt x="274991" y="61960"/>
                </a:lnTo>
                <a:lnTo>
                  <a:pt x="275953" y="63070"/>
                </a:lnTo>
                <a:close/>
                <a:moveTo>
                  <a:pt x="298016" y="63906"/>
                </a:moveTo>
                <a:lnTo>
                  <a:pt x="303515" y="67480"/>
                </a:lnTo>
                <a:lnTo>
                  <a:pt x="304167" y="68286"/>
                </a:lnTo>
                <a:lnTo>
                  <a:pt x="303971" y="69104"/>
                </a:lnTo>
                <a:lnTo>
                  <a:pt x="302785" y="69720"/>
                </a:lnTo>
                <a:lnTo>
                  <a:pt x="299682" y="69995"/>
                </a:lnTo>
                <a:lnTo>
                  <a:pt x="296642" y="69783"/>
                </a:lnTo>
                <a:lnTo>
                  <a:pt x="294741" y="69088"/>
                </a:lnTo>
                <a:lnTo>
                  <a:pt x="294075" y="68238"/>
                </a:lnTo>
                <a:lnTo>
                  <a:pt x="293786" y="66996"/>
                </a:lnTo>
                <a:lnTo>
                  <a:pt x="294129" y="63920"/>
                </a:lnTo>
                <a:lnTo>
                  <a:pt x="295270" y="63006"/>
                </a:lnTo>
                <a:lnTo>
                  <a:pt x="298016" y="63906"/>
                </a:lnTo>
                <a:close/>
                <a:moveTo>
                  <a:pt x="268306" y="63864"/>
                </a:moveTo>
                <a:lnTo>
                  <a:pt x="269596" y="64439"/>
                </a:lnTo>
                <a:lnTo>
                  <a:pt x="269780" y="65170"/>
                </a:lnTo>
                <a:lnTo>
                  <a:pt x="268306" y="66539"/>
                </a:lnTo>
                <a:lnTo>
                  <a:pt x="266387" y="67504"/>
                </a:lnTo>
                <a:lnTo>
                  <a:pt x="264566" y="67904"/>
                </a:lnTo>
                <a:lnTo>
                  <a:pt x="263032" y="67754"/>
                </a:lnTo>
                <a:lnTo>
                  <a:pt x="261681" y="66534"/>
                </a:lnTo>
                <a:lnTo>
                  <a:pt x="261670" y="65257"/>
                </a:lnTo>
                <a:lnTo>
                  <a:pt x="262912" y="63912"/>
                </a:lnTo>
                <a:lnTo>
                  <a:pt x="265268" y="63408"/>
                </a:lnTo>
                <a:lnTo>
                  <a:pt x="268306" y="63864"/>
                </a:lnTo>
                <a:close/>
                <a:moveTo>
                  <a:pt x="289491" y="76609"/>
                </a:moveTo>
                <a:lnTo>
                  <a:pt x="288784" y="78202"/>
                </a:lnTo>
                <a:lnTo>
                  <a:pt x="287945" y="78425"/>
                </a:lnTo>
                <a:lnTo>
                  <a:pt x="287456" y="78009"/>
                </a:lnTo>
                <a:lnTo>
                  <a:pt x="287257" y="76564"/>
                </a:lnTo>
                <a:lnTo>
                  <a:pt x="288191" y="75220"/>
                </a:lnTo>
                <a:lnTo>
                  <a:pt x="289374" y="75222"/>
                </a:lnTo>
                <a:lnTo>
                  <a:pt x="289491" y="76609"/>
                </a:lnTo>
                <a:close/>
                <a:moveTo>
                  <a:pt x="275284" y="76901"/>
                </a:moveTo>
                <a:lnTo>
                  <a:pt x="275234" y="77810"/>
                </a:lnTo>
                <a:lnTo>
                  <a:pt x="274743" y="78210"/>
                </a:lnTo>
                <a:lnTo>
                  <a:pt x="273696" y="77779"/>
                </a:lnTo>
                <a:lnTo>
                  <a:pt x="273137" y="76943"/>
                </a:lnTo>
                <a:lnTo>
                  <a:pt x="273564" y="76246"/>
                </a:lnTo>
                <a:lnTo>
                  <a:pt x="274261" y="76002"/>
                </a:lnTo>
                <a:lnTo>
                  <a:pt x="274914" y="76236"/>
                </a:lnTo>
                <a:lnTo>
                  <a:pt x="275284" y="76901"/>
                </a:lnTo>
                <a:close/>
                <a:moveTo>
                  <a:pt x="282889" y="84047"/>
                </a:moveTo>
                <a:lnTo>
                  <a:pt x="283203" y="85124"/>
                </a:lnTo>
                <a:lnTo>
                  <a:pt x="282409" y="85824"/>
                </a:lnTo>
                <a:lnTo>
                  <a:pt x="280076" y="85749"/>
                </a:lnTo>
                <a:lnTo>
                  <a:pt x="279156" y="85044"/>
                </a:lnTo>
                <a:lnTo>
                  <a:pt x="279431" y="84156"/>
                </a:lnTo>
                <a:lnTo>
                  <a:pt x="280664" y="83551"/>
                </a:lnTo>
                <a:lnTo>
                  <a:pt x="282145" y="83588"/>
                </a:lnTo>
                <a:lnTo>
                  <a:pt x="282889" y="84047"/>
                </a:lnTo>
                <a:close/>
                <a:moveTo>
                  <a:pt x="268724" y="85091"/>
                </a:moveTo>
                <a:lnTo>
                  <a:pt x="269510" y="86507"/>
                </a:lnTo>
                <a:lnTo>
                  <a:pt x="269659" y="87652"/>
                </a:lnTo>
                <a:lnTo>
                  <a:pt x="268672" y="88884"/>
                </a:lnTo>
                <a:lnTo>
                  <a:pt x="264875" y="89608"/>
                </a:lnTo>
                <a:lnTo>
                  <a:pt x="263391" y="89103"/>
                </a:lnTo>
                <a:lnTo>
                  <a:pt x="262770" y="88389"/>
                </a:lnTo>
                <a:lnTo>
                  <a:pt x="262522" y="85569"/>
                </a:lnTo>
                <a:lnTo>
                  <a:pt x="263524" y="84188"/>
                </a:lnTo>
                <a:lnTo>
                  <a:pt x="267115" y="84053"/>
                </a:lnTo>
                <a:lnTo>
                  <a:pt x="268724" y="85091"/>
                </a:lnTo>
                <a:close/>
                <a:moveTo>
                  <a:pt x="299227" y="85468"/>
                </a:moveTo>
                <a:lnTo>
                  <a:pt x="300444" y="87516"/>
                </a:lnTo>
                <a:lnTo>
                  <a:pt x="299991" y="89139"/>
                </a:lnTo>
                <a:lnTo>
                  <a:pt x="298597" y="89814"/>
                </a:lnTo>
                <a:lnTo>
                  <a:pt x="296845" y="90083"/>
                </a:lnTo>
                <a:lnTo>
                  <a:pt x="294255" y="89604"/>
                </a:lnTo>
                <a:lnTo>
                  <a:pt x="293759" y="87264"/>
                </a:lnTo>
                <a:lnTo>
                  <a:pt x="294422" y="84924"/>
                </a:lnTo>
                <a:lnTo>
                  <a:pt x="295203" y="84415"/>
                </a:lnTo>
                <a:lnTo>
                  <a:pt x="296699" y="84256"/>
                </a:lnTo>
                <a:lnTo>
                  <a:pt x="299227" y="85468"/>
                </a:lnTo>
                <a:close/>
                <a:moveTo>
                  <a:pt x="289951" y="87348"/>
                </a:moveTo>
                <a:lnTo>
                  <a:pt x="290348" y="88733"/>
                </a:lnTo>
                <a:lnTo>
                  <a:pt x="289984" y="89994"/>
                </a:lnTo>
                <a:lnTo>
                  <a:pt x="288870" y="90565"/>
                </a:lnTo>
                <a:lnTo>
                  <a:pt x="287631" y="90234"/>
                </a:lnTo>
                <a:lnTo>
                  <a:pt x="286918" y="88866"/>
                </a:lnTo>
                <a:lnTo>
                  <a:pt x="287343" y="87345"/>
                </a:lnTo>
                <a:lnTo>
                  <a:pt x="288570" y="86676"/>
                </a:lnTo>
                <a:lnTo>
                  <a:pt x="289951" y="87348"/>
                </a:lnTo>
                <a:close/>
                <a:moveTo>
                  <a:pt x="274950" y="88643"/>
                </a:moveTo>
                <a:lnTo>
                  <a:pt x="274422" y="89262"/>
                </a:lnTo>
                <a:lnTo>
                  <a:pt x="273717" y="88962"/>
                </a:lnTo>
                <a:lnTo>
                  <a:pt x="274399" y="88034"/>
                </a:lnTo>
                <a:lnTo>
                  <a:pt x="274950" y="88643"/>
                </a:lnTo>
                <a:close/>
                <a:moveTo>
                  <a:pt x="313727" y="90565"/>
                </a:moveTo>
                <a:lnTo>
                  <a:pt x="315048" y="91339"/>
                </a:lnTo>
                <a:lnTo>
                  <a:pt x="315268" y="91913"/>
                </a:lnTo>
                <a:lnTo>
                  <a:pt x="314961" y="92477"/>
                </a:lnTo>
                <a:lnTo>
                  <a:pt x="312931" y="93304"/>
                </a:lnTo>
                <a:lnTo>
                  <a:pt x="311896" y="93095"/>
                </a:lnTo>
                <a:lnTo>
                  <a:pt x="311168" y="92493"/>
                </a:lnTo>
                <a:lnTo>
                  <a:pt x="310967" y="91284"/>
                </a:lnTo>
                <a:lnTo>
                  <a:pt x="311638" y="90565"/>
                </a:lnTo>
                <a:lnTo>
                  <a:pt x="312390" y="90106"/>
                </a:lnTo>
                <a:lnTo>
                  <a:pt x="313727" y="90565"/>
                </a:lnTo>
                <a:close/>
                <a:moveTo>
                  <a:pt x="290076" y="98755"/>
                </a:moveTo>
                <a:lnTo>
                  <a:pt x="290783" y="100360"/>
                </a:lnTo>
                <a:lnTo>
                  <a:pt x="290377" y="102789"/>
                </a:lnTo>
                <a:lnTo>
                  <a:pt x="288819" y="103809"/>
                </a:lnTo>
                <a:lnTo>
                  <a:pt x="286991" y="103592"/>
                </a:lnTo>
                <a:lnTo>
                  <a:pt x="286246" y="101899"/>
                </a:lnTo>
                <a:lnTo>
                  <a:pt x="286844" y="99524"/>
                </a:lnTo>
                <a:lnTo>
                  <a:pt x="288562" y="98097"/>
                </a:lnTo>
                <a:lnTo>
                  <a:pt x="290076" y="98755"/>
                </a:lnTo>
                <a:close/>
                <a:moveTo>
                  <a:pt x="276204" y="100176"/>
                </a:moveTo>
                <a:lnTo>
                  <a:pt x="276562" y="101864"/>
                </a:lnTo>
                <a:lnTo>
                  <a:pt x="275728" y="102851"/>
                </a:lnTo>
                <a:lnTo>
                  <a:pt x="274658" y="102995"/>
                </a:lnTo>
                <a:lnTo>
                  <a:pt x="273279" y="102641"/>
                </a:lnTo>
                <a:lnTo>
                  <a:pt x="271842" y="101424"/>
                </a:lnTo>
                <a:lnTo>
                  <a:pt x="272158" y="100318"/>
                </a:lnTo>
                <a:lnTo>
                  <a:pt x="273716" y="99412"/>
                </a:lnTo>
                <a:lnTo>
                  <a:pt x="275378" y="99472"/>
                </a:lnTo>
                <a:lnTo>
                  <a:pt x="276204" y="100176"/>
                </a:lnTo>
                <a:close/>
                <a:moveTo>
                  <a:pt x="284937" y="105358"/>
                </a:moveTo>
                <a:lnTo>
                  <a:pt x="286473" y="107594"/>
                </a:lnTo>
                <a:lnTo>
                  <a:pt x="286650" y="108732"/>
                </a:lnTo>
                <a:lnTo>
                  <a:pt x="286145" y="109639"/>
                </a:lnTo>
                <a:lnTo>
                  <a:pt x="284955" y="110360"/>
                </a:lnTo>
                <a:lnTo>
                  <a:pt x="282609" y="111046"/>
                </a:lnTo>
                <a:lnTo>
                  <a:pt x="280796" y="111123"/>
                </a:lnTo>
                <a:lnTo>
                  <a:pt x="277118" y="110468"/>
                </a:lnTo>
                <a:lnTo>
                  <a:pt x="275686" y="109661"/>
                </a:lnTo>
                <a:lnTo>
                  <a:pt x="275507" y="108822"/>
                </a:lnTo>
                <a:lnTo>
                  <a:pt x="276204" y="106820"/>
                </a:lnTo>
                <a:lnTo>
                  <a:pt x="277203" y="105035"/>
                </a:lnTo>
                <a:lnTo>
                  <a:pt x="278334" y="104185"/>
                </a:lnTo>
                <a:lnTo>
                  <a:pt x="283641" y="103895"/>
                </a:lnTo>
                <a:lnTo>
                  <a:pt x="284937" y="105358"/>
                </a:lnTo>
                <a:close/>
                <a:moveTo>
                  <a:pt x="290035" y="111751"/>
                </a:moveTo>
                <a:lnTo>
                  <a:pt x="290943" y="113694"/>
                </a:lnTo>
                <a:lnTo>
                  <a:pt x="290411" y="115762"/>
                </a:lnTo>
                <a:lnTo>
                  <a:pt x="288717" y="116422"/>
                </a:lnTo>
                <a:lnTo>
                  <a:pt x="287030" y="116070"/>
                </a:lnTo>
                <a:lnTo>
                  <a:pt x="286431" y="114547"/>
                </a:lnTo>
                <a:lnTo>
                  <a:pt x="287588" y="111782"/>
                </a:lnTo>
                <a:lnTo>
                  <a:pt x="288651" y="111060"/>
                </a:lnTo>
                <a:lnTo>
                  <a:pt x="290035" y="111751"/>
                </a:lnTo>
                <a:close/>
                <a:moveTo>
                  <a:pt x="274323" y="112252"/>
                </a:moveTo>
                <a:lnTo>
                  <a:pt x="275822" y="113751"/>
                </a:lnTo>
                <a:lnTo>
                  <a:pt x="275975" y="114878"/>
                </a:lnTo>
                <a:lnTo>
                  <a:pt x="275660" y="115470"/>
                </a:lnTo>
                <a:lnTo>
                  <a:pt x="273200" y="116081"/>
                </a:lnTo>
                <a:lnTo>
                  <a:pt x="270897" y="115344"/>
                </a:lnTo>
                <a:lnTo>
                  <a:pt x="270401" y="113976"/>
                </a:lnTo>
                <a:lnTo>
                  <a:pt x="271458" y="112419"/>
                </a:lnTo>
                <a:lnTo>
                  <a:pt x="272506" y="111897"/>
                </a:lnTo>
                <a:lnTo>
                  <a:pt x="274323" y="112252"/>
                </a:lnTo>
                <a:close/>
                <a:moveTo>
                  <a:pt x="274532" y="123743"/>
                </a:moveTo>
                <a:lnTo>
                  <a:pt x="275718" y="124925"/>
                </a:lnTo>
                <a:lnTo>
                  <a:pt x="275276" y="126234"/>
                </a:lnTo>
                <a:lnTo>
                  <a:pt x="273139" y="127481"/>
                </a:lnTo>
                <a:lnTo>
                  <a:pt x="272081" y="127598"/>
                </a:lnTo>
                <a:lnTo>
                  <a:pt x="271299" y="127241"/>
                </a:lnTo>
                <a:lnTo>
                  <a:pt x="270688" y="125849"/>
                </a:lnTo>
                <a:lnTo>
                  <a:pt x="271051" y="123733"/>
                </a:lnTo>
                <a:lnTo>
                  <a:pt x="272679" y="123147"/>
                </a:lnTo>
                <a:lnTo>
                  <a:pt x="274532" y="123743"/>
                </a:lnTo>
                <a:close/>
                <a:moveTo>
                  <a:pt x="290745" y="123785"/>
                </a:moveTo>
                <a:lnTo>
                  <a:pt x="291323" y="124363"/>
                </a:lnTo>
                <a:lnTo>
                  <a:pt x="291555" y="125347"/>
                </a:lnTo>
                <a:lnTo>
                  <a:pt x="290327" y="126877"/>
                </a:lnTo>
                <a:lnTo>
                  <a:pt x="288770" y="127219"/>
                </a:lnTo>
                <a:lnTo>
                  <a:pt x="287667" y="126642"/>
                </a:lnTo>
                <a:lnTo>
                  <a:pt x="286914" y="125729"/>
                </a:lnTo>
                <a:lnTo>
                  <a:pt x="286755" y="124333"/>
                </a:lnTo>
                <a:lnTo>
                  <a:pt x="287595" y="123325"/>
                </a:lnTo>
                <a:lnTo>
                  <a:pt x="289138" y="123166"/>
                </a:lnTo>
                <a:lnTo>
                  <a:pt x="290745" y="123785"/>
                </a:lnTo>
                <a:close/>
                <a:moveTo>
                  <a:pt x="285104" y="129635"/>
                </a:moveTo>
                <a:lnTo>
                  <a:pt x="287431" y="131363"/>
                </a:lnTo>
                <a:lnTo>
                  <a:pt x="287700" y="133170"/>
                </a:lnTo>
                <a:lnTo>
                  <a:pt x="286723" y="134536"/>
                </a:lnTo>
                <a:lnTo>
                  <a:pt x="284811" y="136112"/>
                </a:lnTo>
                <a:lnTo>
                  <a:pt x="282025" y="137321"/>
                </a:lnTo>
                <a:lnTo>
                  <a:pt x="279173" y="137072"/>
                </a:lnTo>
                <a:lnTo>
                  <a:pt x="277360" y="136123"/>
                </a:lnTo>
                <a:lnTo>
                  <a:pt x="275098" y="133824"/>
                </a:lnTo>
                <a:lnTo>
                  <a:pt x="274194" y="132168"/>
                </a:lnTo>
                <a:lnTo>
                  <a:pt x="274402" y="131341"/>
                </a:lnTo>
                <a:lnTo>
                  <a:pt x="275309" y="130549"/>
                </a:lnTo>
                <a:lnTo>
                  <a:pt x="279627" y="128477"/>
                </a:lnTo>
                <a:lnTo>
                  <a:pt x="281760" y="128311"/>
                </a:lnTo>
                <a:lnTo>
                  <a:pt x="285104" y="129635"/>
                </a:lnTo>
                <a:close/>
                <a:moveTo>
                  <a:pt x="274323" y="137156"/>
                </a:moveTo>
                <a:lnTo>
                  <a:pt x="275775" y="139392"/>
                </a:lnTo>
                <a:lnTo>
                  <a:pt x="276011" y="141018"/>
                </a:lnTo>
                <a:lnTo>
                  <a:pt x="275694" y="142028"/>
                </a:lnTo>
                <a:lnTo>
                  <a:pt x="270019" y="145681"/>
                </a:lnTo>
                <a:lnTo>
                  <a:pt x="268500" y="145971"/>
                </a:lnTo>
                <a:lnTo>
                  <a:pt x="267673" y="144796"/>
                </a:lnTo>
                <a:lnTo>
                  <a:pt x="267567" y="142693"/>
                </a:lnTo>
                <a:lnTo>
                  <a:pt x="268829" y="138983"/>
                </a:lnTo>
                <a:lnTo>
                  <a:pt x="270064" y="137442"/>
                </a:lnTo>
                <a:lnTo>
                  <a:pt x="271405" y="136636"/>
                </a:lnTo>
                <a:lnTo>
                  <a:pt x="272836" y="136539"/>
                </a:lnTo>
                <a:lnTo>
                  <a:pt x="274323" y="137156"/>
                </a:lnTo>
                <a:close/>
                <a:moveTo>
                  <a:pt x="292918" y="137115"/>
                </a:moveTo>
                <a:lnTo>
                  <a:pt x="293799" y="140322"/>
                </a:lnTo>
                <a:lnTo>
                  <a:pt x="294096" y="143896"/>
                </a:lnTo>
                <a:lnTo>
                  <a:pt x="293060" y="145648"/>
                </a:lnTo>
                <a:lnTo>
                  <a:pt x="291832" y="146053"/>
                </a:lnTo>
                <a:lnTo>
                  <a:pt x="287414" y="142693"/>
                </a:lnTo>
                <a:lnTo>
                  <a:pt x="286958" y="142025"/>
                </a:lnTo>
                <a:lnTo>
                  <a:pt x="286859" y="140735"/>
                </a:lnTo>
                <a:lnTo>
                  <a:pt x="287471" y="138870"/>
                </a:lnTo>
                <a:lnTo>
                  <a:pt x="289151" y="137202"/>
                </a:lnTo>
                <a:lnTo>
                  <a:pt x="291251" y="136499"/>
                </a:lnTo>
                <a:lnTo>
                  <a:pt x="292918" y="137115"/>
                </a:lnTo>
                <a:close/>
                <a:moveTo>
                  <a:pt x="284937" y="145012"/>
                </a:moveTo>
                <a:lnTo>
                  <a:pt x="288908" y="147441"/>
                </a:lnTo>
                <a:lnTo>
                  <a:pt x="290277" y="148712"/>
                </a:lnTo>
                <a:lnTo>
                  <a:pt x="290897" y="150915"/>
                </a:lnTo>
                <a:lnTo>
                  <a:pt x="289716" y="152905"/>
                </a:lnTo>
                <a:lnTo>
                  <a:pt x="284387" y="156323"/>
                </a:lnTo>
                <a:lnTo>
                  <a:pt x="282080" y="156796"/>
                </a:lnTo>
                <a:lnTo>
                  <a:pt x="279919" y="156140"/>
                </a:lnTo>
                <a:lnTo>
                  <a:pt x="274501" y="152210"/>
                </a:lnTo>
                <a:lnTo>
                  <a:pt x="274123" y="150736"/>
                </a:lnTo>
                <a:lnTo>
                  <a:pt x="274430" y="148650"/>
                </a:lnTo>
                <a:lnTo>
                  <a:pt x="278251" y="145639"/>
                </a:lnTo>
                <a:lnTo>
                  <a:pt x="279861" y="144647"/>
                </a:lnTo>
                <a:lnTo>
                  <a:pt x="282064" y="143962"/>
                </a:lnTo>
                <a:lnTo>
                  <a:pt x="283929" y="144259"/>
                </a:lnTo>
                <a:lnTo>
                  <a:pt x="284937" y="145012"/>
                </a:lnTo>
                <a:close/>
                <a:moveTo>
                  <a:pt x="270437" y="155250"/>
                </a:moveTo>
                <a:lnTo>
                  <a:pt x="274039" y="157663"/>
                </a:lnTo>
                <a:lnTo>
                  <a:pt x="275260" y="158877"/>
                </a:lnTo>
                <a:lnTo>
                  <a:pt x="275739" y="160196"/>
                </a:lnTo>
                <a:lnTo>
                  <a:pt x="275471" y="161510"/>
                </a:lnTo>
                <a:lnTo>
                  <a:pt x="274450" y="162709"/>
                </a:lnTo>
                <a:lnTo>
                  <a:pt x="269245" y="166229"/>
                </a:lnTo>
                <a:lnTo>
                  <a:pt x="266538" y="167405"/>
                </a:lnTo>
                <a:lnTo>
                  <a:pt x="265007" y="167546"/>
                </a:lnTo>
                <a:lnTo>
                  <a:pt x="264355" y="166795"/>
                </a:lnTo>
                <a:lnTo>
                  <a:pt x="264148" y="164440"/>
                </a:lnTo>
                <a:lnTo>
                  <a:pt x="264848" y="159584"/>
                </a:lnTo>
                <a:lnTo>
                  <a:pt x="265782" y="156629"/>
                </a:lnTo>
                <a:lnTo>
                  <a:pt x="266927" y="154832"/>
                </a:lnTo>
                <a:lnTo>
                  <a:pt x="267985" y="154174"/>
                </a:lnTo>
                <a:lnTo>
                  <a:pt x="268895" y="154176"/>
                </a:lnTo>
                <a:lnTo>
                  <a:pt x="270437" y="155250"/>
                </a:lnTo>
                <a:close/>
                <a:moveTo>
                  <a:pt x="296553" y="154957"/>
                </a:moveTo>
                <a:lnTo>
                  <a:pt x="297084" y="158309"/>
                </a:lnTo>
                <a:lnTo>
                  <a:pt x="297514" y="166114"/>
                </a:lnTo>
                <a:lnTo>
                  <a:pt x="295387" y="166937"/>
                </a:lnTo>
                <a:lnTo>
                  <a:pt x="288593" y="162329"/>
                </a:lnTo>
                <a:lnTo>
                  <a:pt x="287821" y="161318"/>
                </a:lnTo>
                <a:lnTo>
                  <a:pt x="287486" y="159512"/>
                </a:lnTo>
                <a:lnTo>
                  <a:pt x="288288" y="157867"/>
                </a:lnTo>
                <a:lnTo>
                  <a:pt x="291471" y="155574"/>
                </a:lnTo>
                <a:lnTo>
                  <a:pt x="295049" y="154476"/>
                </a:lnTo>
                <a:lnTo>
                  <a:pt x="296553" y="154957"/>
                </a:lnTo>
                <a:close/>
                <a:moveTo>
                  <a:pt x="285020" y="165195"/>
                </a:moveTo>
                <a:lnTo>
                  <a:pt x="292209" y="170357"/>
                </a:lnTo>
                <a:lnTo>
                  <a:pt x="293639" y="172001"/>
                </a:lnTo>
                <a:lnTo>
                  <a:pt x="293105" y="173227"/>
                </a:lnTo>
                <a:lnTo>
                  <a:pt x="286951" y="176546"/>
                </a:lnTo>
                <a:lnTo>
                  <a:pt x="282201" y="178444"/>
                </a:lnTo>
                <a:lnTo>
                  <a:pt x="280629" y="178627"/>
                </a:lnTo>
                <a:lnTo>
                  <a:pt x="274117" y="175835"/>
                </a:lnTo>
                <a:lnTo>
                  <a:pt x="271142" y="173864"/>
                </a:lnTo>
                <a:lnTo>
                  <a:pt x="269786" y="172486"/>
                </a:lnTo>
                <a:lnTo>
                  <a:pt x="269810" y="171421"/>
                </a:lnTo>
                <a:lnTo>
                  <a:pt x="270819" y="170402"/>
                </a:lnTo>
                <a:lnTo>
                  <a:pt x="279894" y="163847"/>
                </a:lnTo>
                <a:lnTo>
                  <a:pt x="281998" y="163618"/>
                </a:lnTo>
                <a:lnTo>
                  <a:pt x="285020" y="165195"/>
                </a:lnTo>
                <a:close/>
                <a:moveTo>
                  <a:pt x="268181" y="176978"/>
                </a:moveTo>
                <a:lnTo>
                  <a:pt x="272393" y="180155"/>
                </a:lnTo>
                <a:lnTo>
                  <a:pt x="273602" y="181659"/>
                </a:lnTo>
                <a:lnTo>
                  <a:pt x="273572" y="182372"/>
                </a:lnTo>
                <a:lnTo>
                  <a:pt x="272604" y="183130"/>
                </a:lnTo>
                <a:lnTo>
                  <a:pt x="268949" y="184573"/>
                </a:lnTo>
                <a:lnTo>
                  <a:pt x="265457" y="186481"/>
                </a:lnTo>
                <a:lnTo>
                  <a:pt x="264313" y="186563"/>
                </a:lnTo>
                <a:lnTo>
                  <a:pt x="262630" y="185908"/>
                </a:lnTo>
                <a:lnTo>
                  <a:pt x="261870" y="184927"/>
                </a:lnTo>
                <a:lnTo>
                  <a:pt x="261805" y="183274"/>
                </a:lnTo>
                <a:lnTo>
                  <a:pt x="262870" y="179231"/>
                </a:lnTo>
                <a:lnTo>
                  <a:pt x="264065" y="176506"/>
                </a:lnTo>
                <a:lnTo>
                  <a:pt x="265585" y="175915"/>
                </a:lnTo>
                <a:lnTo>
                  <a:pt x="268181" y="176978"/>
                </a:lnTo>
                <a:close/>
                <a:moveTo>
                  <a:pt x="298517" y="177145"/>
                </a:moveTo>
                <a:lnTo>
                  <a:pt x="299505" y="178921"/>
                </a:lnTo>
                <a:lnTo>
                  <a:pt x="300225" y="182891"/>
                </a:lnTo>
                <a:lnTo>
                  <a:pt x="299941" y="186635"/>
                </a:lnTo>
                <a:lnTo>
                  <a:pt x="299144" y="188010"/>
                </a:lnTo>
                <a:lnTo>
                  <a:pt x="297819" y="188013"/>
                </a:lnTo>
                <a:lnTo>
                  <a:pt x="294776" y="186812"/>
                </a:lnTo>
                <a:lnTo>
                  <a:pt x="287729" y="182352"/>
                </a:lnTo>
                <a:lnTo>
                  <a:pt x="287580" y="181737"/>
                </a:lnTo>
                <a:lnTo>
                  <a:pt x="288205" y="180598"/>
                </a:lnTo>
                <a:lnTo>
                  <a:pt x="292496" y="177249"/>
                </a:lnTo>
                <a:lnTo>
                  <a:pt x="294547" y="176419"/>
                </a:lnTo>
                <a:lnTo>
                  <a:pt x="296378" y="176217"/>
                </a:lnTo>
                <a:lnTo>
                  <a:pt x="298517" y="177145"/>
                </a:lnTo>
                <a:close/>
                <a:moveTo>
                  <a:pt x="285814" y="186840"/>
                </a:moveTo>
                <a:lnTo>
                  <a:pt x="293017" y="190945"/>
                </a:lnTo>
                <a:lnTo>
                  <a:pt x="293982" y="191813"/>
                </a:lnTo>
                <a:lnTo>
                  <a:pt x="294085" y="192800"/>
                </a:lnTo>
                <a:lnTo>
                  <a:pt x="293236" y="194408"/>
                </a:lnTo>
                <a:lnTo>
                  <a:pt x="291452" y="196208"/>
                </a:lnTo>
                <a:lnTo>
                  <a:pt x="282092" y="202915"/>
                </a:lnTo>
                <a:lnTo>
                  <a:pt x="279943" y="202618"/>
                </a:lnTo>
                <a:lnTo>
                  <a:pt x="277677" y="201390"/>
                </a:lnTo>
                <a:lnTo>
                  <a:pt x="269326" y="195051"/>
                </a:lnTo>
                <a:lnTo>
                  <a:pt x="266660" y="192205"/>
                </a:lnTo>
                <a:lnTo>
                  <a:pt x="266981" y="191125"/>
                </a:lnTo>
                <a:lnTo>
                  <a:pt x="268937" y="189647"/>
                </a:lnTo>
                <a:lnTo>
                  <a:pt x="278070" y="184780"/>
                </a:lnTo>
                <a:lnTo>
                  <a:pt x="279538" y="184508"/>
                </a:lnTo>
                <a:lnTo>
                  <a:pt x="281236" y="184747"/>
                </a:lnTo>
                <a:lnTo>
                  <a:pt x="285814" y="186840"/>
                </a:lnTo>
                <a:close/>
                <a:moveTo>
                  <a:pt x="264044" y="196743"/>
                </a:moveTo>
                <a:lnTo>
                  <a:pt x="273702" y="204002"/>
                </a:lnTo>
                <a:lnTo>
                  <a:pt x="275122" y="205376"/>
                </a:lnTo>
                <a:lnTo>
                  <a:pt x="275214" y="206291"/>
                </a:lnTo>
                <a:lnTo>
                  <a:pt x="274259" y="208162"/>
                </a:lnTo>
                <a:lnTo>
                  <a:pt x="272874" y="209519"/>
                </a:lnTo>
                <a:lnTo>
                  <a:pt x="263015" y="216901"/>
                </a:lnTo>
                <a:lnTo>
                  <a:pt x="260003" y="218664"/>
                </a:lnTo>
                <a:lnTo>
                  <a:pt x="258802" y="218940"/>
                </a:lnTo>
                <a:lnTo>
                  <a:pt x="257778" y="217773"/>
                </a:lnTo>
                <a:lnTo>
                  <a:pt x="257614" y="215611"/>
                </a:lnTo>
                <a:lnTo>
                  <a:pt x="259103" y="208631"/>
                </a:lnTo>
                <a:lnTo>
                  <a:pt x="260444" y="197763"/>
                </a:lnTo>
                <a:lnTo>
                  <a:pt x="261472" y="196065"/>
                </a:lnTo>
                <a:lnTo>
                  <a:pt x="262550" y="196029"/>
                </a:lnTo>
                <a:lnTo>
                  <a:pt x="264044" y="196743"/>
                </a:lnTo>
                <a:close/>
                <a:moveTo>
                  <a:pt x="300983" y="198414"/>
                </a:moveTo>
                <a:lnTo>
                  <a:pt x="301786" y="200794"/>
                </a:lnTo>
                <a:lnTo>
                  <a:pt x="303275" y="213117"/>
                </a:lnTo>
                <a:lnTo>
                  <a:pt x="303013" y="217556"/>
                </a:lnTo>
                <a:lnTo>
                  <a:pt x="302654" y="218430"/>
                </a:lnTo>
                <a:lnTo>
                  <a:pt x="301918" y="218746"/>
                </a:lnTo>
                <a:lnTo>
                  <a:pt x="300042" y="218148"/>
                </a:lnTo>
                <a:lnTo>
                  <a:pt x="298113" y="216947"/>
                </a:lnTo>
                <a:lnTo>
                  <a:pt x="287277" y="208944"/>
                </a:lnTo>
                <a:lnTo>
                  <a:pt x="287277" y="205309"/>
                </a:lnTo>
                <a:lnTo>
                  <a:pt x="297990" y="197376"/>
                </a:lnTo>
                <a:lnTo>
                  <a:pt x="299377" y="197214"/>
                </a:lnTo>
                <a:lnTo>
                  <a:pt x="300983" y="198414"/>
                </a:lnTo>
                <a:close/>
                <a:moveTo>
                  <a:pt x="402605" y="71386"/>
                </a:moveTo>
                <a:lnTo>
                  <a:pt x="389750" y="72012"/>
                </a:lnTo>
                <a:lnTo>
                  <a:pt x="352221" y="72453"/>
                </a:lnTo>
                <a:lnTo>
                  <a:pt x="340758" y="73803"/>
                </a:lnTo>
                <a:lnTo>
                  <a:pt x="337118" y="74615"/>
                </a:lnTo>
                <a:lnTo>
                  <a:pt x="337121" y="74999"/>
                </a:lnTo>
                <a:lnTo>
                  <a:pt x="342684" y="76720"/>
                </a:lnTo>
                <a:lnTo>
                  <a:pt x="343620" y="77549"/>
                </a:lnTo>
                <a:lnTo>
                  <a:pt x="343788" y="78599"/>
                </a:lnTo>
                <a:lnTo>
                  <a:pt x="339783" y="86658"/>
                </a:lnTo>
                <a:lnTo>
                  <a:pt x="338728" y="87601"/>
                </a:lnTo>
                <a:lnTo>
                  <a:pt x="335914" y="88873"/>
                </a:lnTo>
                <a:lnTo>
                  <a:pt x="334808" y="90398"/>
                </a:lnTo>
                <a:lnTo>
                  <a:pt x="334831" y="92239"/>
                </a:lnTo>
                <a:lnTo>
                  <a:pt x="336355" y="94694"/>
                </a:lnTo>
                <a:lnTo>
                  <a:pt x="336698" y="96012"/>
                </a:lnTo>
                <a:lnTo>
                  <a:pt x="336566" y="97497"/>
                </a:lnTo>
                <a:lnTo>
                  <a:pt x="335745" y="99708"/>
                </a:lnTo>
                <a:lnTo>
                  <a:pt x="335195" y="100390"/>
                </a:lnTo>
                <a:lnTo>
                  <a:pt x="334154" y="100828"/>
                </a:lnTo>
                <a:lnTo>
                  <a:pt x="321838" y="100197"/>
                </a:lnTo>
                <a:lnTo>
                  <a:pt x="318240" y="100547"/>
                </a:lnTo>
                <a:lnTo>
                  <a:pt x="316926" y="101185"/>
                </a:lnTo>
                <a:lnTo>
                  <a:pt x="316161" y="102233"/>
                </a:lnTo>
                <a:lnTo>
                  <a:pt x="314415" y="106415"/>
                </a:lnTo>
                <a:lnTo>
                  <a:pt x="313194" y="108095"/>
                </a:lnTo>
                <a:lnTo>
                  <a:pt x="311744" y="109313"/>
                </a:lnTo>
                <a:lnTo>
                  <a:pt x="308056" y="110769"/>
                </a:lnTo>
                <a:lnTo>
                  <a:pt x="306629" y="111970"/>
                </a:lnTo>
                <a:lnTo>
                  <a:pt x="305206" y="114260"/>
                </a:lnTo>
                <a:lnTo>
                  <a:pt x="303427" y="119586"/>
                </a:lnTo>
                <a:lnTo>
                  <a:pt x="297358" y="125112"/>
                </a:lnTo>
                <a:lnTo>
                  <a:pt x="297003" y="125977"/>
                </a:lnTo>
                <a:lnTo>
                  <a:pt x="297180" y="127379"/>
                </a:lnTo>
                <a:lnTo>
                  <a:pt x="299686" y="129499"/>
                </a:lnTo>
                <a:lnTo>
                  <a:pt x="303318" y="131465"/>
                </a:lnTo>
                <a:lnTo>
                  <a:pt x="309030" y="133872"/>
                </a:lnTo>
                <a:lnTo>
                  <a:pt x="312651" y="136185"/>
                </a:lnTo>
                <a:lnTo>
                  <a:pt x="316198" y="137235"/>
                </a:lnTo>
                <a:lnTo>
                  <a:pt x="318762" y="139173"/>
                </a:lnTo>
                <a:lnTo>
                  <a:pt x="323054" y="140826"/>
                </a:lnTo>
                <a:lnTo>
                  <a:pt x="335814" y="148095"/>
                </a:lnTo>
                <a:lnTo>
                  <a:pt x="341854" y="150867"/>
                </a:lnTo>
                <a:lnTo>
                  <a:pt x="345458" y="153224"/>
                </a:lnTo>
                <a:lnTo>
                  <a:pt x="372281" y="166740"/>
                </a:lnTo>
                <a:lnTo>
                  <a:pt x="392878" y="176147"/>
                </a:lnTo>
                <a:lnTo>
                  <a:pt x="401847" y="179676"/>
                </a:lnTo>
                <a:lnTo>
                  <a:pt x="437014" y="191178"/>
                </a:lnTo>
                <a:lnTo>
                  <a:pt x="449640" y="196471"/>
                </a:lnTo>
                <a:lnTo>
                  <a:pt x="469008" y="202969"/>
                </a:lnTo>
                <a:lnTo>
                  <a:pt x="475245" y="204698"/>
                </a:lnTo>
                <a:lnTo>
                  <a:pt x="489493" y="209540"/>
                </a:lnTo>
                <a:lnTo>
                  <a:pt x="495970" y="211337"/>
                </a:lnTo>
                <a:lnTo>
                  <a:pt x="510768" y="216337"/>
                </a:lnTo>
                <a:lnTo>
                  <a:pt x="516987" y="218031"/>
                </a:lnTo>
                <a:lnTo>
                  <a:pt x="541595" y="226185"/>
                </a:lnTo>
                <a:lnTo>
                  <a:pt x="570150" y="234862"/>
                </a:lnTo>
                <a:lnTo>
                  <a:pt x="595428" y="243120"/>
                </a:lnTo>
                <a:lnTo>
                  <a:pt x="602096" y="244802"/>
                </a:lnTo>
                <a:lnTo>
                  <a:pt x="607251" y="246758"/>
                </a:lnTo>
                <a:lnTo>
                  <a:pt x="612198" y="247861"/>
                </a:lnTo>
                <a:lnTo>
                  <a:pt x="613824" y="247725"/>
                </a:lnTo>
                <a:lnTo>
                  <a:pt x="614498" y="246772"/>
                </a:lnTo>
                <a:lnTo>
                  <a:pt x="614519" y="245516"/>
                </a:lnTo>
                <a:lnTo>
                  <a:pt x="612894" y="244159"/>
                </a:lnTo>
                <a:lnTo>
                  <a:pt x="608781" y="243104"/>
                </a:lnTo>
                <a:lnTo>
                  <a:pt x="583829" y="234435"/>
                </a:lnTo>
                <a:lnTo>
                  <a:pt x="463523" y="194718"/>
                </a:lnTo>
                <a:lnTo>
                  <a:pt x="397958" y="172571"/>
                </a:lnTo>
                <a:lnTo>
                  <a:pt x="368685" y="159627"/>
                </a:lnTo>
                <a:lnTo>
                  <a:pt x="346733" y="149129"/>
                </a:lnTo>
                <a:lnTo>
                  <a:pt x="346089" y="148327"/>
                </a:lnTo>
                <a:lnTo>
                  <a:pt x="346439" y="147585"/>
                </a:lnTo>
                <a:lnTo>
                  <a:pt x="348736" y="146782"/>
                </a:lnTo>
                <a:lnTo>
                  <a:pt x="352755" y="146391"/>
                </a:lnTo>
                <a:lnTo>
                  <a:pt x="354431" y="143948"/>
                </a:lnTo>
                <a:lnTo>
                  <a:pt x="356045" y="143121"/>
                </a:lnTo>
                <a:lnTo>
                  <a:pt x="358004" y="143466"/>
                </a:lnTo>
                <a:lnTo>
                  <a:pt x="360289" y="144974"/>
                </a:lnTo>
                <a:lnTo>
                  <a:pt x="365291" y="150695"/>
                </a:lnTo>
                <a:lnTo>
                  <a:pt x="371099" y="150152"/>
                </a:lnTo>
                <a:lnTo>
                  <a:pt x="391116" y="159831"/>
                </a:lnTo>
                <a:lnTo>
                  <a:pt x="406272" y="165985"/>
                </a:lnTo>
                <a:lnTo>
                  <a:pt x="429458" y="172718"/>
                </a:lnTo>
                <a:lnTo>
                  <a:pt x="437423" y="174476"/>
                </a:lnTo>
                <a:lnTo>
                  <a:pt x="442417" y="176132"/>
                </a:lnTo>
                <a:lnTo>
                  <a:pt x="449966" y="177713"/>
                </a:lnTo>
                <a:lnTo>
                  <a:pt x="453365" y="179245"/>
                </a:lnTo>
                <a:lnTo>
                  <a:pt x="459861" y="181345"/>
                </a:lnTo>
                <a:lnTo>
                  <a:pt x="463295" y="183087"/>
                </a:lnTo>
                <a:lnTo>
                  <a:pt x="472753" y="186696"/>
                </a:lnTo>
                <a:lnTo>
                  <a:pt x="499165" y="196117"/>
                </a:lnTo>
                <a:lnTo>
                  <a:pt x="523528" y="204234"/>
                </a:lnTo>
                <a:lnTo>
                  <a:pt x="535886" y="207869"/>
                </a:lnTo>
                <a:lnTo>
                  <a:pt x="540441" y="209613"/>
                </a:lnTo>
                <a:lnTo>
                  <a:pt x="563566" y="216594"/>
                </a:lnTo>
                <a:lnTo>
                  <a:pt x="587371" y="223277"/>
                </a:lnTo>
                <a:lnTo>
                  <a:pt x="639921" y="236417"/>
                </a:lnTo>
                <a:lnTo>
                  <a:pt x="672953" y="243472"/>
                </a:lnTo>
                <a:lnTo>
                  <a:pt x="676761" y="243472"/>
                </a:lnTo>
                <a:lnTo>
                  <a:pt x="677981" y="242916"/>
                </a:lnTo>
                <a:lnTo>
                  <a:pt x="678732" y="242102"/>
                </a:lnTo>
                <a:lnTo>
                  <a:pt x="679381" y="239764"/>
                </a:lnTo>
                <a:lnTo>
                  <a:pt x="678934" y="238946"/>
                </a:lnTo>
                <a:lnTo>
                  <a:pt x="678082" y="238590"/>
                </a:lnTo>
                <a:lnTo>
                  <a:pt x="650856" y="233083"/>
                </a:lnTo>
                <a:lnTo>
                  <a:pt x="629494" y="227581"/>
                </a:lnTo>
                <a:lnTo>
                  <a:pt x="594868" y="219636"/>
                </a:lnTo>
                <a:lnTo>
                  <a:pt x="580905" y="215994"/>
                </a:lnTo>
                <a:lnTo>
                  <a:pt x="552507" y="207474"/>
                </a:lnTo>
                <a:lnTo>
                  <a:pt x="502045" y="190903"/>
                </a:lnTo>
                <a:lnTo>
                  <a:pt x="485421" y="185886"/>
                </a:lnTo>
                <a:lnTo>
                  <a:pt x="471521" y="181148"/>
                </a:lnTo>
                <a:lnTo>
                  <a:pt x="465746" y="179807"/>
                </a:lnTo>
                <a:lnTo>
                  <a:pt x="464417" y="179105"/>
                </a:lnTo>
                <a:lnTo>
                  <a:pt x="464177" y="178681"/>
                </a:lnTo>
                <a:lnTo>
                  <a:pt x="464536" y="177654"/>
                </a:lnTo>
                <a:lnTo>
                  <a:pt x="469781" y="173674"/>
                </a:lnTo>
                <a:lnTo>
                  <a:pt x="470711" y="172591"/>
                </a:lnTo>
                <a:lnTo>
                  <a:pt x="471281" y="170542"/>
                </a:lnTo>
                <a:lnTo>
                  <a:pt x="471343" y="165195"/>
                </a:lnTo>
                <a:lnTo>
                  <a:pt x="474930" y="160762"/>
                </a:lnTo>
                <a:lnTo>
                  <a:pt x="475473" y="158913"/>
                </a:lnTo>
                <a:lnTo>
                  <a:pt x="475452" y="155437"/>
                </a:lnTo>
                <a:lnTo>
                  <a:pt x="476334" y="154453"/>
                </a:lnTo>
                <a:lnTo>
                  <a:pt x="477986" y="154065"/>
                </a:lnTo>
                <a:lnTo>
                  <a:pt x="480353" y="154285"/>
                </a:lnTo>
                <a:lnTo>
                  <a:pt x="487023" y="156127"/>
                </a:lnTo>
                <a:lnTo>
                  <a:pt x="495317" y="157840"/>
                </a:lnTo>
                <a:lnTo>
                  <a:pt x="513870" y="162959"/>
                </a:lnTo>
                <a:lnTo>
                  <a:pt x="538724" y="169114"/>
                </a:lnTo>
                <a:lnTo>
                  <a:pt x="540728" y="169373"/>
                </a:lnTo>
                <a:lnTo>
                  <a:pt x="542222" y="169055"/>
                </a:lnTo>
                <a:lnTo>
                  <a:pt x="543063" y="168230"/>
                </a:lnTo>
                <a:lnTo>
                  <a:pt x="543113" y="166970"/>
                </a:lnTo>
                <a:lnTo>
                  <a:pt x="542271" y="165498"/>
                </a:lnTo>
                <a:lnTo>
                  <a:pt x="540885" y="164615"/>
                </a:lnTo>
                <a:lnTo>
                  <a:pt x="528925" y="161491"/>
                </a:lnTo>
                <a:lnTo>
                  <a:pt x="517600" y="159178"/>
                </a:lnTo>
                <a:lnTo>
                  <a:pt x="516031" y="158345"/>
                </a:lnTo>
                <a:lnTo>
                  <a:pt x="515619" y="157358"/>
                </a:lnTo>
                <a:lnTo>
                  <a:pt x="516111" y="156331"/>
                </a:lnTo>
                <a:lnTo>
                  <a:pt x="517440" y="155339"/>
                </a:lnTo>
                <a:lnTo>
                  <a:pt x="524573" y="152649"/>
                </a:lnTo>
                <a:lnTo>
                  <a:pt x="525288" y="151202"/>
                </a:lnTo>
                <a:lnTo>
                  <a:pt x="526258" y="146307"/>
                </a:lnTo>
                <a:lnTo>
                  <a:pt x="527976" y="144563"/>
                </a:lnTo>
                <a:lnTo>
                  <a:pt x="529847" y="144132"/>
                </a:lnTo>
                <a:lnTo>
                  <a:pt x="542773" y="143977"/>
                </a:lnTo>
                <a:lnTo>
                  <a:pt x="546188" y="143509"/>
                </a:lnTo>
                <a:lnTo>
                  <a:pt x="547311" y="142992"/>
                </a:lnTo>
                <a:lnTo>
                  <a:pt x="547722" y="142212"/>
                </a:lnTo>
                <a:lnTo>
                  <a:pt x="547100" y="136455"/>
                </a:lnTo>
                <a:lnTo>
                  <a:pt x="547390" y="133897"/>
                </a:lnTo>
                <a:lnTo>
                  <a:pt x="548356" y="131257"/>
                </a:lnTo>
                <a:lnTo>
                  <a:pt x="550748" y="126944"/>
                </a:lnTo>
                <a:lnTo>
                  <a:pt x="551206" y="124485"/>
                </a:lnTo>
                <a:lnTo>
                  <a:pt x="550724" y="121726"/>
                </a:lnTo>
                <a:lnTo>
                  <a:pt x="549313" y="120671"/>
                </a:lnTo>
                <a:lnTo>
                  <a:pt x="547403" y="121053"/>
                </a:lnTo>
                <a:lnTo>
                  <a:pt x="543540" y="124505"/>
                </a:lnTo>
                <a:lnTo>
                  <a:pt x="538284" y="130659"/>
                </a:lnTo>
                <a:lnTo>
                  <a:pt x="537495" y="132156"/>
                </a:lnTo>
                <a:lnTo>
                  <a:pt x="536989" y="134252"/>
                </a:lnTo>
                <a:lnTo>
                  <a:pt x="535187" y="135972"/>
                </a:lnTo>
                <a:lnTo>
                  <a:pt x="533012" y="136324"/>
                </a:lnTo>
                <a:lnTo>
                  <a:pt x="528483" y="135434"/>
                </a:lnTo>
                <a:lnTo>
                  <a:pt x="525466" y="135344"/>
                </a:lnTo>
                <a:lnTo>
                  <a:pt x="522562" y="135897"/>
                </a:lnTo>
                <a:lnTo>
                  <a:pt x="519237" y="137504"/>
                </a:lnTo>
                <a:lnTo>
                  <a:pt x="518263" y="139136"/>
                </a:lnTo>
                <a:lnTo>
                  <a:pt x="517161" y="144039"/>
                </a:lnTo>
                <a:lnTo>
                  <a:pt x="516675" y="144814"/>
                </a:lnTo>
                <a:lnTo>
                  <a:pt x="516024" y="145037"/>
                </a:lnTo>
                <a:lnTo>
                  <a:pt x="512993" y="143827"/>
                </a:lnTo>
                <a:lnTo>
                  <a:pt x="507653" y="142869"/>
                </a:lnTo>
                <a:lnTo>
                  <a:pt x="503821" y="140207"/>
                </a:lnTo>
                <a:lnTo>
                  <a:pt x="499883" y="138859"/>
                </a:lnTo>
                <a:lnTo>
                  <a:pt x="493826" y="134722"/>
                </a:lnTo>
                <a:lnTo>
                  <a:pt x="488352" y="132794"/>
                </a:lnTo>
                <a:lnTo>
                  <a:pt x="486237" y="132838"/>
                </a:lnTo>
                <a:lnTo>
                  <a:pt x="484484" y="133563"/>
                </a:lnTo>
                <a:lnTo>
                  <a:pt x="475975" y="141444"/>
                </a:lnTo>
                <a:lnTo>
                  <a:pt x="469983" y="145484"/>
                </a:lnTo>
                <a:lnTo>
                  <a:pt x="468364" y="146244"/>
                </a:lnTo>
                <a:lnTo>
                  <a:pt x="466647" y="146543"/>
                </a:lnTo>
                <a:lnTo>
                  <a:pt x="463587" y="146136"/>
                </a:lnTo>
                <a:lnTo>
                  <a:pt x="458255" y="144462"/>
                </a:lnTo>
                <a:lnTo>
                  <a:pt x="449667" y="142651"/>
                </a:lnTo>
                <a:lnTo>
                  <a:pt x="443294" y="140708"/>
                </a:lnTo>
                <a:lnTo>
                  <a:pt x="435798" y="139435"/>
                </a:lnTo>
                <a:lnTo>
                  <a:pt x="430245" y="137664"/>
                </a:lnTo>
                <a:lnTo>
                  <a:pt x="421597" y="136274"/>
                </a:lnTo>
                <a:lnTo>
                  <a:pt x="415724" y="134345"/>
                </a:lnTo>
                <a:lnTo>
                  <a:pt x="407339" y="133245"/>
                </a:lnTo>
                <a:lnTo>
                  <a:pt x="406997" y="133710"/>
                </a:lnTo>
                <a:lnTo>
                  <a:pt x="407197" y="134696"/>
                </a:lnTo>
                <a:lnTo>
                  <a:pt x="408997" y="135825"/>
                </a:lnTo>
                <a:lnTo>
                  <a:pt x="416619" y="137423"/>
                </a:lnTo>
                <a:lnTo>
                  <a:pt x="421766" y="139739"/>
                </a:lnTo>
                <a:lnTo>
                  <a:pt x="428539" y="140928"/>
                </a:lnTo>
                <a:lnTo>
                  <a:pt x="435643" y="143006"/>
                </a:lnTo>
                <a:lnTo>
                  <a:pt x="443346" y="144046"/>
                </a:lnTo>
                <a:lnTo>
                  <a:pt x="447517" y="146351"/>
                </a:lnTo>
                <a:lnTo>
                  <a:pt x="452356" y="147060"/>
                </a:lnTo>
                <a:lnTo>
                  <a:pt x="463685" y="150744"/>
                </a:lnTo>
                <a:lnTo>
                  <a:pt x="464462" y="151245"/>
                </a:lnTo>
                <a:lnTo>
                  <a:pt x="465357" y="152586"/>
                </a:lnTo>
                <a:lnTo>
                  <a:pt x="465021" y="155353"/>
                </a:lnTo>
                <a:lnTo>
                  <a:pt x="461630" y="160271"/>
                </a:lnTo>
                <a:lnTo>
                  <a:pt x="459669" y="162024"/>
                </a:lnTo>
                <a:lnTo>
                  <a:pt x="459187" y="162057"/>
                </a:lnTo>
                <a:lnTo>
                  <a:pt x="458306" y="161351"/>
                </a:lnTo>
                <a:lnTo>
                  <a:pt x="456155" y="157777"/>
                </a:lnTo>
                <a:lnTo>
                  <a:pt x="452561" y="153761"/>
                </a:lnTo>
                <a:lnTo>
                  <a:pt x="449475" y="151242"/>
                </a:lnTo>
                <a:lnTo>
                  <a:pt x="444531" y="148178"/>
                </a:lnTo>
                <a:lnTo>
                  <a:pt x="442671" y="148274"/>
                </a:lnTo>
                <a:lnTo>
                  <a:pt x="437272" y="151755"/>
                </a:lnTo>
                <a:lnTo>
                  <a:pt x="435176" y="152278"/>
                </a:lnTo>
                <a:lnTo>
                  <a:pt x="432388" y="151301"/>
                </a:lnTo>
                <a:lnTo>
                  <a:pt x="426065" y="150496"/>
                </a:lnTo>
                <a:lnTo>
                  <a:pt x="422036" y="148940"/>
                </a:lnTo>
                <a:lnTo>
                  <a:pt x="421960" y="145785"/>
                </a:lnTo>
                <a:lnTo>
                  <a:pt x="421320" y="144448"/>
                </a:lnTo>
                <a:lnTo>
                  <a:pt x="415559" y="140458"/>
                </a:lnTo>
                <a:lnTo>
                  <a:pt x="402151" y="139826"/>
                </a:lnTo>
                <a:lnTo>
                  <a:pt x="397194" y="139307"/>
                </a:lnTo>
                <a:lnTo>
                  <a:pt x="394916" y="138703"/>
                </a:lnTo>
                <a:lnTo>
                  <a:pt x="393642" y="137404"/>
                </a:lnTo>
                <a:lnTo>
                  <a:pt x="393330" y="135653"/>
                </a:lnTo>
                <a:lnTo>
                  <a:pt x="394039" y="133688"/>
                </a:lnTo>
                <a:lnTo>
                  <a:pt x="395397" y="132083"/>
                </a:lnTo>
                <a:lnTo>
                  <a:pt x="396859" y="131737"/>
                </a:lnTo>
                <a:lnTo>
                  <a:pt x="399591" y="132591"/>
                </a:lnTo>
                <a:lnTo>
                  <a:pt x="403637" y="133016"/>
                </a:lnTo>
                <a:lnTo>
                  <a:pt x="405034" y="132688"/>
                </a:lnTo>
                <a:lnTo>
                  <a:pt x="405082" y="132005"/>
                </a:lnTo>
                <a:lnTo>
                  <a:pt x="396727" y="129477"/>
                </a:lnTo>
                <a:lnTo>
                  <a:pt x="387851" y="122287"/>
                </a:lnTo>
                <a:lnTo>
                  <a:pt x="386251" y="121403"/>
                </a:lnTo>
                <a:lnTo>
                  <a:pt x="384777" y="121241"/>
                </a:lnTo>
                <a:lnTo>
                  <a:pt x="380772" y="122447"/>
                </a:lnTo>
                <a:lnTo>
                  <a:pt x="379571" y="122427"/>
                </a:lnTo>
                <a:lnTo>
                  <a:pt x="376834" y="118499"/>
                </a:lnTo>
                <a:lnTo>
                  <a:pt x="374149" y="115677"/>
                </a:lnTo>
                <a:lnTo>
                  <a:pt x="374141" y="114248"/>
                </a:lnTo>
                <a:lnTo>
                  <a:pt x="375014" y="113652"/>
                </a:lnTo>
                <a:lnTo>
                  <a:pt x="378962" y="113167"/>
                </a:lnTo>
                <a:lnTo>
                  <a:pt x="399429" y="112434"/>
                </a:lnTo>
                <a:lnTo>
                  <a:pt x="424651" y="110395"/>
                </a:lnTo>
                <a:lnTo>
                  <a:pt x="436406" y="109219"/>
                </a:lnTo>
                <a:lnTo>
                  <a:pt x="441424" y="107154"/>
                </a:lnTo>
                <a:lnTo>
                  <a:pt x="452398" y="107985"/>
                </a:lnTo>
                <a:lnTo>
                  <a:pt x="459874" y="106998"/>
                </a:lnTo>
                <a:lnTo>
                  <a:pt x="474518" y="106323"/>
                </a:lnTo>
                <a:lnTo>
                  <a:pt x="485390" y="105022"/>
                </a:lnTo>
                <a:lnTo>
                  <a:pt x="492811" y="103601"/>
                </a:lnTo>
                <a:lnTo>
                  <a:pt x="509872" y="102866"/>
                </a:lnTo>
                <a:lnTo>
                  <a:pt x="512941" y="102280"/>
                </a:lnTo>
                <a:lnTo>
                  <a:pt x="514007" y="101518"/>
                </a:lnTo>
                <a:lnTo>
                  <a:pt x="512851" y="101069"/>
                </a:lnTo>
                <a:lnTo>
                  <a:pt x="508523" y="100862"/>
                </a:lnTo>
                <a:lnTo>
                  <a:pt x="493086" y="101222"/>
                </a:lnTo>
                <a:lnTo>
                  <a:pt x="478736" y="102872"/>
                </a:lnTo>
                <a:lnTo>
                  <a:pt x="451637" y="104050"/>
                </a:lnTo>
                <a:lnTo>
                  <a:pt x="444152" y="105340"/>
                </a:lnTo>
                <a:lnTo>
                  <a:pt x="437820" y="105258"/>
                </a:lnTo>
                <a:lnTo>
                  <a:pt x="431443" y="106308"/>
                </a:lnTo>
                <a:lnTo>
                  <a:pt x="393884" y="107966"/>
                </a:lnTo>
                <a:lnTo>
                  <a:pt x="385591" y="109261"/>
                </a:lnTo>
                <a:lnTo>
                  <a:pt x="382632" y="109076"/>
                </a:lnTo>
                <a:lnTo>
                  <a:pt x="380237" y="106344"/>
                </a:lnTo>
                <a:lnTo>
                  <a:pt x="379158" y="105676"/>
                </a:lnTo>
                <a:lnTo>
                  <a:pt x="374744" y="107102"/>
                </a:lnTo>
                <a:lnTo>
                  <a:pt x="373711" y="107149"/>
                </a:lnTo>
                <a:lnTo>
                  <a:pt x="372581" y="106649"/>
                </a:lnTo>
                <a:lnTo>
                  <a:pt x="371933" y="105051"/>
                </a:lnTo>
                <a:lnTo>
                  <a:pt x="372499" y="102557"/>
                </a:lnTo>
                <a:lnTo>
                  <a:pt x="374747" y="100460"/>
                </a:lnTo>
                <a:lnTo>
                  <a:pt x="377111" y="99363"/>
                </a:lnTo>
                <a:lnTo>
                  <a:pt x="383067" y="98068"/>
                </a:lnTo>
                <a:lnTo>
                  <a:pt x="392129" y="96976"/>
                </a:lnTo>
                <a:lnTo>
                  <a:pt x="405113" y="97867"/>
                </a:lnTo>
                <a:lnTo>
                  <a:pt x="414372" y="96859"/>
                </a:lnTo>
                <a:lnTo>
                  <a:pt x="444416" y="96292"/>
                </a:lnTo>
                <a:lnTo>
                  <a:pt x="459669" y="95287"/>
                </a:lnTo>
                <a:lnTo>
                  <a:pt x="473615" y="94969"/>
                </a:lnTo>
                <a:lnTo>
                  <a:pt x="481882" y="93772"/>
                </a:lnTo>
                <a:lnTo>
                  <a:pt x="505134" y="93320"/>
                </a:lnTo>
                <a:lnTo>
                  <a:pt x="526400" y="92382"/>
                </a:lnTo>
                <a:lnTo>
                  <a:pt x="531331" y="92002"/>
                </a:lnTo>
                <a:lnTo>
                  <a:pt x="533813" y="91274"/>
                </a:lnTo>
                <a:lnTo>
                  <a:pt x="533496" y="90385"/>
                </a:lnTo>
                <a:lnTo>
                  <a:pt x="532507" y="90048"/>
                </a:lnTo>
                <a:lnTo>
                  <a:pt x="519793" y="89458"/>
                </a:lnTo>
                <a:lnTo>
                  <a:pt x="508224" y="90236"/>
                </a:lnTo>
                <a:lnTo>
                  <a:pt x="467813" y="90801"/>
                </a:lnTo>
                <a:lnTo>
                  <a:pt x="464630" y="91058"/>
                </a:lnTo>
                <a:lnTo>
                  <a:pt x="459345" y="92117"/>
                </a:lnTo>
                <a:lnTo>
                  <a:pt x="442887" y="92341"/>
                </a:lnTo>
                <a:lnTo>
                  <a:pt x="432037" y="93381"/>
                </a:lnTo>
                <a:lnTo>
                  <a:pt x="407964" y="93783"/>
                </a:lnTo>
                <a:lnTo>
                  <a:pt x="389755" y="95277"/>
                </a:lnTo>
                <a:lnTo>
                  <a:pt x="372929" y="94959"/>
                </a:lnTo>
                <a:lnTo>
                  <a:pt x="371976" y="94744"/>
                </a:lnTo>
                <a:lnTo>
                  <a:pt x="370757" y="93702"/>
                </a:lnTo>
                <a:lnTo>
                  <a:pt x="369892" y="92172"/>
                </a:lnTo>
                <a:lnTo>
                  <a:pt x="369437" y="90370"/>
                </a:lnTo>
                <a:lnTo>
                  <a:pt x="369445" y="88509"/>
                </a:lnTo>
                <a:lnTo>
                  <a:pt x="370581" y="85027"/>
                </a:lnTo>
                <a:lnTo>
                  <a:pt x="370960" y="82269"/>
                </a:lnTo>
                <a:lnTo>
                  <a:pt x="370664" y="80991"/>
                </a:lnTo>
                <a:lnTo>
                  <a:pt x="368926" y="78280"/>
                </a:lnTo>
                <a:lnTo>
                  <a:pt x="370556" y="76609"/>
                </a:lnTo>
                <a:lnTo>
                  <a:pt x="415743" y="76314"/>
                </a:lnTo>
                <a:lnTo>
                  <a:pt x="467565" y="75005"/>
                </a:lnTo>
                <a:lnTo>
                  <a:pt x="484098" y="73762"/>
                </a:lnTo>
                <a:lnTo>
                  <a:pt x="512275" y="72978"/>
                </a:lnTo>
                <a:lnTo>
                  <a:pt x="517671" y="72267"/>
                </a:lnTo>
                <a:lnTo>
                  <a:pt x="517934" y="71720"/>
                </a:lnTo>
                <a:lnTo>
                  <a:pt x="516588" y="71299"/>
                </a:lnTo>
                <a:lnTo>
                  <a:pt x="502446" y="70848"/>
                </a:lnTo>
                <a:lnTo>
                  <a:pt x="422763" y="70754"/>
                </a:lnTo>
                <a:lnTo>
                  <a:pt x="402605" y="71386"/>
                </a:lnTo>
                <a:close/>
                <a:moveTo>
                  <a:pt x="355429" y="87891"/>
                </a:moveTo>
                <a:lnTo>
                  <a:pt x="356702" y="89859"/>
                </a:lnTo>
                <a:lnTo>
                  <a:pt x="359694" y="93209"/>
                </a:lnTo>
                <a:lnTo>
                  <a:pt x="359972" y="94420"/>
                </a:lnTo>
                <a:lnTo>
                  <a:pt x="359399" y="95580"/>
                </a:lnTo>
                <a:lnTo>
                  <a:pt x="358605" y="96583"/>
                </a:lnTo>
                <a:lnTo>
                  <a:pt x="351538" y="96878"/>
                </a:lnTo>
                <a:lnTo>
                  <a:pt x="349008" y="96322"/>
                </a:lnTo>
                <a:lnTo>
                  <a:pt x="348242" y="94034"/>
                </a:lnTo>
                <a:lnTo>
                  <a:pt x="348217" y="91662"/>
                </a:lnTo>
                <a:lnTo>
                  <a:pt x="348781" y="89558"/>
                </a:lnTo>
                <a:lnTo>
                  <a:pt x="349843" y="87872"/>
                </a:lnTo>
                <a:lnTo>
                  <a:pt x="352166" y="86450"/>
                </a:lnTo>
                <a:lnTo>
                  <a:pt x="354803" y="86345"/>
                </a:lnTo>
                <a:lnTo>
                  <a:pt x="355429" y="87891"/>
                </a:lnTo>
                <a:close/>
                <a:moveTo>
                  <a:pt x="357477" y="99549"/>
                </a:moveTo>
                <a:lnTo>
                  <a:pt x="360426" y="100492"/>
                </a:lnTo>
                <a:lnTo>
                  <a:pt x="361901" y="101691"/>
                </a:lnTo>
                <a:lnTo>
                  <a:pt x="362930" y="103281"/>
                </a:lnTo>
                <a:lnTo>
                  <a:pt x="363466" y="105206"/>
                </a:lnTo>
                <a:lnTo>
                  <a:pt x="363476" y="107618"/>
                </a:lnTo>
                <a:lnTo>
                  <a:pt x="363104" y="108635"/>
                </a:lnTo>
                <a:lnTo>
                  <a:pt x="362071" y="109394"/>
                </a:lnTo>
                <a:lnTo>
                  <a:pt x="360824" y="109564"/>
                </a:lnTo>
                <a:lnTo>
                  <a:pt x="359925" y="109199"/>
                </a:lnTo>
                <a:lnTo>
                  <a:pt x="355758" y="105420"/>
                </a:lnTo>
                <a:lnTo>
                  <a:pt x="350741" y="103835"/>
                </a:lnTo>
                <a:lnTo>
                  <a:pt x="349334" y="102840"/>
                </a:lnTo>
                <a:lnTo>
                  <a:pt x="348514" y="101695"/>
                </a:lnTo>
                <a:lnTo>
                  <a:pt x="348407" y="100524"/>
                </a:lnTo>
                <a:lnTo>
                  <a:pt x="349287" y="99006"/>
                </a:lnTo>
                <a:lnTo>
                  <a:pt x="357477" y="99549"/>
                </a:lnTo>
                <a:close/>
                <a:moveTo>
                  <a:pt x="332405" y="107656"/>
                </a:moveTo>
                <a:lnTo>
                  <a:pt x="332794" y="108222"/>
                </a:lnTo>
                <a:lnTo>
                  <a:pt x="332878" y="110046"/>
                </a:lnTo>
                <a:lnTo>
                  <a:pt x="331581" y="113778"/>
                </a:lnTo>
                <a:lnTo>
                  <a:pt x="329070" y="117533"/>
                </a:lnTo>
                <a:lnTo>
                  <a:pt x="326776" y="119698"/>
                </a:lnTo>
                <a:lnTo>
                  <a:pt x="323866" y="121933"/>
                </a:lnTo>
                <a:lnTo>
                  <a:pt x="322467" y="122551"/>
                </a:lnTo>
                <a:lnTo>
                  <a:pt x="321270" y="122569"/>
                </a:lnTo>
                <a:lnTo>
                  <a:pt x="318266" y="121529"/>
                </a:lnTo>
                <a:lnTo>
                  <a:pt x="316109" y="121863"/>
                </a:lnTo>
                <a:lnTo>
                  <a:pt x="316253" y="123064"/>
                </a:lnTo>
                <a:lnTo>
                  <a:pt x="317309" y="124748"/>
                </a:lnTo>
                <a:lnTo>
                  <a:pt x="321571" y="128675"/>
                </a:lnTo>
                <a:lnTo>
                  <a:pt x="323179" y="134073"/>
                </a:lnTo>
                <a:lnTo>
                  <a:pt x="323273" y="135625"/>
                </a:lnTo>
                <a:lnTo>
                  <a:pt x="322934" y="136608"/>
                </a:lnTo>
                <a:lnTo>
                  <a:pt x="321767" y="137192"/>
                </a:lnTo>
                <a:lnTo>
                  <a:pt x="319676" y="136874"/>
                </a:lnTo>
                <a:lnTo>
                  <a:pt x="315696" y="134514"/>
                </a:lnTo>
                <a:lnTo>
                  <a:pt x="311126" y="132595"/>
                </a:lnTo>
                <a:lnTo>
                  <a:pt x="310202" y="130482"/>
                </a:lnTo>
                <a:lnTo>
                  <a:pt x="310410" y="126882"/>
                </a:lnTo>
                <a:lnTo>
                  <a:pt x="312029" y="123655"/>
                </a:lnTo>
                <a:lnTo>
                  <a:pt x="314740" y="121638"/>
                </a:lnTo>
                <a:lnTo>
                  <a:pt x="314718" y="119359"/>
                </a:lnTo>
                <a:lnTo>
                  <a:pt x="315539" y="117794"/>
                </a:lnTo>
                <a:lnTo>
                  <a:pt x="318804" y="115172"/>
                </a:lnTo>
                <a:lnTo>
                  <a:pt x="322239" y="111249"/>
                </a:lnTo>
                <a:lnTo>
                  <a:pt x="327097" y="107394"/>
                </a:lnTo>
                <a:lnTo>
                  <a:pt x="329794" y="107003"/>
                </a:lnTo>
                <a:lnTo>
                  <a:pt x="332405" y="107656"/>
                </a:lnTo>
                <a:close/>
                <a:moveTo>
                  <a:pt x="344816" y="121236"/>
                </a:moveTo>
                <a:lnTo>
                  <a:pt x="347088" y="125022"/>
                </a:lnTo>
                <a:lnTo>
                  <a:pt x="348848" y="129240"/>
                </a:lnTo>
                <a:lnTo>
                  <a:pt x="348440" y="131500"/>
                </a:lnTo>
                <a:lnTo>
                  <a:pt x="346849" y="132688"/>
                </a:lnTo>
                <a:lnTo>
                  <a:pt x="345631" y="132633"/>
                </a:lnTo>
                <a:lnTo>
                  <a:pt x="344769" y="132053"/>
                </a:lnTo>
                <a:lnTo>
                  <a:pt x="343386" y="127268"/>
                </a:lnTo>
                <a:lnTo>
                  <a:pt x="342407" y="125815"/>
                </a:lnTo>
                <a:lnTo>
                  <a:pt x="340778" y="124819"/>
                </a:lnTo>
                <a:lnTo>
                  <a:pt x="337837" y="123743"/>
                </a:lnTo>
                <a:lnTo>
                  <a:pt x="338089" y="121531"/>
                </a:lnTo>
                <a:lnTo>
                  <a:pt x="338765" y="120664"/>
                </a:lnTo>
                <a:lnTo>
                  <a:pt x="340323" y="119716"/>
                </a:lnTo>
                <a:lnTo>
                  <a:pt x="343094" y="119612"/>
                </a:lnTo>
                <a:lnTo>
                  <a:pt x="344816" y="121236"/>
                </a:lnTo>
                <a:close/>
                <a:moveTo>
                  <a:pt x="378328" y="124621"/>
                </a:moveTo>
                <a:lnTo>
                  <a:pt x="378556" y="127345"/>
                </a:lnTo>
                <a:lnTo>
                  <a:pt x="377926" y="128909"/>
                </a:lnTo>
                <a:lnTo>
                  <a:pt x="373555" y="131441"/>
                </a:lnTo>
                <a:lnTo>
                  <a:pt x="369703" y="136297"/>
                </a:lnTo>
                <a:lnTo>
                  <a:pt x="368929" y="136362"/>
                </a:lnTo>
                <a:lnTo>
                  <a:pt x="368282" y="135969"/>
                </a:lnTo>
                <a:lnTo>
                  <a:pt x="367313" y="134355"/>
                </a:lnTo>
                <a:lnTo>
                  <a:pt x="367087" y="131724"/>
                </a:lnTo>
                <a:lnTo>
                  <a:pt x="370211" y="129755"/>
                </a:lnTo>
                <a:lnTo>
                  <a:pt x="372199" y="126067"/>
                </a:lnTo>
                <a:lnTo>
                  <a:pt x="373713" y="124665"/>
                </a:lnTo>
                <a:lnTo>
                  <a:pt x="376239" y="123952"/>
                </a:lnTo>
                <a:lnTo>
                  <a:pt x="377706" y="124114"/>
                </a:lnTo>
                <a:lnTo>
                  <a:pt x="378328" y="124621"/>
                </a:lnTo>
                <a:close/>
                <a:moveTo>
                  <a:pt x="487221" y="146976"/>
                </a:moveTo>
                <a:lnTo>
                  <a:pt x="487629" y="149165"/>
                </a:lnTo>
                <a:lnTo>
                  <a:pt x="486463" y="150496"/>
                </a:lnTo>
                <a:lnTo>
                  <a:pt x="484206" y="150564"/>
                </a:lnTo>
                <a:lnTo>
                  <a:pt x="482066" y="149277"/>
                </a:lnTo>
                <a:lnTo>
                  <a:pt x="481972" y="148548"/>
                </a:lnTo>
                <a:lnTo>
                  <a:pt x="482454" y="147765"/>
                </a:lnTo>
                <a:lnTo>
                  <a:pt x="484718" y="146305"/>
                </a:lnTo>
                <a:lnTo>
                  <a:pt x="486394" y="146080"/>
                </a:lnTo>
                <a:lnTo>
                  <a:pt x="487221" y="146976"/>
                </a:lnTo>
                <a:close/>
                <a:moveTo>
                  <a:pt x="401561" y="148146"/>
                </a:moveTo>
                <a:lnTo>
                  <a:pt x="404144" y="148573"/>
                </a:lnTo>
                <a:lnTo>
                  <a:pt x="405577" y="149307"/>
                </a:lnTo>
                <a:lnTo>
                  <a:pt x="408592" y="154480"/>
                </a:lnTo>
                <a:lnTo>
                  <a:pt x="410723" y="156197"/>
                </a:lnTo>
                <a:lnTo>
                  <a:pt x="413924" y="157453"/>
                </a:lnTo>
                <a:lnTo>
                  <a:pt x="420427" y="158399"/>
                </a:lnTo>
                <a:lnTo>
                  <a:pt x="428104" y="160192"/>
                </a:lnTo>
                <a:lnTo>
                  <a:pt x="429388" y="160913"/>
                </a:lnTo>
                <a:lnTo>
                  <a:pt x="432641" y="163821"/>
                </a:lnTo>
                <a:lnTo>
                  <a:pt x="435115" y="164986"/>
                </a:lnTo>
                <a:lnTo>
                  <a:pt x="440667" y="163255"/>
                </a:lnTo>
                <a:lnTo>
                  <a:pt x="444966" y="160603"/>
                </a:lnTo>
                <a:lnTo>
                  <a:pt x="446222" y="160395"/>
                </a:lnTo>
                <a:lnTo>
                  <a:pt x="448811" y="162887"/>
                </a:lnTo>
                <a:lnTo>
                  <a:pt x="453841" y="170987"/>
                </a:lnTo>
                <a:lnTo>
                  <a:pt x="454203" y="172633"/>
                </a:lnTo>
                <a:lnTo>
                  <a:pt x="453934" y="174774"/>
                </a:lnTo>
                <a:lnTo>
                  <a:pt x="453082" y="175511"/>
                </a:lnTo>
                <a:lnTo>
                  <a:pt x="452178" y="175459"/>
                </a:lnTo>
                <a:lnTo>
                  <a:pt x="439509" y="171234"/>
                </a:lnTo>
                <a:lnTo>
                  <a:pt x="433401" y="169713"/>
                </a:lnTo>
                <a:lnTo>
                  <a:pt x="428076" y="167681"/>
                </a:lnTo>
                <a:lnTo>
                  <a:pt x="411166" y="162750"/>
                </a:lnTo>
                <a:lnTo>
                  <a:pt x="401775" y="159355"/>
                </a:lnTo>
                <a:lnTo>
                  <a:pt x="391156" y="154623"/>
                </a:lnTo>
                <a:lnTo>
                  <a:pt x="388254" y="152976"/>
                </a:lnTo>
                <a:lnTo>
                  <a:pt x="387389" y="151738"/>
                </a:lnTo>
                <a:lnTo>
                  <a:pt x="388366" y="150481"/>
                </a:lnTo>
                <a:lnTo>
                  <a:pt x="391908" y="148063"/>
                </a:lnTo>
                <a:lnTo>
                  <a:pt x="394447" y="147478"/>
                </a:lnTo>
                <a:lnTo>
                  <a:pt x="401561" y="148146"/>
                </a:lnTo>
                <a:close/>
                <a:moveTo>
                  <a:pt x="510371" y="154163"/>
                </a:moveTo>
                <a:lnTo>
                  <a:pt x="510997" y="155542"/>
                </a:lnTo>
                <a:lnTo>
                  <a:pt x="509704" y="156400"/>
                </a:lnTo>
                <a:lnTo>
                  <a:pt x="506716" y="156162"/>
                </a:lnTo>
                <a:lnTo>
                  <a:pt x="505607" y="155124"/>
                </a:lnTo>
                <a:lnTo>
                  <a:pt x="505962" y="154391"/>
                </a:lnTo>
                <a:lnTo>
                  <a:pt x="507440" y="153719"/>
                </a:lnTo>
                <a:lnTo>
                  <a:pt x="509314" y="153714"/>
                </a:lnTo>
                <a:lnTo>
                  <a:pt x="510371" y="154163"/>
                </a:lnTo>
                <a:close/>
                <a:moveTo>
                  <a:pt x="374692" y="87473"/>
                </a:moveTo>
                <a:lnTo>
                  <a:pt x="374437" y="88774"/>
                </a:lnTo>
                <a:lnTo>
                  <a:pt x="375027" y="90106"/>
                </a:lnTo>
                <a:lnTo>
                  <a:pt x="375888" y="90428"/>
                </a:lnTo>
                <a:lnTo>
                  <a:pt x="377100" y="89881"/>
                </a:lnTo>
                <a:lnTo>
                  <a:pt x="377648" y="88668"/>
                </a:lnTo>
                <a:lnTo>
                  <a:pt x="377325" y="87808"/>
                </a:lnTo>
                <a:lnTo>
                  <a:pt x="375993" y="87217"/>
                </a:lnTo>
                <a:lnTo>
                  <a:pt x="374692" y="87473"/>
                </a:lnTo>
                <a:close/>
                <a:moveTo>
                  <a:pt x="549691" y="96583"/>
                </a:moveTo>
                <a:lnTo>
                  <a:pt x="541757" y="97476"/>
                </a:lnTo>
                <a:lnTo>
                  <a:pt x="539813" y="98148"/>
                </a:lnTo>
                <a:lnTo>
                  <a:pt x="539607" y="98721"/>
                </a:lnTo>
                <a:lnTo>
                  <a:pt x="540415" y="99340"/>
                </a:lnTo>
                <a:lnTo>
                  <a:pt x="542336" y="99613"/>
                </a:lnTo>
                <a:lnTo>
                  <a:pt x="547304" y="99466"/>
                </a:lnTo>
                <a:lnTo>
                  <a:pt x="551990" y="98867"/>
                </a:lnTo>
                <a:lnTo>
                  <a:pt x="553500" y="98189"/>
                </a:lnTo>
                <a:lnTo>
                  <a:pt x="553651" y="97480"/>
                </a:lnTo>
                <a:lnTo>
                  <a:pt x="553220" y="96624"/>
                </a:lnTo>
                <a:lnTo>
                  <a:pt x="552115" y="96118"/>
                </a:lnTo>
                <a:lnTo>
                  <a:pt x="549691" y="96583"/>
                </a:lnTo>
                <a:close/>
                <a:moveTo>
                  <a:pt x="529843" y="98672"/>
                </a:moveTo>
                <a:lnTo>
                  <a:pt x="529718" y="99732"/>
                </a:lnTo>
                <a:lnTo>
                  <a:pt x="531473" y="100134"/>
                </a:lnTo>
                <a:lnTo>
                  <a:pt x="533330" y="99780"/>
                </a:lnTo>
                <a:lnTo>
                  <a:pt x="534352" y="98764"/>
                </a:lnTo>
                <a:lnTo>
                  <a:pt x="534064" y="98357"/>
                </a:lnTo>
                <a:lnTo>
                  <a:pt x="532713" y="98067"/>
                </a:lnTo>
                <a:lnTo>
                  <a:pt x="530997" y="98179"/>
                </a:lnTo>
                <a:lnTo>
                  <a:pt x="529843" y="98672"/>
                </a:lnTo>
                <a:close/>
                <a:moveTo>
                  <a:pt x="517641" y="100636"/>
                </a:moveTo>
                <a:lnTo>
                  <a:pt x="516514" y="101520"/>
                </a:lnTo>
                <a:lnTo>
                  <a:pt x="517890" y="102131"/>
                </a:lnTo>
                <a:lnTo>
                  <a:pt x="521274" y="102060"/>
                </a:lnTo>
                <a:lnTo>
                  <a:pt x="522061" y="101718"/>
                </a:lnTo>
                <a:lnTo>
                  <a:pt x="522321" y="101179"/>
                </a:lnTo>
                <a:lnTo>
                  <a:pt x="522043" y="100645"/>
                </a:lnTo>
                <a:lnTo>
                  <a:pt x="520796" y="100218"/>
                </a:lnTo>
                <a:lnTo>
                  <a:pt x="517641" y="100636"/>
                </a:lnTo>
                <a:close/>
                <a:moveTo>
                  <a:pt x="239223" y="101388"/>
                </a:moveTo>
                <a:lnTo>
                  <a:pt x="239127" y="101999"/>
                </a:lnTo>
                <a:lnTo>
                  <a:pt x="239714" y="102534"/>
                </a:lnTo>
                <a:lnTo>
                  <a:pt x="243188" y="103865"/>
                </a:lnTo>
                <a:lnTo>
                  <a:pt x="246201" y="105880"/>
                </a:lnTo>
                <a:lnTo>
                  <a:pt x="249952" y="107395"/>
                </a:lnTo>
                <a:lnTo>
                  <a:pt x="253279" y="109259"/>
                </a:lnTo>
                <a:lnTo>
                  <a:pt x="257233" y="110769"/>
                </a:lnTo>
                <a:lnTo>
                  <a:pt x="260372" y="112823"/>
                </a:lnTo>
                <a:lnTo>
                  <a:pt x="262388" y="113144"/>
                </a:lnTo>
                <a:lnTo>
                  <a:pt x="263535" y="112395"/>
                </a:lnTo>
                <a:lnTo>
                  <a:pt x="263582" y="111494"/>
                </a:lnTo>
                <a:lnTo>
                  <a:pt x="262916" y="110565"/>
                </a:lnTo>
                <a:lnTo>
                  <a:pt x="258162" y="107673"/>
                </a:lnTo>
                <a:lnTo>
                  <a:pt x="254325" y="106482"/>
                </a:lnTo>
                <a:lnTo>
                  <a:pt x="251149" y="104522"/>
                </a:lnTo>
                <a:lnTo>
                  <a:pt x="246730" y="103077"/>
                </a:lnTo>
                <a:lnTo>
                  <a:pt x="243336" y="101431"/>
                </a:lnTo>
                <a:lnTo>
                  <a:pt x="240830" y="100932"/>
                </a:lnTo>
                <a:lnTo>
                  <a:pt x="239223" y="101388"/>
                </a:lnTo>
                <a:close/>
                <a:moveTo>
                  <a:pt x="758912" y="115219"/>
                </a:moveTo>
                <a:lnTo>
                  <a:pt x="756559" y="116920"/>
                </a:lnTo>
                <a:lnTo>
                  <a:pt x="755672" y="118872"/>
                </a:lnTo>
                <a:lnTo>
                  <a:pt x="751025" y="144788"/>
                </a:lnTo>
                <a:lnTo>
                  <a:pt x="748934" y="154460"/>
                </a:lnTo>
                <a:lnTo>
                  <a:pt x="747656" y="164537"/>
                </a:lnTo>
                <a:lnTo>
                  <a:pt x="745624" y="172732"/>
                </a:lnTo>
                <a:lnTo>
                  <a:pt x="743839" y="184441"/>
                </a:lnTo>
                <a:lnTo>
                  <a:pt x="742934" y="187059"/>
                </a:lnTo>
                <a:lnTo>
                  <a:pt x="741534" y="188845"/>
                </a:lnTo>
                <a:lnTo>
                  <a:pt x="739378" y="190300"/>
                </a:lnTo>
                <a:lnTo>
                  <a:pt x="706679" y="205161"/>
                </a:lnTo>
                <a:lnTo>
                  <a:pt x="703392" y="207263"/>
                </a:lnTo>
                <a:lnTo>
                  <a:pt x="702418" y="208568"/>
                </a:lnTo>
                <a:lnTo>
                  <a:pt x="703564" y="209976"/>
                </a:lnTo>
                <a:lnTo>
                  <a:pt x="705548" y="210710"/>
                </a:lnTo>
                <a:lnTo>
                  <a:pt x="737727" y="211535"/>
                </a:lnTo>
                <a:lnTo>
                  <a:pt x="740522" y="213035"/>
                </a:lnTo>
                <a:lnTo>
                  <a:pt x="741793" y="214820"/>
                </a:lnTo>
                <a:lnTo>
                  <a:pt x="741895" y="218614"/>
                </a:lnTo>
                <a:lnTo>
                  <a:pt x="741108" y="220717"/>
                </a:lnTo>
                <a:lnTo>
                  <a:pt x="740006" y="221775"/>
                </a:lnTo>
                <a:lnTo>
                  <a:pt x="738294" y="222688"/>
                </a:lnTo>
                <a:lnTo>
                  <a:pt x="729144" y="226343"/>
                </a:lnTo>
                <a:lnTo>
                  <a:pt x="707079" y="234010"/>
                </a:lnTo>
                <a:lnTo>
                  <a:pt x="702167" y="236257"/>
                </a:lnTo>
                <a:lnTo>
                  <a:pt x="686322" y="241943"/>
                </a:lnTo>
                <a:lnTo>
                  <a:pt x="683020" y="243557"/>
                </a:lnTo>
                <a:lnTo>
                  <a:pt x="681554" y="245126"/>
                </a:lnTo>
                <a:lnTo>
                  <a:pt x="681931" y="246323"/>
                </a:lnTo>
                <a:lnTo>
                  <a:pt x="683196" y="247638"/>
                </a:lnTo>
                <a:lnTo>
                  <a:pt x="740317" y="247805"/>
                </a:lnTo>
                <a:lnTo>
                  <a:pt x="741467" y="248683"/>
                </a:lnTo>
                <a:lnTo>
                  <a:pt x="741792" y="250545"/>
                </a:lnTo>
                <a:lnTo>
                  <a:pt x="742023" y="259076"/>
                </a:lnTo>
                <a:lnTo>
                  <a:pt x="741520" y="262728"/>
                </a:lnTo>
                <a:lnTo>
                  <a:pt x="739658" y="264282"/>
                </a:lnTo>
                <a:lnTo>
                  <a:pt x="735715" y="266387"/>
                </a:lnTo>
                <a:lnTo>
                  <a:pt x="711569" y="275760"/>
                </a:lnTo>
                <a:lnTo>
                  <a:pt x="702439" y="273582"/>
                </a:lnTo>
                <a:lnTo>
                  <a:pt x="696780" y="271046"/>
                </a:lnTo>
                <a:lnTo>
                  <a:pt x="671333" y="263162"/>
                </a:lnTo>
                <a:lnTo>
                  <a:pt x="653988" y="257351"/>
                </a:lnTo>
                <a:lnTo>
                  <a:pt x="647999" y="256468"/>
                </a:lnTo>
                <a:lnTo>
                  <a:pt x="647052" y="256873"/>
                </a:lnTo>
                <a:lnTo>
                  <a:pt x="646901" y="257680"/>
                </a:lnTo>
                <a:lnTo>
                  <a:pt x="647379" y="258944"/>
                </a:lnTo>
                <a:lnTo>
                  <a:pt x="648516" y="259870"/>
                </a:lnTo>
                <a:lnTo>
                  <a:pt x="654584" y="261558"/>
                </a:lnTo>
                <a:lnTo>
                  <a:pt x="667172" y="266656"/>
                </a:lnTo>
                <a:lnTo>
                  <a:pt x="675991" y="269715"/>
                </a:lnTo>
                <a:lnTo>
                  <a:pt x="688957" y="273304"/>
                </a:lnTo>
                <a:lnTo>
                  <a:pt x="700504" y="275997"/>
                </a:lnTo>
                <a:lnTo>
                  <a:pt x="702260" y="276995"/>
                </a:lnTo>
                <a:lnTo>
                  <a:pt x="703561" y="278474"/>
                </a:lnTo>
                <a:lnTo>
                  <a:pt x="703490" y="279233"/>
                </a:lnTo>
                <a:lnTo>
                  <a:pt x="702052" y="281918"/>
                </a:lnTo>
                <a:lnTo>
                  <a:pt x="702274" y="282725"/>
                </a:lnTo>
                <a:lnTo>
                  <a:pt x="703202" y="283436"/>
                </a:lnTo>
                <a:lnTo>
                  <a:pt x="734111" y="284507"/>
                </a:lnTo>
                <a:lnTo>
                  <a:pt x="739965" y="284997"/>
                </a:lnTo>
                <a:lnTo>
                  <a:pt x="740713" y="285443"/>
                </a:lnTo>
                <a:lnTo>
                  <a:pt x="740960" y="287038"/>
                </a:lnTo>
                <a:lnTo>
                  <a:pt x="740743" y="289563"/>
                </a:lnTo>
                <a:lnTo>
                  <a:pt x="739221" y="296924"/>
                </a:lnTo>
                <a:lnTo>
                  <a:pt x="737023" y="312684"/>
                </a:lnTo>
                <a:lnTo>
                  <a:pt x="735564" y="319953"/>
                </a:lnTo>
                <a:lnTo>
                  <a:pt x="734363" y="330424"/>
                </a:lnTo>
                <a:lnTo>
                  <a:pt x="732248" y="340094"/>
                </a:lnTo>
                <a:lnTo>
                  <a:pt x="727331" y="373588"/>
                </a:lnTo>
                <a:lnTo>
                  <a:pt x="722053" y="404759"/>
                </a:lnTo>
                <a:lnTo>
                  <a:pt x="717811" y="433614"/>
                </a:lnTo>
                <a:lnTo>
                  <a:pt x="715585" y="445383"/>
                </a:lnTo>
                <a:lnTo>
                  <a:pt x="715561" y="447295"/>
                </a:lnTo>
                <a:lnTo>
                  <a:pt x="716235" y="449161"/>
                </a:lnTo>
                <a:lnTo>
                  <a:pt x="717620" y="449715"/>
                </a:lnTo>
                <a:lnTo>
                  <a:pt x="720395" y="448634"/>
                </a:lnTo>
                <a:lnTo>
                  <a:pt x="757415" y="422033"/>
                </a:lnTo>
                <a:lnTo>
                  <a:pt x="759186" y="420978"/>
                </a:lnTo>
                <a:lnTo>
                  <a:pt x="760834" y="420631"/>
                </a:lnTo>
                <a:lnTo>
                  <a:pt x="762611" y="420920"/>
                </a:lnTo>
                <a:lnTo>
                  <a:pt x="763941" y="421626"/>
                </a:lnTo>
                <a:lnTo>
                  <a:pt x="793344" y="443775"/>
                </a:lnTo>
                <a:lnTo>
                  <a:pt x="799349" y="447899"/>
                </a:lnTo>
                <a:lnTo>
                  <a:pt x="803289" y="449964"/>
                </a:lnTo>
                <a:lnTo>
                  <a:pt x="804301" y="448622"/>
                </a:lnTo>
                <a:lnTo>
                  <a:pt x="804657" y="447386"/>
                </a:lnTo>
                <a:lnTo>
                  <a:pt x="804582" y="442637"/>
                </a:lnTo>
                <a:lnTo>
                  <a:pt x="802463" y="432188"/>
                </a:lnTo>
                <a:lnTo>
                  <a:pt x="801241" y="421346"/>
                </a:lnTo>
                <a:lnTo>
                  <a:pt x="799470" y="411746"/>
                </a:lnTo>
                <a:lnTo>
                  <a:pt x="797851" y="398703"/>
                </a:lnTo>
                <a:lnTo>
                  <a:pt x="796326" y="391114"/>
                </a:lnTo>
                <a:lnTo>
                  <a:pt x="794372" y="374848"/>
                </a:lnTo>
                <a:lnTo>
                  <a:pt x="792753" y="367761"/>
                </a:lnTo>
                <a:lnTo>
                  <a:pt x="790904" y="353340"/>
                </a:lnTo>
                <a:lnTo>
                  <a:pt x="789280" y="346298"/>
                </a:lnTo>
                <a:lnTo>
                  <a:pt x="787708" y="332964"/>
                </a:lnTo>
                <a:lnTo>
                  <a:pt x="785991" y="323523"/>
                </a:lnTo>
                <a:lnTo>
                  <a:pt x="784657" y="311607"/>
                </a:lnTo>
                <a:lnTo>
                  <a:pt x="782439" y="299278"/>
                </a:lnTo>
                <a:lnTo>
                  <a:pt x="781268" y="288588"/>
                </a:lnTo>
                <a:lnTo>
                  <a:pt x="782772" y="286916"/>
                </a:lnTo>
                <a:lnTo>
                  <a:pt x="802081" y="287009"/>
                </a:lnTo>
                <a:lnTo>
                  <a:pt x="816358" y="287635"/>
                </a:lnTo>
                <a:lnTo>
                  <a:pt x="819352" y="286930"/>
                </a:lnTo>
                <a:lnTo>
                  <a:pt x="820755" y="285287"/>
                </a:lnTo>
                <a:lnTo>
                  <a:pt x="816621" y="282320"/>
                </a:lnTo>
                <a:lnTo>
                  <a:pt x="784113" y="266152"/>
                </a:lnTo>
                <a:lnTo>
                  <a:pt x="779304" y="262555"/>
                </a:lnTo>
                <a:lnTo>
                  <a:pt x="779603" y="249833"/>
                </a:lnTo>
                <a:lnTo>
                  <a:pt x="780059" y="248802"/>
                </a:lnTo>
                <a:lnTo>
                  <a:pt x="781275" y="248135"/>
                </a:lnTo>
                <a:lnTo>
                  <a:pt x="787212" y="247655"/>
                </a:lnTo>
                <a:lnTo>
                  <a:pt x="837428" y="247721"/>
                </a:lnTo>
                <a:lnTo>
                  <a:pt x="838719" y="246439"/>
                </a:lnTo>
                <a:lnTo>
                  <a:pt x="839042" y="245321"/>
                </a:lnTo>
                <a:lnTo>
                  <a:pt x="838556" y="244379"/>
                </a:lnTo>
                <a:lnTo>
                  <a:pt x="835108" y="242786"/>
                </a:lnTo>
                <a:lnTo>
                  <a:pt x="827561" y="240031"/>
                </a:lnTo>
                <a:lnTo>
                  <a:pt x="814746" y="234497"/>
                </a:lnTo>
                <a:lnTo>
                  <a:pt x="809222" y="232789"/>
                </a:lnTo>
                <a:lnTo>
                  <a:pt x="784056" y="222851"/>
                </a:lnTo>
                <a:lnTo>
                  <a:pt x="781295" y="221174"/>
                </a:lnTo>
                <a:lnTo>
                  <a:pt x="779570" y="219171"/>
                </a:lnTo>
                <a:lnTo>
                  <a:pt x="779023" y="217098"/>
                </a:lnTo>
                <a:lnTo>
                  <a:pt x="779236" y="216115"/>
                </a:lnTo>
                <a:lnTo>
                  <a:pt x="780724" y="214418"/>
                </a:lnTo>
                <a:lnTo>
                  <a:pt x="782291" y="213873"/>
                </a:lnTo>
                <a:lnTo>
                  <a:pt x="789424" y="213730"/>
                </a:lnTo>
                <a:lnTo>
                  <a:pt x="817955" y="214335"/>
                </a:lnTo>
                <a:lnTo>
                  <a:pt x="819447" y="213013"/>
                </a:lnTo>
                <a:lnTo>
                  <a:pt x="819748" y="212124"/>
                </a:lnTo>
                <a:lnTo>
                  <a:pt x="815835" y="209016"/>
                </a:lnTo>
                <a:lnTo>
                  <a:pt x="782103" y="189518"/>
                </a:lnTo>
                <a:lnTo>
                  <a:pt x="780011" y="187550"/>
                </a:lnTo>
                <a:lnTo>
                  <a:pt x="778836" y="184699"/>
                </a:lnTo>
                <a:lnTo>
                  <a:pt x="777872" y="174773"/>
                </a:lnTo>
                <a:lnTo>
                  <a:pt x="776191" y="167720"/>
                </a:lnTo>
                <a:lnTo>
                  <a:pt x="774503" y="157229"/>
                </a:lnTo>
                <a:lnTo>
                  <a:pt x="770755" y="137439"/>
                </a:lnTo>
                <a:lnTo>
                  <a:pt x="769181" y="130899"/>
                </a:lnTo>
                <a:lnTo>
                  <a:pt x="767257" y="119534"/>
                </a:lnTo>
                <a:lnTo>
                  <a:pt x="766034" y="117042"/>
                </a:lnTo>
                <a:lnTo>
                  <a:pt x="763571" y="114672"/>
                </a:lnTo>
                <a:lnTo>
                  <a:pt x="761829" y="114329"/>
                </a:lnTo>
                <a:lnTo>
                  <a:pt x="758912" y="115219"/>
                </a:lnTo>
                <a:close/>
                <a:moveTo>
                  <a:pt x="761545" y="131891"/>
                </a:moveTo>
                <a:lnTo>
                  <a:pt x="760829" y="133072"/>
                </a:lnTo>
                <a:lnTo>
                  <a:pt x="760154" y="133008"/>
                </a:lnTo>
                <a:lnTo>
                  <a:pt x="759831" y="132560"/>
                </a:lnTo>
                <a:lnTo>
                  <a:pt x="759779" y="131431"/>
                </a:lnTo>
                <a:lnTo>
                  <a:pt x="760352" y="130752"/>
                </a:lnTo>
                <a:lnTo>
                  <a:pt x="761274" y="130977"/>
                </a:lnTo>
                <a:lnTo>
                  <a:pt x="761545" y="131891"/>
                </a:lnTo>
                <a:close/>
                <a:moveTo>
                  <a:pt x="763341" y="145054"/>
                </a:moveTo>
                <a:lnTo>
                  <a:pt x="765122" y="147262"/>
                </a:lnTo>
                <a:lnTo>
                  <a:pt x="765222" y="149362"/>
                </a:lnTo>
                <a:lnTo>
                  <a:pt x="764371" y="150582"/>
                </a:lnTo>
                <a:lnTo>
                  <a:pt x="762798" y="151573"/>
                </a:lnTo>
                <a:lnTo>
                  <a:pt x="761090" y="152134"/>
                </a:lnTo>
                <a:lnTo>
                  <a:pt x="759784" y="151961"/>
                </a:lnTo>
                <a:lnTo>
                  <a:pt x="757033" y="149160"/>
                </a:lnTo>
                <a:lnTo>
                  <a:pt x="756839" y="148475"/>
                </a:lnTo>
                <a:lnTo>
                  <a:pt x="757251" y="147228"/>
                </a:lnTo>
                <a:lnTo>
                  <a:pt x="758452" y="145321"/>
                </a:lnTo>
                <a:lnTo>
                  <a:pt x="759924" y="144115"/>
                </a:lnTo>
                <a:lnTo>
                  <a:pt x="761549" y="144028"/>
                </a:lnTo>
                <a:lnTo>
                  <a:pt x="763341" y="145054"/>
                </a:lnTo>
                <a:close/>
                <a:moveTo>
                  <a:pt x="756238" y="154957"/>
                </a:moveTo>
                <a:lnTo>
                  <a:pt x="756666" y="155923"/>
                </a:lnTo>
                <a:lnTo>
                  <a:pt x="755893" y="157046"/>
                </a:lnTo>
                <a:lnTo>
                  <a:pt x="754303" y="158379"/>
                </a:lnTo>
                <a:lnTo>
                  <a:pt x="753173" y="158403"/>
                </a:lnTo>
                <a:lnTo>
                  <a:pt x="752542" y="156666"/>
                </a:lnTo>
                <a:lnTo>
                  <a:pt x="752962" y="154867"/>
                </a:lnTo>
                <a:lnTo>
                  <a:pt x="754333" y="154196"/>
                </a:lnTo>
                <a:lnTo>
                  <a:pt x="756238" y="154957"/>
                </a:lnTo>
                <a:close/>
                <a:moveTo>
                  <a:pt x="767938" y="154957"/>
                </a:moveTo>
                <a:lnTo>
                  <a:pt x="768386" y="156714"/>
                </a:lnTo>
                <a:lnTo>
                  <a:pt x="768018" y="157423"/>
                </a:lnTo>
                <a:lnTo>
                  <a:pt x="767328" y="157554"/>
                </a:lnTo>
                <a:lnTo>
                  <a:pt x="766196" y="156629"/>
                </a:lnTo>
                <a:lnTo>
                  <a:pt x="765962" y="155388"/>
                </a:lnTo>
                <a:lnTo>
                  <a:pt x="766817" y="154448"/>
                </a:lnTo>
                <a:lnTo>
                  <a:pt x="767938" y="154957"/>
                </a:lnTo>
                <a:close/>
                <a:moveTo>
                  <a:pt x="764971" y="163356"/>
                </a:moveTo>
                <a:lnTo>
                  <a:pt x="766768" y="165516"/>
                </a:lnTo>
                <a:lnTo>
                  <a:pt x="767158" y="167189"/>
                </a:lnTo>
                <a:lnTo>
                  <a:pt x="765598" y="169457"/>
                </a:lnTo>
                <a:lnTo>
                  <a:pt x="763249" y="171124"/>
                </a:lnTo>
                <a:lnTo>
                  <a:pt x="760584" y="172131"/>
                </a:lnTo>
                <a:lnTo>
                  <a:pt x="756965" y="169891"/>
                </a:lnTo>
                <a:lnTo>
                  <a:pt x="755555" y="168530"/>
                </a:lnTo>
                <a:lnTo>
                  <a:pt x="755126" y="166578"/>
                </a:lnTo>
                <a:lnTo>
                  <a:pt x="755482" y="164974"/>
                </a:lnTo>
                <a:lnTo>
                  <a:pt x="759847" y="161386"/>
                </a:lnTo>
                <a:lnTo>
                  <a:pt x="760952" y="161073"/>
                </a:lnTo>
                <a:lnTo>
                  <a:pt x="762144" y="161292"/>
                </a:lnTo>
                <a:lnTo>
                  <a:pt x="764971" y="163356"/>
                </a:lnTo>
                <a:close/>
                <a:moveTo>
                  <a:pt x="771531" y="172507"/>
                </a:moveTo>
                <a:lnTo>
                  <a:pt x="772600" y="175103"/>
                </a:lnTo>
                <a:lnTo>
                  <a:pt x="773392" y="178576"/>
                </a:lnTo>
                <a:lnTo>
                  <a:pt x="772898" y="179720"/>
                </a:lnTo>
                <a:lnTo>
                  <a:pt x="771978" y="179968"/>
                </a:lnTo>
                <a:lnTo>
                  <a:pt x="770076" y="179417"/>
                </a:lnTo>
                <a:lnTo>
                  <a:pt x="768670" y="178482"/>
                </a:lnTo>
                <a:lnTo>
                  <a:pt x="767012" y="176775"/>
                </a:lnTo>
                <a:lnTo>
                  <a:pt x="766449" y="175500"/>
                </a:lnTo>
                <a:lnTo>
                  <a:pt x="766958" y="174236"/>
                </a:lnTo>
                <a:lnTo>
                  <a:pt x="769289" y="171986"/>
                </a:lnTo>
                <a:lnTo>
                  <a:pt x="770378" y="171647"/>
                </a:lnTo>
                <a:lnTo>
                  <a:pt x="771531" y="172507"/>
                </a:lnTo>
                <a:close/>
                <a:moveTo>
                  <a:pt x="754775" y="173594"/>
                </a:moveTo>
                <a:lnTo>
                  <a:pt x="755818" y="175171"/>
                </a:lnTo>
                <a:lnTo>
                  <a:pt x="755191" y="176884"/>
                </a:lnTo>
                <a:lnTo>
                  <a:pt x="752374" y="179713"/>
                </a:lnTo>
                <a:lnTo>
                  <a:pt x="750811" y="180525"/>
                </a:lnTo>
                <a:lnTo>
                  <a:pt x="749617" y="180463"/>
                </a:lnTo>
                <a:lnTo>
                  <a:pt x="748866" y="179530"/>
                </a:lnTo>
                <a:lnTo>
                  <a:pt x="748633" y="177730"/>
                </a:lnTo>
                <a:lnTo>
                  <a:pt x="749011" y="174986"/>
                </a:lnTo>
                <a:lnTo>
                  <a:pt x="749923" y="173121"/>
                </a:lnTo>
                <a:lnTo>
                  <a:pt x="751259" y="172216"/>
                </a:lnTo>
                <a:lnTo>
                  <a:pt x="752053" y="172147"/>
                </a:lnTo>
                <a:lnTo>
                  <a:pt x="754775" y="173594"/>
                </a:lnTo>
                <a:close/>
                <a:moveTo>
                  <a:pt x="763759" y="180488"/>
                </a:moveTo>
                <a:lnTo>
                  <a:pt x="767670" y="184696"/>
                </a:lnTo>
                <a:lnTo>
                  <a:pt x="768021" y="185377"/>
                </a:lnTo>
                <a:lnTo>
                  <a:pt x="767561" y="186106"/>
                </a:lnTo>
                <a:lnTo>
                  <a:pt x="765873" y="186472"/>
                </a:lnTo>
                <a:lnTo>
                  <a:pt x="760918" y="186547"/>
                </a:lnTo>
                <a:lnTo>
                  <a:pt x="755868" y="186276"/>
                </a:lnTo>
                <a:lnTo>
                  <a:pt x="754457" y="185800"/>
                </a:lnTo>
                <a:lnTo>
                  <a:pt x="754278" y="185416"/>
                </a:lnTo>
                <a:lnTo>
                  <a:pt x="754875" y="184258"/>
                </a:lnTo>
                <a:lnTo>
                  <a:pt x="759163" y="179945"/>
                </a:lnTo>
                <a:lnTo>
                  <a:pt x="761918" y="180026"/>
                </a:lnTo>
                <a:lnTo>
                  <a:pt x="763759" y="180488"/>
                </a:lnTo>
                <a:close/>
                <a:moveTo>
                  <a:pt x="763425" y="191896"/>
                </a:moveTo>
                <a:lnTo>
                  <a:pt x="763666" y="192377"/>
                </a:lnTo>
                <a:lnTo>
                  <a:pt x="763281" y="193238"/>
                </a:lnTo>
                <a:lnTo>
                  <a:pt x="761367" y="194017"/>
                </a:lnTo>
                <a:lnTo>
                  <a:pt x="759187" y="193757"/>
                </a:lnTo>
                <a:lnTo>
                  <a:pt x="758144" y="192543"/>
                </a:lnTo>
                <a:lnTo>
                  <a:pt x="758411" y="191854"/>
                </a:lnTo>
                <a:lnTo>
                  <a:pt x="759673" y="191310"/>
                </a:lnTo>
                <a:lnTo>
                  <a:pt x="762163" y="191334"/>
                </a:lnTo>
                <a:lnTo>
                  <a:pt x="763425" y="191896"/>
                </a:lnTo>
                <a:close/>
                <a:moveTo>
                  <a:pt x="774707" y="193149"/>
                </a:moveTo>
                <a:lnTo>
                  <a:pt x="775365" y="195973"/>
                </a:lnTo>
                <a:lnTo>
                  <a:pt x="775442" y="200302"/>
                </a:lnTo>
                <a:lnTo>
                  <a:pt x="774483" y="202990"/>
                </a:lnTo>
                <a:lnTo>
                  <a:pt x="773200" y="203325"/>
                </a:lnTo>
                <a:lnTo>
                  <a:pt x="771388" y="202509"/>
                </a:lnTo>
                <a:lnTo>
                  <a:pt x="767749" y="199907"/>
                </a:lnTo>
                <a:lnTo>
                  <a:pt x="767034" y="198313"/>
                </a:lnTo>
                <a:lnTo>
                  <a:pt x="768103" y="196215"/>
                </a:lnTo>
                <a:lnTo>
                  <a:pt x="770738" y="193901"/>
                </a:lnTo>
                <a:lnTo>
                  <a:pt x="773286" y="192554"/>
                </a:lnTo>
                <a:lnTo>
                  <a:pt x="773934" y="192569"/>
                </a:lnTo>
                <a:lnTo>
                  <a:pt x="774707" y="193149"/>
                </a:lnTo>
                <a:close/>
                <a:moveTo>
                  <a:pt x="752018" y="194152"/>
                </a:moveTo>
                <a:lnTo>
                  <a:pt x="754415" y="196824"/>
                </a:lnTo>
                <a:lnTo>
                  <a:pt x="755022" y="198041"/>
                </a:lnTo>
                <a:lnTo>
                  <a:pt x="754955" y="198850"/>
                </a:lnTo>
                <a:lnTo>
                  <a:pt x="753434" y="200305"/>
                </a:lnTo>
                <a:lnTo>
                  <a:pt x="750108" y="202182"/>
                </a:lnTo>
                <a:lnTo>
                  <a:pt x="748914" y="202452"/>
                </a:lnTo>
                <a:lnTo>
                  <a:pt x="747718" y="202101"/>
                </a:lnTo>
                <a:lnTo>
                  <a:pt x="746918" y="201290"/>
                </a:lnTo>
                <a:lnTo>
                  <a:pt x="746498" y="199702"/>
                </a:lnTo>
                <a:lnTo>
                  <a:pt x="746593" y="194623"/>
                </a:lnTo>
                <a:lnTo>
                  <a:pt x="747830" y="193456"/>
                </a:lnTo>
                <a:lnTo>
                  <a:pt x="749135" y="193045"/>
                </a:lnTo>
                <a:lnTo>
                  <a:pt x="750540" y="193275"/>
                </a:lnTo>
                <a:lnTo>
                  <a:pt x="752018" y="194152"/>
                </a:lnTo>
                <a:close/>
                <a:moveTo>
                  <a:pt x="785279" y="196785"/>
                </a:moveTo>
                <a:lnTo>
                  <a:pt x="798200" y="204768"/>
                </a:lnTo>
                <a:lnTo>
                  <a:pt x="799451" y="206430"/>
                </a:lnTo>
                <a:lnTo>
                  <a:pt x="799319" y="207607"/>
                </a:lnTo>
                <a:lnTo>
                  <a:pt x="796763" y="208309"/>
                </a:lnTo>
                <a:lnTo>
                  <a:pt x="791568" y="208264"/>
                </a:lnTo>
                <a:lnTo>
                  <a:pt x="782574" y="207165"/>
                </a:lnTo>
                <a:lnTo>
                  <a:pt x="780098" y="206312"/>
                </a:lnTo>
                <a:lnTo>
                  <a:pt x="779178" y="205560"/>
                </a:lnTo>
                <a:lnTo>
                  <a:pt x="779720" y="195642"/>
                </a:lnTo>
                <a:lnTo>
                  <a:pt x="780378" y="195143"/>
                </a:lnTo>
                <a:lnTo>
                  <a:pt x="781758" y="195197"/>
                </a:lnTo>
                <a:lnTo>
                  <a:pt x="785279" y="196785"/>
                </a:lnTo>
                <a:close/>
                <a:moveTo>
                  <a:pt x="741028" y="196492"/>
                </a:moveTo>
                <a:lnTo>
                  <a:pt x="741952" y="198336"/>
                </a:lnTo>
                <a:lnTo>
                  <a:pt x="742078" y="200711"/>
                </a:lnTo>
                <a:lnTo>
                  <a:pt x="741557" y="203952"/>
                </a:lnTo>
                <a:lnTo>
                  <a:pt x="740605" y="204813"/>
                </a:lnTo>
                <a:lnTo>
                  <a:pt x="737153" y="205383"/>
                </a:lnTo>
                <a:lnTo>
                  <a:pt x="730269" y="205634"/>
                </a:lnTo>
                <a:lnTo>
                  <a:pt x="725400" y="205572"/>
                </a:lnTo>
                <a:lnTo>
                  <a:pt x="724227" y="205148"/>
                </a:lnTo>
                <a:lnTo>
                  <a:pt x="724791" y="203638"/>
                </a:lnTo>
                <a:lnTo>
                  <a:pt x="727406" y="201213"/>
                </a:lnTo>
                <a:lnTo>
                  <a:pt x="732143" y="199445"/>
                </a:lnTo>
                <a:lnTo>
                  <a:pt x="739812" y="195902"/>
                </a:lnTo>
                <a:lnTo>
                  <a:pt x="741028" y="196492"/>
                </a:lnTo>
                <a:close/>
                <a:moveTo>
                  <a:pt x="763007" y="203011"/>
                </a:moveTo>
                <a:lnTo>
                  <a:pt x="764768" y="204708"/>
                </a:lnTo>
                <a:lnTo>
                  <a:pt x="764914" y="205617"/>
                </a:lnTo>
                <a:lnTo>
                  <a:pt x="764262" y="206281"/>
                </a:lnTo>
                <a:lnTo>
                  <a:pt x="760935" y="206645"/>
                </a:lnTo>
                <a:lnTo>
                  <a:pt x="759522" y="206312"/>
                </a:lnTo>
                <a:lnTo>
                  <a:pt x="758656" y="205680"/>
                </a:lnTo>
                <a:lnTo>
                  <a:pt x="758447" y="204244"/>
                </a:lnTo>
                <a:lnTo>
                  <a:pt x="759624" y="202449"/>
                </a:lnTo>
                <a:lnTo>
                  <a:pt x="761095" y="202168"/>
                </a:lnTo>
                <a:lnTo>
                  <a:pt x="763007" y="203011"/>
                </a:lnTo>
                <a:close/>
                <a:moveTo>
                  <a:pt x="761754" y="214168"/>
                </a:moveTo>
                <a:lnTo>
                  <a:pt x="760787" y="214860"/>
                </a:lnTo>
                <a:lnTo>
                  <a:pt x="760088" y="214324"/>
                </a:lnTo>
                <a:lnTo>
                  <a:pt x="760695" y="213805"/>
                </a:lnTo>
                <a:lnTo>
                  <a:pt x="761754" y="214168"/>
                </a:lnTo>
                <a:close/>
                <a:moveTo>
                  <a:pt x="774707" y="214627"/>
                </a:moveTo>
                <a:lnTo>
                  <a:pt x="775441" y="216050"/>
                </a:lnTo>
                <a:lnTo>
                  <a:pt x="775489" y="217487"/>
                </a:lnTo>
                <a:lnTo>
                  <a:pt x="774804" y="219816"/>
                </a:lnTo>
                <a:lnTo>
                  <a:pt x="774008" y="220752"/>
                </a:lnTo>
                <a:lnTo>
                  <a:pt x="772255" y="221315"/>
                </a:lnTo>
                <a:lnTo>
                  <a:pt x="770744" y="221125"/>
                </a:lnTo>
                <a:lnTo>
                  <a:pt x="768267" y="220115"/>
                </a:lnTo>
                <a:lnTo>
                  <a:pt x="767359" y="219372"/>
                </a:lnTo>
                <a:lnTo>
                  <a:pt x="767154" y="218550"/>
                </a:lnTo>
                <a:lnTo>
                  <a:pt x="767662" y="217582"/>
                </a:lnTo>
                <a:lnTo>
                  <a:pt x="771280" y="214666"/>
                </a:lnTo>
                <a:lnTo>
                  <a:pt x="773278" y="213872"/>
                </a:lnTo>
                <a:lnTo>
                  <a:pt x="774707" y="214627"/>
                </a:lnTo>
                <a:close/>
                <a:moveTo>
                  <a:pt x="752686" y="215923"/>
                </a:moveTo>
                <a:lnTo>
                  <a:pt x="754211" y="217234"/>
                </a:lnTo>
                <a:lnTo>
                  <a:pt x="754878" y="218401"/>
                </a:lnTo>
                <a:lnTo>
                  <a:pt x="754690" y="219409"/>
                </a:lnTo>
                <a:lnTo>
                  <a:pt x="753651" y="220246"/>
                </a:lnTo>
                <a:lnTo>
                  <a:pt x="751767" y="220895"/>
                </a:lnTo>
                <a:lnTo>
                  <a:pt x="749358" y="221056"/>
                </a:lnTo>
                <a:lnTo>
                  <a:pt x="747528" y="220287"/>
                </a:lnTo>
                <a:lnTo>
                  <a:pt x="746668" y="219278"/>
                </a:lnTo>
                <a:lnTo>
                  <a:pt x="745991" y="216863"/>
                </a:lnTo>
                <a:lnTo>
                  <a:pt x="746098" y="216005"/>
                </a:lnTo>
                <a:lnTo>
                  <a:pt x="746937" y="214812"/>
                </a:lnTo>
                <a:lnTo>
                  <a:pt x="749389" y="214436"/>
                </a:lnTo>
                <a:lnTo>
                  <a:pt x="752686" y="215923"/>
                </a:lnTo>
                <a:close/>
                <a:moveTo>
                  <a:pt x="767019" y="226954"/>
                </a:moveTo>
                <a:lnTo>
                  <a:pt x="767868" y="227336"/>
                </a:lnTo>
                <a:lnTo>
                  <a:pt x="768265" y="227957"/>
                </a:lnTo>
                <a:lnTo>
                  <a:pt x="767747" y="229466"/>
                </a:lnTo>
                <a:lnTo>
                  <a:pt x="763231" y="232221"/>
                </a:lnTo>
                <a:lnTo>
                  <a:pt x="761084" y="232998"/>
                </a:lnTo>
                <a:lnTo>
                  <a:pt x="756598" y="231310"/>
                </a:lnTo>
                <a:lnTo>
                  <a:pt x="753908" y="229697"/>
                </a:lnTo>
                <a:lnTo>
                  <a:pt x="753034" y="228652"/>
                </a:lnTo>
                <a:lnTo>
                  <a:pt x="753513" y="227384"/>
                </a:lnTo>
                <a:lnTo>
                  <a:pt x="755250" y="226672"/>
                </a:lnTo>
                <a:lnTo>
                  <a:pt x="767019" y="226954"/>
                </a:lnTo>
                <a:close/>
                <a:moveTo>
                  <a:pt x="741070" y="227831"/>
                </a:moveTo>
                <a:lnTo>
                  <a:pt x="741857" y="228555"/>
                </a:lnTo>
                <a:lnTo>
                  <a:pt x="742146" y="229477"/>
                </a:lnTo>
                <a:lnTo>
                  <a:pt x="742227" y="232779"/>
                </a:lnTo>
                <a:lnTo>
                  <a:pt x="741534" y="237765"/>
                </a:lnTo>
                <a:lnTo>
                  <a:pt x="740384" y="239480"/>
                </a:lnTo>
                <a:lnTo>
                  <a:pt x="739297" y="239503"/>
                </a:lnTo>
                <a:lnTo>
                  <a:pt x="732217" y="235879"/>
                </a:lnTo>
                <a:lnTo>
                  <a:pt x="729765" y="234211"/>
                </a:lnTo>
                <a:lnTo>
                  <a:pt x="728602" y="232686"/>
                </a:lnTo>
                <a:lnTo>
                  <a:pt x="728781" y="231825"/>
                </a:lnTo>
                <a:lnTo>
                  <a:pt x="729957" y="231072"/>
                </a:lnTo>
                <a:lnTo>
                  <a:pt x="734750" y="229560"/>
                </a:lnTo>
                <a:lnTo>
                  <a:pt x="738906" y="227744"/>
                </a:lnTo>
                <a:lnTo>
                  <a:pt x="741070" y="227831"/>
                </a:lnTo>
                <a:close/>
                <a:moveTo>
                  <a:pt x="785780" y="229586"/>
                </a:moveTo>
                <a:lnTo>
                  <a:pt x="792548" y="232159"/>
                </a:lnTo>
                <a:lnTo>
                  <a:pt x="792967" y="233240"/>
                </a:lnTo>
                <a:lnTo>
                  <a:pt x="792383" y="234768"/>
                </a:lnTo>
                <a:lnTo>
                  <a:pt x="790926" y="236218"/>
                </a:lnTo>
                <a:lnTo>
                  <a:pt x="784161" y="239628"/>
                </a:lnTo>
                <a:lnTo>
                  <a:pt x="781638" y="240143"/>
                </a:lnTo>
                <a:lnTo>
                  <a:pt x="780135" y="239854"/>
                </a:lnTo>
                <a:lnTo>
                  <a:pt x="779584" y="239140"/>
                </a:lnTo>
                <a:lnTo>
                  <a:pt x="779265" y="235785"/>
                </a:lnTo>
                <a:lnTo>
                  <a:pt x="779424" y="231556"/>
                </a:lnTo>
                <a:lnTo>
                  <a:pt x="780014" y="229043"/>
                </a:lnTo>
                <a:lnTo>
                  <a:pt x="782114" y="228531"/>
                </a:lnTo>
                <a:lnTo>
                  <a:pt x="785780" y="229586"/>
                </a:lnTo>
                <a:close/>
                <a:moveTo>
                  <a:pt x="774415" y="232929"/>
                </a:moveTo>
                <a:lnTo>
                  <a:pt x="775298" y="235371"/>
                </a:lnTo>
                <a:lnTo>
                  <a:pt x="775174" y="239023"/>
                </a:lnTo>
                <a:lnTo>
                  <a:pt x="774534" y="239970"/>
                </a:lnTo>
                <a:lnTo>
                  <a:pt x="773387" y="240441"/>
                </a:lnTo>
                <a:lnTo>
                  <a:pt x="771233" y="240013"/>
                </a:lnTo>
                <a:lnTo>
                  <a:pt x="769755" y="239039"/>
                </a:lnTo>
                <a:lnTo>
                  <a:pt x="768439" y="237568"/>
                </a:lnTo>
                <a:lnTo>
                  <a:pt x="767798" y="236196"/>
                </a:lnTo>
                <a:lnTo>
                  <a:pt x="767938" y="235410"/>
                </a:lnTo>
                <a:lnTo>
                  <a:pt x="769057" y="234280"/>
                </a:lnTo>
                <a:lnTo>
                  <a:pt x="772408" y="232529"/>
                </a:lnTo>
                <a:lnTo>
                  <a:pt x="773469" y="232284"/>
                </a:lnTo>
                <a:lnTo>
                  <a:pt x="774415" y="232929"/>
                </a:lnTo>
                <a:close/>
                <a:moveTo>
                  <a:pt x="752143" y="234643"/>
                </a:moveTo>
                <a:lnTo>
                  <a:pt x="753044" y="235582"/>
                </a:lnTo>
                <a:lnTo>
                  <a:pt x="753262" y="236655"/>
                </a:lnTo>
                <a:lnTo>
                  <a:pt x="752789" y="237949"/>
                </a:lnTo>
                <a:lnTo>
                  <a:pt x="751648" y="239394"/>
                </a:lnTo>
                <a:lnTo>
                  <a:pt x="750726" y="240022"/>
                </a:lnTo>
                <a:lnTo>
                  <a:pt x="748811" y="240399"/>
                </a:lnTo>
                <a:lnTo>
                  <a:pt x="747149" y="239742"/>
                </a:lnTo>
                <a:lnTo>
                  <a:pt x="746543" y="239076"/>
                </a:lnTo>
                <a:lnTo>
                  <a:pt x="746042" y="237175"/>
                </a:lnTo>
                <a:lnTo>
                  <a:pt x="746530" y="235286"/>
                </a:lnTo>
                <a:lnTo>
                  <a:pt x="747374" y="234254"/>
                </a:lnTo>
                <a:lnTo>
                  <a:pt x="748523" y="233713"/>
                </a:lnTo>
                <a:lnTo>
                  <a:pt x="749888" y="233684"/>
                </a:lnTo>
                <a:lnTo>
                  <a:pt x="752143" y="234643"/>
                </a:lnTo>
                <a:close/>
                <a:moveTo>
                  <a:pt x="717628" y="237024"/>
                </a:moveTo>
                <a:lnTo>
                  <a:pt x="718154" y="237904"/>
                </a:lnTo>
                <a:lnTo>
                  <a:pt x="718230" y="238962"/>
                </a:lnTo>
                <a:lnTo>
                  <a:pt x="717628" y="240451"/>
                </a:lnTo>
                <a:lnTo>
                  <a:pt x="716866" y="241117"/>
                </a:lnTo>
                <a:lnTo>
                  <a:pt x="711178" y="241231"/>
                </a:lnTo>
                <a:lnTo>
                  <a:pt x="709477" y="240801"/>
                </a:lnTo>
                <a:lnTo>
                  <a:pt x="708734" y="240060"/>
                </a:lnTo>
                <a:lnTo>
                  <a:pt x="709199" y="238582"/>
                </a:lnTo>
                <a:lnTo>
                  <a:pt x="711028" y="237632"/>
                </a:lnTo>
                <a:lnTo>
                  <a:pt x="715531" y="236468"/>
                </a:lnTo>
                <a:lnTo>
                  <a:pt x="716802" y="236509"/>
                </a:lnTo>
                <a:lnTo>
                  <a:pt x="717628" y="237024"/>
                </a:lnTo>
                <a:close/>
                <a:moveTo>
                  <a:pt x="812732" y="238946"/>
                </a:moveTo>
                <a:lnTo>
                  <a:pt x="818523" y="241345"/>
                </a:lnTo>
                <a:lnTo>
                  <a:pt x="819555" y="242453"/>
                </a:lnTo>
                <a:lnTo>
                  <a:pt x="818916" y="243083"/>
                </a:lnTo>
                <a:lnTo>
                  <a:pt x="817229" y="243475"/>
                </a:lnTo>
                <a:lnTo>
                  <a:pt x="811013" y="243832"/>
                </a:lnTo>
                <a:lnTo>
                  <a:pt x="806506" y="243459"/>
                </a:lnTo>
                <a:lnTo>
                  <a:pt x="804918" y="241475"/>
                </a:lnTo>
                <a:lnTo>
                  <a:pt x="803957" y="238988"/>
                </a:lnTo>
                <a:lnTo>
                  <a:pt x="804392" y="237901"/>
                </a:lnTo>
                <a:lnTo>
                  <a:pt x="806527" y="237275"/>
                </a:lnTo>
                <a:lnTo>
                  <a:pt x="809970" y="237868"/>
                </a:lnTo>
                <a:lnTo>
                  <a:pt x="812732" y="238946"/>
                </a:lnTo>
                <a:close/>
                <a:moveTo>
                  <a:pt x="727406" y="238111"/>
                </a:moveTo>
                <a:lnTo>
                  <a:pt x="727874" y="239850"/>
                </a:lnTo>
                <a:lnTo>
                  <a:pt x="726843" y="241131"/>
                </a:lnTo>
                <a:lnTo>
                  <a:pt x="725381" y="240840"/>
                </a:lnTo>
                <a:lnTo>
                  <a:pt x="723766" y="239394"/>
                </a:lnTo>
                <a:lnTo>
                  <a:pt x="724015" y="238528"/>
                </a:lnTo>
                <a:lnTo>
                  <a:pt x="725191" y="237813"/>
                </a:lnTo>
                <a:lnTo>
                  <a:pt x="726638" y="237719"/>
                </a:lnTo>
                <a:lnTo>
                  <a:pt x="727406" y="238111"/>
                </a:lnTo>
                <a:close/>
                <a:moveTo>
                  <a:pt x="797689" y="238445"/>
                </a:moveTo>
                <a:lnTo>
                  <a:pt x="798516" y="239316"/>
                </a:lnTo>
                <a:lnTo>
                  <a:pt x="799091" y="241087"/>
                </a:lnTo>
                <a:lnTo>
                  <a:pt x="798943" y="242248"/>
                </a:lnTo>
                <a:lnTo>
                  <a:pt x="798198" y="243075"/>
                </a:lnTo>
                <a:lnTo>
                  <a:pt x="797109" y="243629"/>
                </a:lnTo>
                <a:lnTo>
                  <a:pt x="795126" y="243879"/>
                </a:lnTo>
                <a:lnTo>
                  <a:pt x="793771" y="243610"/>
                </a:lnTo>
                <a:lnTo>
                  <a:pt x="792168" y="242648"/>
                </a:lnTo>
                <a:lnTo>
                  <a:pt x="792540" y="241452"/>
                </a:lnTo>
                <a:lnTo>
                  <a:pt x="795901" y="238574"/>
                </a:lnTo>
                <a:lnTo>
                  <a:pt x="796761" y="238108"/>
                </a:lnTo>
                <a:lnTo>
                  <a:pt x="797689" y="238445"/>
                </a:lnTo>
                <a:close/>
                <a:moveTo>
                  <a:pt x="761962" y="241078"/>
                </a:moveTo>
                <a:lnTo>
                  <a:pt x="762459" y="241983"/>
                </a:lnTo>
                <a:lnTo>
                  <a:pt x="761478" y="242543"/>
                </a:lnTo>
                <a:lnTo>
                  <a:pt x="759204" y="242481"/>
                </a:lnTo>
                <a:lnTo>
                  <a:pt x="758518" y="241882"/>
                </a:lnTo>
                <a:lnTo>
                  <a:pt x="759051" y="240947"/>
                </a:lnTo>
                <a:lnTo>
                  <a:pt x="759920" y="240584"/>
                </a:lnTo>
                <a:lnTo>
                  <a:pt x="761962" y="241078"/>
                </a:lnTo>
                <a:close/>
                <a:moveTo>
                  <a:pt x="764846" y="248557"/>
                </a:moveTo>
                <a:lnTo>
                  <a:pt x="765008" y="249056"/>
                </a:lnTo>
                <a:lnTo>
                  <a:pt x="764552" y="249988"/>
                </a:lnTo>
                <a:lnTo>
                  <a:pt x="761679" y="251136"/>
                </a:lnTo>
                <a:lnTo>
                  <a:pt x="759121" y="250855"/>
                </a:lnTo>
                <a:lnTo>
                  <a:pt x="757399" y="249820"/>
                </a:lnTo>
                <a:lnTo>
                  <a:pt x="757012" y="249060"/>
                </a:lnTo>
                <a:lnTo>
                  <a:pt x="757832" y="248042"/>
                </a:lnTo>
                <a:lnTo>
                  <a:pt x="760249" y="247661"/>
                </a:lnTo>
                <a:lnTo>
                  <a:pt x="763126" y="247853"/>
                </a:lnTo>
                <a:lnTo>
                  <a:pt x="764846" y="248557"/>
                </a:lnTo>
                <a:close/>
                <a:moveTo>
                  <a:pt x="774540" y="250187"/>
                </a:moveTo>
                <a:lnTo>
                  <a:pt x="775296" y="252732"/>
                </a:lnTo>
                <a:lnTo>
                  <a:pt x="775285" y="257751"/>
                </a:lnTo>
                <a:lnTo>
                  <a:pt x="774540" y="260006"/>
                </a:lnTo>
                <a:lnTo>
                  <a:pt x="773297" y="260538"/>
                </a:lnTo>
                <a:lnTo>
                  <a:pt x="767045" y="256501"/>
                </a:lnTo>
                <a:lnTo>
                  <a:pt x="766641" y="256024"/>
                </a:lnTo>
                <a:lnTo>
                  <a:pt x="766512" y="254826"/>
                </a:lnTo>
                <a:lnTo>
                  <a:pt x="767871" y="252687"/>
                </a:lnTo>
                <a:lnTo>
                  <a:pt x="770863" y="250563"/>
                </a:lnTo>
                <a:lnTo>
                  <a:pt x="773422" y="249419"/>
                </a:lnTo>
                <a:lnTo>
                  <a:pt x="774540" y="250187"/>
                </a:lnTo>
                <a:close/>
                <a:moveTo>
                  <a:pt x="752018" y="251023"/>
                </a:moveTo>
                <a:lnTo>
                  <a:pt x="754463" y="253577"/>
                </a:lnTo>
                <a:lnTo>
                  <a:pt x="755026" y="254989"/>
                </a:lnTo>
                <a:lnTo>
                  <a:pt x="754821" y="256042"/>
                </a:lnTo>
                <a:lnTo>
                  <a:pt x="753057" y="257459"/>
                </a:lnTo>
                <a:lnTo>
                  <a:pt x="749230" y="259598"/>
                </a:lnTo>
                <a:lnTo>
                  <a:pt x="747449" y="260135"/>
                </a:lnTo>
                <a:lnTo>
                  <a:pt x="746255" y="259909"/>
                </a:lnTo>
                <a:lnTo>
                  <a:pt x="745638" y="258626"/>
                </a:lnTo>
                <a:lnTo>
                  <a:pt x="745477" y="254317"/>
                </a:lnTo>
                <a:lnTo>
                  <a:pt x="745778" y="251318"/>
                </a:lnTo>
                <a:lnTo>
                  <a:pt x="746460" y="249644"/>
                </a:lnTo>
                <a:lnTo>
                  <a:pt x="749605" y="250084"/>
                </a:lnTo>
                <a:lnTo>
                  <a:pt x="752018" y="251023"/>
                </a:lnTo>
                <a:close/>
                <a:moveTo>
                  <a:pt x="765055" y="259839"/>
                </a:moveTo>
                <a:lnTo>
                  <a:pt x="767447" y="262356"/>
                </a:lnTo>
                <a:lnTo>
                  <a:pt x="767436" y="262702"/>
                </a:lnTo>
                <a:lnTo>
                  <a:pt x="766641" y="263152"/>
                </a:lnTo>
                <a:lnTo>
                  <a:pt x="759682" y="263422"/>
                </a:lnTo>
                <a:lnTo>
                  <a:pt x="757309" y="263094"/>
                </a:lnTo>
                <a:lnTo>
                  <a:pt x="756201" y="262383"/>
                </a:lnTo>
                <a:lnTo>
                  <a:pt x="756090" y="261863"/>
                </a:lnTo>
                <a:lnTo>
                  <a:pt x="756685" y="260453"/>
                </a:lnTo>
                <a:lnTo>
                  <a:pt x="758870" y="257666"/>
                </a:lnTo>
                <a:lnTo>
                  <a:pt x="762269" y="257890"/>
                </a:lnTo>
                <a:lnTo>
                  <a:pt x="765055" y="259839"/>
                </a:lnTo>
                <a:close/>
                <a:moveTo>
                  <a:pt x="764595" y="268196"/>
                </a:moveTo>
                <a:lnTo>
                  <a:pt x="765161" y="269139"/>
                </a:lnTo>
                <a:lnTo>
                  <a:pt x="764562" y="270050"/>
                </a:lnTo>
                <a:lnTo>
                  <a:pt x="760082" y="271623"/>
                </a:lnTo>
                <a:lnTo>
                  <a:pt x="757256" y="270171"/>
                </a:lnTo>
                <a:lnTo>
                  <a:pt x="756345" y="269133"/>
                </a:lnTo>
                <a:lnTo>
                  <a:pt x="756823" y="268280"/>
                </a:lnTo>
                <a:lnTo>
                  <a:pt x="758954" y="267664"/>
                </a:lnTo>
                <a:lnTo>
                  <a:pt x="762674" y="267627"/>
                </a:lnTo>
                <a:lnTo>
                  <a:pt x="764595" y="268196"/>
                </a:lnTo>
                <a:close/>
                <a:moveTo>
                  <a:pt x="751056" y="270954"/>
                </a:moveTo>
                <a:lnTo>
                  <a:pt x="752413" y="271773"/>
                </a:lnTo>
                <a:lnTo>
                  <a:pt x="754018" y="273404"/>
                </a:lnTo>
                <a:lnTo>
                  <a:pt x="754799" y="275091"/>
                </a:lnTo>
                <a:lnTo>
                  <a:pt x="754692" y="276010"/>
                </a:lnTo>
                <a:lnTo>
                  <a:pt x="753627" y="276947"/>
                </a:lnTo>
                <a:lnTo>
                  <a:pt x="750884" y="277666"/>
                </a:lnTo>
                <a:lnTo>
                  <a:pt x="747904" y="277449"/>
                </a:lnTo>
                <a:lnTo>
                  <a:pt x="746418" y="276721"/>
                </a:lnTo>
                <a:lnTo>
                  <a:pt x="745588" y="275767"/>
                </a:lnTo>
                <a:lnTo>
                  <a:pt x="745311" y="274444"/>
                </a:lnTo>
                <a:lnTo>
                  <a:pt x="745497" y="271465"/>
                </a:lnTo>
                <a:lnTo>
                  <a:pt x="746080" y="270310"/>
                </a:lnTo>
                <a:lnTo>
                  <a:pt x="747873" y="269904"/>
                </a:lnTo>
                <a:lnTo>
                  <a:pt x="751056" y="270954"/>
                </a:lnTo>
                <a:close/>
                <a:moveTo>
                  <a:pt x="775125" y="271706"/>
                </a:moveTo>
                <a:lnTo>
                  <a:pt x="775514" y="274260"/>
                </a:lnTo>
                <a:lnTo>
                  <a:pt x="775310" y="277135"/>
                </a:lnTo>
                <a:lnTo>
                  <a:pt x="774786" y="278490"/>
                </a:lnTo>
                <a:lnTo>
                  <a:pt x="773903" y="279186"/>
                </a:lnTo>
                <a:lnTo>
                  <a:pt x="772170" y="279079"/>
                </a:lnTo>
                <a:lnTo>
                  <a:pt x="768087" y="276893"/>
                </a:lnTo>
                <a:lnTo>
                  <a:pt x="767113" y="275890"/>
                </a:lnTo>
                <a:lnTo>
                  <a:pt x="767057" y="275090"/>
                </a:lnTo>
                <a:lnTo>
                  <a:pt x="767812" y="273545"/>
                </a:lnTo>
                <a:lnTo>
                  <a:pt x="770962" y="270892"/>
                </a:lnTo>
                <a:lnTo>
                  <a:pt x="773527" y="270129"/>
                </a:lnTo>
                <a:lnTo>
                  <a:pt x="774353" y="270560"/>
                </a:lnTo>
                <a:lnTo>
                  <a:pt x="775125" y="271706"/>
                </a:lnTo>
                <a:close/>
                <a:moveTo>
                  <a:pt x="740861" y="271456"/>
                </a:moveTo>
                <a:lnTo>
                  <a:pt x="741605" y="272872"/>
                </a:lnTo>
                <a:lnTo>
                  <a:pt x="741670" y="274621"/>
                </a:lnTo>
                <a:lnTo>
                  <a:pt x="741076" y="276220"/>
                </a:lnTo>
                <a:lnTo>
                  <a:pt x="739774" y="277598"/>
                </a:lnTo>
                <a:lnTo>
                  <a:pt x="727249" y="278063"/>
                </a:lnTo>
                <a:lnTo>
                  <a:pt x="725924" y="277866"/>
                </a:lnTo>
                <a:lnTo>
                  <a:pt x="724857" y="276930"/>
                </a:lnTo>
                <a:lnTo>
                  <a:pt x="725689" y="275710"/>
                </a:lnTo>
                <a:lnTo>
                  <a:pt x="726711" y="274971"/>
                </a:lnTo>
                <a:lnTo>
                  <a:pt x="732569" y="273140"/>
                </a:lnTo>
                <a:lnTo>
                  <a:pt x="737249" y="271100"/>
                </a:lnTo>
                <a:lnTo>
                  <a:pt x="739165" y="270702"/>
                </a:lnTo>
                <a:lnTo>
                  <a:pt x="740861" y="271456"/>
                </a:lnTo>
                <a:close/>
                <a:moveTo>
                  <a:pt x="785989" y="271915"/>
                </a:moveTo>
                <a:lnTo>
                  <a:pt x="798078" y="278229"/>
                </a:lnTo>
                <a:lnTo>
                  <a:pt x="799058" y="279045"/>
                </a:lnTo>
                <a:lnTo>
                  <a:pt x="799138" y="280154"/>
                </a:lnTo>
                <a:lnTo>
                  <a:pt x="797750" y="280849"/>
                </a:lnTo>
                <a:lnTo>
                  <a:pt x="790836" y="280816"/>
                </a:lnTo>
                <a:lnTo>
                  <a:pt x="783508" y="280297"/>
                </a:lnTo>
                <a:lnTo>
                  <a:pt x="781049" y="279483"/>
                </a:lnTo>
                <a:lnTo>
                  <a:pt x="780224" y="278573"/>
                </a:lnTo>
                <a:lnTo>
                  <a:pt x="779530" y="276589"/>
                </a:lnTo>
                <a:lnTo>
                  <a:pt x="779338" y="273425"/>
                </a:lnTo>
                <a:lnTo>
                  <a:pt x="779735" y="271625"/>
                </a:lnTo>
                <a:lnTo>
                  <a:pt x="780359" y="270982"/>
                </a:lnTo>
                <a:lnTo>
                  <a:pt x="781988" y="270583"/>
                </a:lnTo>
                <a:lnTo>
                  <a:pt x="784000" y="270914"/>
                </a:lnTo>
                <a:lnTo>
                  <a:pt x="785989" y="271915"/>
                </a:lnTo>
                <a:close/>
                <a:moveTo>
                  <a:pt x="763049" y="285663"/>
                </a:moveTo>
                <a:lnTo>
                  <a:pt x="763796" y="286755"/>
                </a:lnTo>
                <a:lnTo>
                  <a:pt x="762756" y="288128"/>
                </a:lnTo>
                <a:lnTo>
                  <a:pt x="761023" y="288936"/>
                </a:lnTo>
                <a:lnTo>
                  <a:pt x="760040" y="288823"/>
                </a:lnTo>
                <a:lnTo>
                  <a:pt x="759298" y="288234"/>
                </a:lnTo>
                <a:lnTo>
                  <a:pt x="758829" y="286540"/>
                </a:lnTo>
                <a:lnTo>
                  <a:pt x="759432" y="285677"/>
                </a:lnTo>
                <a:lnTo>
                  <a:pt x="761419" y="285263"/>
                </a:lnTo>
                <a:lnTo>
                  <a:pt x="763049" y="285663"/>
                </a:lnTo>
                <a:close/>
                <a:moveTo>
                  <a:pt x="749218" y="287752"/>
                </a:moveTo>
                <a:lnTo>
                  <a:pt x="753860" y="290796"/>
                </a:lnTo>
                <a:lnTo>
                  <a:pt x="754553" y="292638"/>
                </a:lnTo>
                <a:lnTo>
                  <a:pt x="753727" y="293719"/>
                </a:lnTo>
                <a:lnTo>
                  <a:pt x="748474" y="296803"/>
                </a:lnTo>
                <a:lnTo>
                  <a:pt x="746154" y="297185"/>
                </a:lnTo>
                <a:lnTo>
                  <a:pt x="745238" y="296307"/>
                </a:lnTo>
                <a:lnTo>
                  <a:pt x="744804" y="294494"/>
                </a:lnTo>
                <a:lnTo>
                  <a:pt x="745333" y="288464"/>
                </a:lnTo>
                <a:lnTo>
                  <a:pt x="746416" y="287092"/>
                </a:lnTo>
                <a:lnTo>
                  <a:pt x="747590" y="287098"/>
                </a:lnTo>
                <a:lnTo>
                  <a:pt x="749218" y="287752"/>
                </a:lnTo>
                <a:close/>
                <a:moveTo>
                  <a:pt x="776170" y="288337"/>
                </a:moveTo>
                <a:lnTo>
                  <a:pt x="777368" y="290168"/>
                </a:lnTo>
                <a:lnTo>
                  <a:pt x="777955" y="292321"/>
                </a:lnTo>
                <a:lnTo>
                  <a:pt x="777688" y="295240"/>
                </a:lnTo>
                <a:lnTo>
                  <a:pt x="776745" y="296367"/>
                </a:lnTo>
                <a:lnTo>
                  <a:pt x="775580" y="296457"/>
                </a:lnTo>
                <a:lnTo>
                  <a:pt x="773214" y="295590"/>
                </a:lnTo>
                <a:lnTo>
                  <a:pt x="769605" y="293762"/>
                </a:lnTo>
                <a:lnTo>
                  <a:pt x="768245" y="292679"/>
                </a:lnTo>
                <a:lnTo>
                  <a:pt x="768141" y="291577"/>
                </a:lnTo>
                <a:lnTo>
                  <a:pt x="768885" y="290244"/>
                </a:lnTo>
                <a:lnTo>
                  <a:pt x="771757" y="287915"/>
                </a:lnTo>
                <a:lnTo>
                  <a:pt x="774164" y="287332"/>
                </a:lnTo>
                <a:lnTo>
                  <a:pt x="776170" y="288337"/>
                </a:lnTo>
                <a:close/>
                <a:moveTo>
                  <a:pt x="764428" y="296778"/>
                </a:moveTo>
                <a:lnTo>
                  <a:pt x="771105" y="300871"/>
                </a:lnTo>
                <a:lnTo>
                  <a:pt x="772367" y="302043"/>
                </a:lnTo>
                <a:lnTo>
                  <a:pt x="772564" y="302783"/>
                </a:lnTo>
                <a:lnTo>
                  <a:pt x="772007" y="304117"/>
                </a:lnTo>
                <a:lnTo>
                  <a:pt x="770446" y="305687"/>
                </a:lnTo>
                <a:lnTo>
                  <a:pt x="764959" y="309756"/>
                </a:lnTo>
                <a:lnTo>
                  <a:pt x="762795" y="310864"/>
                </a:lnTo>
                <a:lnTo>
                  <a:pt x="760479" y="311381"/>
                </a:lnTo>
                <a:lnTo>
                  <a:pt x="757985" y="310668"/>
                </a:lnTo>
                <a:lnTo>
                  <a:pt x="751694" y="306266"/>
                </a:lnTo>
                <a:lnTo>
                  <a:pt x="748648" y="302878"/>
                </a:lnTo>
                <a:lnTo>
                  <a:pt x="748643" y="302044"/>
                </a:lnTo>
                <a:lnTo>
                  <a:pt x="749683" y="300946"/>
                </a:lnTo>
                <a:lnTo>
                  <a:pt x="759523" y="295570"/>
                </a:lnTo>
                <a:lnTo>
                  <a:pt x="760939" y="295371"/>
                </a:lnTo>
                <a:lnTo>
                  <a:pt x="764428" y="296778"/>
                </a:lnTo>
                <a:close/>
                <a:moveTo>
                  <a:pt x="746836" y="307851"/>
                </a:moveTo>
                <a:lnTo>
                  <a:pt x="753416" y="312555"/>
                </a:lnTo>
                <a:lnTo>
                  <a:pt x="754820" y="314597"/>
                </a:lnTo>
                <a:lnTo>
                  <a:pt x="754942" y="315874"/>
                </a:lnTo>
                <a:lnTo>
                  <a:pt x="744726" y="323354"/>
                </a:lnTo>
                <a:lnTo>
                  <a:pt x="740652" y="324941"/>
                </a:lnTo>
                <a:lnTo>
                  <a:pt x="739466" y="323397"/>
                </a:lnTo>
                <a:lnTo>
                  <a:pt x="739242" y="322293"/>
                </a:lnTo>
                <a:lnTo>
                  <a:pt x="741085" y="315942"/>
                </a:lnTo>
                <a:lnTo>
                  <a:pt x="742333" y="308827"/>
                </a:lnTo>
                <a:lnTo>
                  <a:pt x="743493" y="307501"/>
                </a:lnTo>
                <a:lnTo>
                  <a:pt x="744959" y="307415"/>
                </a:lnTo>
                <a:lnTo>
                  <a:pt x="746836" y="307851"/>
                </a:lnTo>
                <a:close/>
                <a:moveTo>
                  <a:pt x="778175" y="308144"/>
                </a:moveTo>
                <a:lnTo>
                  <a:pt x="779908" y="311986"/>
                </a:lnTo>
                <a:lnTo>
                  <a:pt x="781427" y="319006"/>
                </a:lnTo>
                <a:lnTo>
                  <a:pt x="781697" y="323716"/>
                </a:lnTo>
                <a:lnTo>
                  <a:pt x="781456" y="324581"/>
                </a:lnTo>
                <a:lnTo>
                  <a:pt x="780459" y="325290"/>
                </a:lnTo>
                <a:lnTo>
                  <a:pt x="778756" y="324681"/>
                </a:lnTo>
                <a:lnTo>
                  <a:pt x="769144" y="317993"/>
                </a:lnTo>
                <a:lnTo>
                  <a:pt x="766768" y="315749"/>
                </a:lnTo>
                <a:lnTo>
                  <a:pt x="769169" y="312839"/>
                </a:lnTo>
                <a:lnTo>
                  <a:pt x="775498" y="307742"/>
                </a:lnTo>
                <a:lnTo>
                  <a:pt x="776893" y="307442"/>
                </a:lnTo>
                <a:lnTo>
                  <a:pt x="778175" y="308144"/>
                </a:lnTo>
                <a:close/>
                <a:moveTo>
                  <a:pt x="765013" y="320303"/>
                </a:moveTo>
                <a:lnTo>
                  <a:pt x="773889" y="326438"/>
                </a:lnTo>
                <a:lnTo>
                  <a:pt x="777380" y="328140"/>
                </a:lnTo>
                <a:lnTo>
                  <a:pt x="777868" y="328890"/>
                </a:lnTo>
                <a:lnTo>
                  <a:pt x="777975" y="330486"/>
                </a:lnTo>
                <a:lnTo>
                  <a:pt x="777486" y="331753"/>
                </a:lnTo>
                <a:lnTo>
                  <a:pt x="776275" y="332839"/>
                </a:lnTo>
                <a:lnTo>
                  <a:pt x="772398" y="335099"/>
                </a:lnTo>
                <a:lnTo>
                  <a:pt x="764935" y="340388"/>
                </a:lnTo>
                <a:lnTo>
                  <a:pt x="762349" y="340921"/>
                </a:lnTo>
                <a:lnTo>
                  <a:pt x="760028" y="339977"/>
                </a:lnTo>
                <a:lnTo>
                  <a:pt x="750328" y="333252"/>
                </a:lnTo>
                <a:lnTo>
                  <a:pt x="748115" y="330916"/>
                </a:lnTo>
                <a:lnTo>
                  <a:pt x="747857" y="329528"/>
                </a:lnTo>
                <a:lnTo>
                  <a:pt x="749273" y="327513"/>
                </a:lnTo>
                <a:lnTo>
                  <a:pt x="759779" y="319812"/>
                </a:lnTo>
                <a:lnTo>
                  <a:pt x="761879" y="319091"/>
                </a:lnTo>
                <a:lnTo>
                  <a:pt x="765013" y="320303"/>
                </a:lnTo>
                <a:close/>
                <a:moveTo>
                  <a:pt x="742198" y="335304"/>
                </a:moveTo>
                <a:lnTo>
                  <a:pt x="752613" y="342705"/>
                </a:lnTo>
                <a:lnTo>
                  <a:pt x="754650" y="344602"/>
                </a:lnTo>
                <a:lnTo>
                  <a:pt x="755103" y="345977"/>
                </a:lnTo>
                <a:lnTo>
                  <a:pt x="753355" y="347798"/>
                </a:lnTo>
                <a:lnTo>
                  <a:pt x="738929" y="357369"/>
                </a:lnTo>
                <a:lnTo>
                  <a:pt x="736142" y="358343"/>
                </a:lnTo>
                <a:lnTo>
                  <a:pt x="735149" y="357426"/>
                </a:lnTo>
                <a:lnTo>
                  <a:pt x="734807" y="353548"/>
                </a:lnTo>
                <a:lnTo>
                  <a:pt x="735964" y="343600"/>
                </a:lnTo>
                <a:lnTo>
                  <a:pt x="737060" y="338339"/>
                </a:lnTo>
                <a:lnTo>
                  <a:pt x="738359" y="335385"/>
                </a:lnTo>
                <a:lnTo>
                  <a:pt x="739500" y="334375"/>
                </a:lnTo>
                <a:lnTo>
                  <a:pt x="740672" y="334258"/>
                </a:lnTo>
                <a:lnTo>
                  <a:pt x="742198" y="335304"/>
                </a:lnTo>
                <a:close/>
                <a:moveTo>
                  <a:pt x="783816" y="335555"/>
                </a:moveTo>
                <a:lnTo>
                  <a:pt x="784453" y="337193"/>
                </a:lnTo>
                <a:lnTo>
                  <a:pt x="785627" y="348205"/>
                </a:lnTo>
                <a:lnTo>
                  <a:pt x="787034" y="354985"/>
                </a:lnTo>
                <a:lnTo>
                  <a:pt x="786578" y="356595"/>
                </a:lnTo>
                <a:lnTo>
                  <a:pt x="785382" y="357132"/>
                </a:lnTo>
                <a:lnTo>
                  <a:pt x="782674" y="356316"/>
                </a:lnTo>
                <a:lnTo>
                  <a:pt x="770227" y="347416"/>
                </a:lnTo>
                <a:lnTo>
                  <a:pt x="768822" y="346098"/>
                </a:lnTo>
                <a:lnTo>
                  <a:pt x="768556" y="345328"/>
                </a:lnTo>
                <a:lnTo>
                  <a:pt x="768952" y="343812"/>
                </a:lnTo>
                <a:lnTo>
                  <a:pt x="770282" y="342202"/>
                </a:lnTo>
                <a:lnTo>
                  <a:pt x="777042" y="337728"/>
                </a:lnTo>
                <a:lnTo>
                  <a:pt x="780345" y="334885"/>
                </a:lnTo>
                <a:lnTo>
                  <a:pt x="781936" y="334719"/>
                </a:lnTo>
                <a:lnTo>
                  <a:pt x="783816" y="335555"/>
                </a:lnTo>
                <a:close/>
                <a:moveTo>
                  <a:pt x="764052" y="350347"/>
                </a:moveTo>
                <a:lnTo>
                  <a:pt x="781384" y="362120"/>
                </a:lnTo>
                <a:lnTo>
                  <a:pt x="781576" y="362771"/>
                </a:lnTo>
                <a:lnTo>
                  <a:pt x="781031" y="363787"/>
                </a:lnTo>
                <a:lnTo>
                  <a:pt x="777573" y="366608"/>
                </a:lnTo>
                <a:lnTo>
                  <a:pt x="763125" y="373403"/>
                </a:lnTo>
                <a:lnTo>
                  <a:pt x="759777" y="373874"/>
                </a:lnTo>
                <a:lnTo>
                  <a:pt x="757238" y="373122"/>
                </a:lnTo>
                <a:lnTo>
                  <a:pt x="745848" y="367086"/>
                </a:lnTo>
                <a:lnTo>
                  <a:pt x="743580" y="365614"/>
                </a:lnTo>
                <a:lnTo>
                  <a:pt x="741574" y="363714"/>
                </a:lnTo>
                <a:lnTo>
                  <a:pt x="741319" y="362784"/>
                </a:lnTo>
                <a:lnTo>
                  <a:pt x="742438" y="361525"/>
                </a:lnTo>
                <a:lnTo>
                  <a:pt x="757888" y="350651"/>
                </a:lnTo>
                <a:lnTo>
                  <a:pt x="760970" y="349500"/>
                </a:lnTo>
                <a:lnTo>
                  <a:pt x="764052" y="350347"/>
                </a:lnTo>
                <a:close/>
                <a:moveTo>
                  <a:pt x="787703" y="367814"/>
                </a:moveTo>
                <a:lnTo>
                  <a:pt x="788372" y="369922"/>
                </a:lnTo>
                <a:lnTo>
                  <a:pt x="789614" y="379268"/>
                </a:lnTo>
                <a:lnTo>
                  <a:pt x="790959" y="385323"/>
                </a:lnTo>
                <a:lnTo>
                  <a:pt x="790720" y="387803"/>
                </a:lnTo>
                <a:lnTo>
                  <a:pt x="789728" y="389186"/>
                </a:lnTo>
                <a:lnTo>
                  <a:pt x="788297" y="389072"/>
                </a:lnTo>
                <a:lnTo>
                  <a:pt x="785655" y="387928"/>
                </a:lnTo>
                <a:lnTo>
                  <a:pt x="770547" y="380229"/>
                </a:lnTo>
                <a:lnTo>
                  <a:pt x="768883" y="378985"/>
                </a:lnTo>
                <a:lnTo>
                  <a:pt x="768467" y="376889"/>
                </a:lnTo>
                <a:lnTo>
                  <a:pt x="768922" y="375786"/>
                </a:lnTo>
                <a:lnTo>
                  <a:pt x="769595" y="375214"/>
                </a:lnTo>
                <a:lnTo>
                  <a:pt x="773880" y="373568"/>
                </a:lnTo>
                <a:lnTo>
                  <a:pt x="781021" y="369891"/>
                </a:lnTo>
                <a:lnTo>
                  <a:pt x="784700" y="367549"/>
                </a:lnTo>
                <a:lnTo>
                  <a:pt x="786470" y="367233"/>
                </a:lnTo>
                <a:lnTo>
                  <a:pt x="787703" y="367814"/>
                </a:lnTo>
                <a:close/>
                <a:moveTo>
                  <a:pt x="738771" y="369067"/>
                </a:moveTo>
                <a:lnTo>
                  <a:pt x="750080" y="375357"/>
                </a:lnTo>
                <a:lnTo>
                  <a:pt x="751134" y="376469"/>
                </a:lnTo>
                <a:lnTo>
                  <a:pt x="751147" y="377776"/>
                </a:lnTo>
                <a:lnTo>
                  <a:pt x="750315" y="379106"/>
                </a:lnTo>
                <a:lnTo>
                  <a:pt x="748692" y="380189"/>
                </a:lnTo>
                <a:lnTo>
                  <a:pt x="743670" y="382051"/>
                </a:lnTo>
                <a:lnTo>
                  <a:pt x="734260" y="386834"/>
                </a:lnTo>
                <a:lnTo>
                  <a:pt x="732128" y="387061"/>
                </a:lnTo>
                <a:lnTo>
                  <a:pt x="731246" y="386080"/>
                </a:lnTo>
                <a:lnTo>
                  <a:pt x="731083" y="384904"/>
                </a:lnTo>
                <a:lnTo>
                  <a:pt x="731877" y="374980"/>
                </a:lnTo>
                <a:lnTo>
                  <a:pt x="732921" y="368190"/>
                </a:lnTo>
                <a:lnTo>
                  <a:pt x="733670" y="367691"/>
                </a:lnTo>
                <a:lnTo>
                  <a:pt x="735314" y="367594"/>
                </a:lnTo>
                <a:lnTo>
                  <a:pt x="738771" y="369067"/>
                </a:lnTo>
                <a:close/>
                <a:moveTo>
                  <a:pt x="763216" y="382564"/>
                </a:moveTo>
                <a:lnTo>
                  <a:pt x="780653" y="392149"/>
                </a:lnTo>
                <a:lnTo>
                  <a:pt x="781816" y="393178"/>
                </a:lnTo>
                <a:lnTo>
                  <a:pt x="782216" y="395008"/>
                </a:lnTo>
                <a:lnTo>
                  <a:pt x="781971" y="396156"/>
                </a:lnTo>
                <a:lnTo>
                  <a:pt x="781027" y="397173"/>
                </a:lnTo>
                <a:lnTo>
                  <a:pt x="763404" y="410254"/>
                </a:lnTo>
                <a:lnTo>
                  <a:pt x="761773" y="411171"/>
                </a:lnTo>
                <a:lnTo>
                  <a:pt x="760207" y="411286"/>
                </a:lnTo>
                <a:lnTo>
                  <a:pt x="757268" y="409813"/>
                </a:lnTo>
                <a:lnTo>
                  <a:pt x="742775" y="398616"/>
                </a:lnTo>
                <a:lnTo>
                  <a:pt x="738479" y="394948"/>
                </a:lnTo>
                <a:lnTo>
                  <a:pt x="737161" y="392939"/>
                </a:lnTo>
                <a:lnTo>
                  <a:pt x="737476" y="392049"/>
                </a:lnTo>
                <a:lnTo>
                  <a:pt x="738657" y="391241"/>
                </a:lnTo>
                <a:lnTo>
                  <a:pt x="753649" y="383706"/>
                </a:lnTo>
                <a:lnTo>
                  <a:pt x="757179" y="381542"/>
                </a:lnTo>
                <a:lnTo>
                  <a:pt x="760097" y="381203"/>
                </a:lnTo>
                <a:lnTo>
                  <a:pt x="763216" y="382564"/>
                </a:lnTo>
                <a:close/>
                <a:moveTo>
                  <a:pt x="735429" y="400657"/>
                </a:moveTo>
                <a:lnTo>
                  <a:pt x="751665" y="412658"/>
                </a:lnTo>
                <a:lnTo>
                  <a:pt x="753590" y="414454"/>
                </a:lnTo>
                <a:lnTo>
                  <a:pt x="754232" y="415825"/>
                </a:lnTo>
                <a:lnTo>
                  <a:pt x="753419" y="417122"/>
                </a:lnTo>
                <a:lnTo>
                  <a:pt x="750696" y="419541"/>
                </a:lnTo>
                <a:lnTo>
                  <a:pt x="746047" y="422590"/>
                </a:lnTo>
                <a:lnTo>
                  <a:pt x="727314" y="436520"/>
                </a:lnTo>
                <a:lnTo>
                  <a:pt x="726005" y="436760"/>
                </a:lnTo>
                <a:lnTo>
                  <a:pt x="724859" y="436004"/>
                </a:lnTo>
                <a:lnTo>
                  <a:pt x="724716" y="433352"/>
                </a:lnTo>
                <a:lnTo>
                  <a:pt x="728733" y="400648"/>
                </a:lnTo>
                <a:lnTo>
                  <a:pt x="729469" y="398593"/>
                </a:lnTo>
                <a:lnTo>
                  <a:pt x="730693" y="397981"/>
                </a:lnTo>
                <a:lnTo>
                  <a:pt x="732612" y="398704"/>
                </a:lnTo>
                <a:lnTo>
                  <a:pt x="735429" y="400657"/>
                </a:lnTo>
                <a:close/>
                <a:moveTo>
                  <a:pt x="791714" y="401117"/>
                </a:moveTo>
                <a:lnTo>
                  <a:pt x="792479" y="404662"/>
                </a:lnTo>
                <a:lnTo>
                  <a:pt x="794486" y="422211"/>
                </a:lnTo>
                <a:lnTo>
                  <a:pt x="795370" y="434275"/>
                </a:lnTo>
                <a:lnTo>
                  <a:pt x="795262" y="436232"/>
                </a:lnTo>
                <a:lnTo>
                  <a:pt x="794634" y="437272"/>
                </a:lnTo>
                <a:lnTo>
                  <a:pt x="794129" y="437443"/>
                </a:lnTo>
                <a:lnTo>
                  <a:pt x="791872" y="436538"/>
                </a:lnTo>
                <a:lnTo>
                  <a:pt x="771604" y="420671"/>
                </a:lnTo>
                <a:lnTo>
                  <a:pt x="768360" y="417758"/>
                </a:lnTo>
                <a:lnTo>
                  <a:pt x="767186" y="415993"/>
                </a:lnTo>
                <a:lnTo>
                  <a:pt x="768684" y="414290"/>
                </a:lnTo>
                <a:lnTo>
                  <a:pt x="773418" y="410662"/>
                </a:lnTo>
                <a:lnTo>
                  <a:pt x="787590" y="400732"/>
                </a:lnTo>
                <a:lnTo>
                  <a:pt x="790460" y="399613"/>
                </a:lnTo>
                <a:lnTo>
                  <a:pt x="791714" y="401117"/>
                </a:lnTo>
                <a:close/>
                <a:moveTo>
                  <a:pt x="257818" y="129217"/>
                </a:moveTo>
                <a:lnTo>
                  <a:pt x="255002" y="130667"/>
                </a:lnTo>
                <a:lnTo>
                  <a:pt x="252078" y="133291"/>
                </a:lnTo>
                <a:lnTo>
                  <a:pt x="248055" y="134610"/>
                </a:lnTo>
                <a:lnTo>
                  <a:pt x="245480" y="136182"/>
                </a:lnTo>
                <a:lnTo>
                  <a:pt x="237545" y="146505"/>
                </a:lnTo>
                <a:lnTo>
                  <a:pt x="236665" y="148130"/>
                </a:lnTo>
                <a:lnTo>
                  <a:pt x="236529" y="149708"/>
                </a:lnTo>
                <a:lnTo>
                  <a:pt x="239663" y="160521"/>
                </a:lnTo>
                <a:lnTo>
                  <a:pt x="239611" y="162296"/>
                </a:lnTo>
                <a:lnTo>
                  <a:pt x="232992" y="170308"/>
                </a:lnTo>
                <a:lnTo>
                  <a:pt x="229266" y="177595"/>
                </a:lnTo>
                <a:lnTo>
                  <a:pt x="228101" y="178414"/>
                </a:lnTo>
                <a:lnTo>
                  <a:pt x="224903" y="178596"/>
                </a:lnTo>
                <a:lnTo>
                  <a:pt x="222116" y="180219"/>
                </a:lnTo>
                <a:lnTo>
                  <a:pt x="217583" y="185320"/>
                </a:lnTo>
                <a:lnTo>
                  <a:pt x="216169" y="188692"/>
                </a:lnTo>
                <a:lnTo>
                  <a:pt x="216114" y="190337"/>
                </a:lnTo>
                <a:lnTo>
                  <a:pt x="217187" y="193222"/>
                </a:lnTo>
                <a:lnTo>
                  <a:pt x="222210" y="201834"/>
                </a:lnTo>
                <a:lnTo>
                  <a:pt x="221828" y="202737"/>
                </a:lnTo>
                <a:lnTo>
                  <a:pt x="219155" y="204923"/>
                </a:lnTo>
                <a:lnTo>
                  <a:pt x="218054" y="206651"/>
                </a:lnTo>
                <a:lnTo>
                  <a:pt x="217888" y="208572"/>
                </a:lnTo>
                <a:lnTo>
                  <a:pt x="218879" y="212710"/>
                </a:lnTo>
                <a:lnTo>
                  <a:pt x="217272" y="217690"/>
                </a:lnTo>
                <a:lnTo>
                  <a:pt x="217209" y="220595"/>
                </a:lnTo>
                <a:lnTo>
                  <a:pt x="220419" y="226546"/>
                </a:lnTo>
                <a:lnTo>
                  <a:pt x="223968" y="231644"/>
                </a:lnTo>
                <a:lnTo>
                  <a:pt x="224623" y="233775"/>
                </a:lnTo>
                <a:lnTo>
                  <a:pt x="225084" y="238884"/>
                </a:lnTo>
                <a:lnTo>
                  <a:pt x="227163" y="243971"/>
                </a:lnTo>
                <a:lnTo>
                  <a:pt x="227881" y="247732"/>
                </a:lnTo>
                <a:lnTo>
                  <a:pt x="228698" y="249064"/>
                </a:lnTo>
                <a:lnTo>
                  <a:pt x="229705" y="249516"/>
                </a:lnTo>
                <a:lnTo>
                  <a:pt x="233091" y="249700"/>
                </a:lnTo>
                <a:lnTo>
                  <a:pt x="235734" y="248938"/>
                </a:lnTo>
                <a:lnTo>
                  <a:pt x="236843" y="247508"/>
                </a:lnTo>
                <a:lnTo>
                  <a:pt x="237490" y="244462"/>
                </a:lnTo>
                <a:lnTo>
                  <a:pt x="236726" y="240536"/>
                </a:lnTo>
                <a:lnTo>
                  <a:pt x="234099" y="235739"/>
                </a:lnTo>
                <a:lnTo>
                  <a:pt x="233040" y="230141"/>
                </a:lnTo>
                <a:lnTo>
                  <a:pt x="231503" y="225841"/>
                </a:lnTo>
                <a:lnTo>
                  <a:pt x="229493" y="222027"/>
                </a:lnTo>
                <a:lnTo>
                  <a:pt x="226896" y="218680"/>
                </a:lnTo>
                <a:lnTo>
                  <a:pt x="227690" y="210741"/>
                </a:lnTo>
                <a:lnTo>
                  <a:pt x="232275" y="203445"/>
                </a:lnTo>
                <a:lnTo>
                  <a:pt x="233943" y="199036"/>
                </a:lnTo>
                <a:lnTo>
                  <a:pt x="233951" y="195518"/>
                </a:lnTo>
                <a:lnTo>
                  <a:pt x="231869" y="192105"/>
                </a:lnTo>
                <a:lnTo>
                  <a:pt x="237233" y="189431"/>
                </a:lnTo>
                <a:lnTo>
                  <a:pt x="239890" y="186964"/>
                </a:lnTo>
                <a:lnTo>
                  <a:pt x="240172" y="184665"/>
                </a:lnTo>
                <a:lnTo>
                  <a:pt x="238471" y="179987"/>
                </a:lnTo>
                <a:lnTo>
                  <a:pt x="240543" y="175173"/>
                </a:lnTo>
                <a:lnTo>
                  <a:pt x="246309" y="168561"/>
                </a:lnTo>
                <a:lnTo>
                  <a:pt x="248365" y="164699"/>
                </a:lnTo>
                <a:lnTo>
                  <a:pt x="248746" y="162768"/>
                </a:lnTo>
                <a:lnTo>
                  <a:pt x="248674" y="159991"/>
                </a:lnTo>
                <a:lnTo>
                  <a:pt x="247327" y="155836"/>
                </a:lnTo>
                <a:lnTo>
                  <a:pt x="246871" y="152387"/>
                </a:lnTo>
                <a:lnTo>
                  <a:pt x="247037" y="150152"/>
                </a:lnTo>
                <a:lnTo>
                  <a:pt x="247591" y="148663"/>
                </a:lnTo>
                <a:lnTo>
                  <a:pt x="249111" y="146261"/>
                </a:lnTo>
                <a:lnTo>
                  <a:pt x="250958" y="144298"/>
                </a:lnTo>
                <a:lnTo>
                  <a:pt x="255796" y="141899"/>
                </a:lnTo>
                <a:lnTo>
                  <a:pt x="258528" y="139831"/>
                </a:lnTo>
                <a:lnTo>
                  <a:pt x="261740" y="136371"/>
                </a:lnTo>
                <a:lnTo>
                  <a:pt x="263327" y="133771"/>
                </a:lnTo>
                <a:lnTo>
                  <a:pt x="263649" y="132205"/>
                </a:lnTo>
                <a:lnTo>
                  <a:pt x="263501" y="130554"/>
                </a:lnTo>
                <a:lnTo>
                  <a:pt x="262481" y="128453"/>
                </a:lnTo>
                <a:lnTo>
                  <a:pt x="260804" y="128292"/>
                </a:lnTo>
                <a:lnTo>
                  <a:pt x="257818" y="129217"/>
                </a:lnTo>
                <a:close/>
                <a:moveTo>
                  <a:pt x="621855" y="247220"/>
                </a:moveTo>
                <a:lnTo>
                  <a:pt x="620643" y="248306"/>
                </a:lnTo>
                <a:lnTo>
                  <a:pt x="621175" y="250614"/>
                </a:lnTo>
                <a:lnTo>
                  <a:pt x="623292" y="253667"/>
                </a:lnTo>
                <a:lnTo>
                  <a:pt x="625015" y="254166"/>
                </a:lnTo>
                <a:lnTo>
                  <a:pt x="630435" y="254248"/>
                </a:lnTo>
                <a:lnTo>
                  <a:pt x="633506" y="253692"/>
                </a:lnTo>
                <a:lnTo>
                  <a:pt x="636466" y="251165"/>
                </a:lnTo>
                <a:lnTo>
                  <a:pt x="637650" y="249017"/>
                </a:lnTo>
                <a:lnTo>
                  <a:pt x="637254" y="247876"/>
                </a:lnTo>
                <a:lnTo>
                  <a:pt x="635461" y="246943"/>
                </a:lnTo>
                <a:lnTo>
                  <a:pt x="632958" y="247082"/>
                </a:lnTo>
                <a:lnTo>
                  <a:pt x="629120" y="248818"/>
                </a:lnTo>
                <a:lnTo>
                  <a:pt x="624117" y="246970"/>
                </a:lnTo>
                <a:lnTo>
                  <a:pt x="621855" y="247220"/>
                </a:lnTo>
                <a:close/>
                <a:moveTo>
                  <a:pt x="8859" y="255953"/>
                </a:moveTo>
                <a:lnTo>
                  <a:pt x="6010" y="256321"/>
                </a:lnTo>
                <a:lnTo>
                  <a:pt x="4306" y="257411"/>
                </a:lnTo>
                <a:lnTo>
                  <a:pt x="3797" y="258502"/>
                </a:lnTo>
                <a:lnTo>
                  <a:pt x="3300" y="262330"/>
                </a:lnTo>
                <a:lnTo>
                  <a:pt x="3552" y="285621"/>
                </a:lnTo>
                <a:lnTo>
                  <a:pt x="5442" y="287120"/>
                </a:lnTo>
                <a:lnTo>
                  <a:pt x="7558" y="287512"/>
                </a:lnTo>
                <a:lnTo>
                  <a:pt x="9798" y="287295"/>
                </a:lnTo>
                <a:lnTo>
                  <a:pt x="12118" y="286081"/>
                </a:lnTo>
                <a:lnTo>
                  <a:pt x="12118" y="265271"/>
                </a:lnTo>
                <a:lnTo>
                  <a:pt x="13706" y="263308"/>
                </a:lnTo>
                <a:lnTo>
                  <a:pt x="21153" y="262912"/>
                </a:lnTo>
                <a:lnTo>
                  <a:pt x="23093" y="262510"/>
                </a:lnTo>
                <a:lnTo>
                  <a:pt x="24499" y="261335"/>
                </a:lnTo>
                <a:lnTo>
                  <a:pt x="25320" y="259556"/>
                </a:lnTo>
                <a:lnTo>
                  <a:pt x="24901" y="257903"/>
                </a:lnTo>
                <a:lnTo>
                  <a:pt x="22666" y="256315"/>
                </a:lnTo>
                <a:lnTo>
                  <a:pt x="16063" y="255714"/>
                </a:lnTo>
                <a:lnTo>
                  <a:pt x="8859" y="255953"/>
                </a:lnTo>
                <a:close/>
                <a:moveTo>
                  <a:pt x="44836" y="256037"/>
                </a:moveTo>
                <a:lnTo>
                  <a:pt x="43630" y="256939"/>
                </a:lnTo>
                <a:lnTo>
                  <a:pt x="42454" y="258628"/>
                </a:lnTo>
                <a:lnTo>
                  <a:pt x="42621" y="285872"/>
                </a:lnTo>
                <a:lnTo>
                  <a:pt x="44570" y="287362"/>
                </a:lnTo>
                <a:lnTo>
                  <a:pt x="46822" y="287715"/>
                </a:lnTo>
                <a:lnTo>
                  <a:pt x="50770" y="286290"/>
                </a:lnTo>
                <a:lnTo>
                  <a:pt x="51188" y="278434"/>
                </a:lnTo>
                <a:lnTo>
                  <a:pt x="53444" y="277146"/>
                </a:lnTo>
                <a:lnTo>
                  <a:pt x="58467" y="276155"/>
                </a:lnTo>
                <a:lnTo>
                  <a:pt x="61561" y="275117"/>
                </a:lnTo>
                <a:lnTo>
                  <a:pt x="65269" y="272835"/>
                </a:lnTo>
                <a:lnTo>
                  <a:pt x="66780" y="270076"/>
                </a:lnTo>
                <a:lnTo>
                  <a:pt x="67157" y="268420"/>
                </a:lnTo>
                <a:lnTo>
                  <a:pt x="67197" y="264890"/>
                </a:lnTo>
                <a:lnTo>
                  <a:pt x="66339" y="261516"/>
                </a:lnTo>
                <a:lnTo>
                  <a:pt x="65594" y="260054"/>
                </a:lnTo>
                <a:lnTo>
                  <a:pt x="64650" y="258832"/>
                </a:lnTo>
                <a:lnTo>
                  <a:pt x="62362" y="257418"/>
                </a:lnTo>
                <a:lnTo>
                  <a:pt x="58758" y="256542"/>
                </a:lnTo>
                <a:lnTo>
                  <a:pt x="51868" y="255718"/>
                </a:lnTo>
                <a:lnTo>
                  <a:pt x="47653" y="255635"/>
                </a:lnTo>
                <a:lnTo>
                  <a:pt x="44836" y="256037"/>
                </a:lnTo>
                <a:close/>
                <a:moveTo>
                  <a:pt x="57246" y="263516"/>
                </a:moveTo>
                <a:lnTo>
                  <a:pt x="58837" y="264722"/>
                </a:lnTo>
                <a:lnTo>
                  <a:pt x="59193" y="265768"/>
                </a:lnTo>
                <a:lnTo>
                  <a:pt x="58876" y="267026"/>
                </a:lnTo>
                <a:lnTo>
                  <a:pt x="57381" y="268827"/>
                </a:lnTo>
                <a:lnTo>
                  <a:pt x="56396" y="269355"/>
                </a:lnTo>
                <a:lnTo>
                  <a:pt x="54269" y="269685"/>
                </a:lnTo>
                <a:lnTo>
                  <a:pt x="52353" y="269078"/>
                </a:lnTo>
                <a:lnTo>
                  <a:pt x="51631" y="268433"/>
                </a:lnTo>
                <a:lnTo>
                  <a:pt x="51152" y="267567"/>
                </a:lnTo>
                <a:lnTo>
                  <a:pt x="51063" y="265542"/>
                </a:lnTo>
                <a:lnTo>
                  <a:pt x="52210" y="263501"/>
                </a:lnTo>
                <a:lnTo>
                  <a:pt x="54400" y="262770"/>
                </a:lnTo>
                <a:lnTo>
                  <a:pt x="57246" y="263516"/>
                </a:lnTo>
                <a:close/>
                <a:moveTo>
                  <a:pt x="85243" y="255828"/>
                </a:moveTo>
                <a:lnTo>
                  <a:pt x="83928" y="256991"/>
                </a:lnTo>
                <a:lnTo>
                  <a:pt x="83608" y="258157"/>
                </a:lnTo>
                <a:lnTo>
                  <a:pt x="83744" y="259514"/>
                </a:lnTo>
                <a:lnTo>
                  <a:pt x="90475" y="272973"/>
                </a:lnTo>
                <a:lnTo>
                  <a:pt x="92764" y="278601"/>
                </a:lnTo>
                <a:lnTo>
                  <a:pt x="92425" y="279760"/>
                </a:lnTo>
                <a:lnTo>
                  <a:pt x="91492" y="280608"/>
                </a:lnTo>
                <a:lnTo>
                  <a:pt x="88459" y="281215"/>
                </a:lnTo>
                <a:lnTo>
                  <a:pt x="87269" y="281981"/>
                </a:lnTo>
                <a:lnTo>
                  <a:pt x="86621" y="283366"/>
                </a:lnTo>
                <a:lnTo>
                  <a:pt x="86575" y="285601"/>
                </a:lnTo>
                <a:lnTo>
                  <a:pt x="87189" y="287136"/>
                </a:lnTo>
                <a:lnTo>
                  <a:pt x="88387" y="288086"/>
                </a:lnTo>
                <a:lnTo>
                  <a:pt x="90137" y="288435"/>
                </a:lnTo>
                <a:lnTo>
                  <a:pt x="92406" y="288165"/>
                </a:lnTo>
                <a:lnTo>
                  <a:pt x="96304" y="286574"/>
                </a:lnTo>
                <a:lnTo>
                  <a:pt x="98331" y="284846"/>
                </a:lnTo>
                <a:lnTo>
                  <a:pt x="99384" y="283395"/>
                </a:lnTo>
                <a:lnTo>
                  <a:pt x="109176" y="261487"/>
                </a:lnTo>
                <a:lnTo>
                  <a:pt x="109799" y="259381"/>
                </a:lnTo>
                <a:lnTo>
                  <a:pt x="109745" y="257635"/>
                </a:lnTo>
                <a:lnTo>
                  <a:pt x="109044" y="256360"/>
                </a:lnTo>
                <a:lnTo>
                  <a:pt x="107727" y="255669"/>
                </a:lnTo>
                <a:lnTo>
                  <a:pt x="106097" y="255648"/>
                </a:lnTo>
                <a:lnTo>
                  <a:pt x="104685" y="256227"/>
                </a:lnTo>
                <a:lnTo>
                  <a:pt x="103367" y="257416"/>
                </a:lnTo>
                <a:lnTo>
                  <a:pt x="102120" y="259246"/>
                </a:lnTo>
                <a:lnTo>
                  <a:pt x="99283" y="265650"/>
                </a:lnTo>
                <a:lnTo>
                  <a:pt x="98301" y="266704"/>
                </a:lnTo>
                <a:lnTo>
                  <a:pt x="97784" y="266718"/>
                </a:lnTo>
                <a:lnTo>
                  <a:pt x="95890" y="264639"/>
                </a:lnTo>
                <a:lnTo>
                  <a:pt x="91651" y="257408"/>
                </a:lnTo>
                <a:lnTo>
                  <a:pt x="88965" y="256135"/>
                </a:lnTo>
                <a:lnTo>
                  <a:pt x="85243" y="255828"/>
                </a:lnTo>
                <a:close/>
                <a:moveTo>
                  <a:pt x="133004" y="255995"/>
                </a:moveTo>
                <a:lnTo>
                  <a:pt x="129658" y="256506"/>
                </a:lnTo>
                <a:lnTo>
                  <a:pt x="127446" y="258210"/>
                </a:lnTo>
                <a:lnTo>
                  <a:pt x="127489" y="278443"/>
                </a:lnTo>
                <a:lnTo>
                  <a:pt x="127864" y="286081"/>
                </a:lnTo>
                <a:lnTo>
                  <a:pt x="129657" y="287318"/>
                </a:lnTo>
                <a:lnTo>
                  <a:pt x="132455" y="287717"/>
                </a:lnTo>
                <a:lnTo>
                  <a:pt x="134988" y="287165"/>
                </a:lnTo>
                <a:lnTo>
                  <a:pt x="136556" y="285788"/>
                </a:lnTo>
                <a:lnTo>
                  <a:pt x="136472" y="264686"/>
                </a:lnTo>
                <a:lnTo>
                  <a:pt x="138044" y="263519"/>
                </a:lnTo>
                <a:lnTo>
                  <a:pt x="140432" y="263131"/>
                </a:lnTo>
                <a:lnTo>
                  <a:pt x="142865" y="263704"/>
                </a:lnTo>
                <a:lnTo>
                  <a:pt x="144011" y="264533"/>
                </a:lnTo>
                <a:lnTo>
                  <a:pt x="144375" y="265316"/>
                </a:lnTo>
                <a:lnTo>
                  <a:pt x="144411" y="285788"/>
                </a:lnTo>
                <a:lnTo>
                  <a:pt x="146019" y="286957"/>
                </a:lnTo>
                <a:lnTo>
                  <a:pt x="148606" y="287639"/>
                </a:lnTo>
                <a:lnTo>
                  <a:pt x="151289" y="287482"/>
                </a:lnTo>
                <a:lnTo>
                  <a:pt x="152572" y="286917"/>
                </a:lnTo>
                <a:lnTo>
                  <a:pt x="153008" y="286202"/>
                </a:lnTo>
                <a:lnTo>
                  <a:pt x="153239" y="282116"/>
                </a:lnTo>
                <a:lnTo>
                  <a:pt x="153354" y="257792"/>
                </a:lnTo>
                <a:lnTo>
                  <a:pt x="151473" y="256079"/>
                </a:lnTo>
                <a:lnTo>
                  <a:pt x="133004" y="255995"/>
                </a:lnTo>
                <a:close/>
                <a:moveTo>
                  <a:pt x="177046" y="255953"/>
                </a:moveTo>
                <a:lnTo>
                  <a:pt x="175150" y="256740"/>
                </a:lnTo>
                <a:lnTo>
                  <a:pt x="173703" y="258043"/>
                </a:lnTo>
                <a:lnTo>
                  <a:pt x="173745" y="285705"/>
                </a:lnTo>
                <a:lnTo>
                  <a:pt x="175048" y="286962"/>
                </a:lnTo>
                <a:lnTo>
                  <a:pt x="177770" y="287619"/>
                </a:lnTo>
                <a:lnTo>
                  <a:pt x="180736" y="287252"/>
                </a:lnTo>
                <a:lnTo>
                  <a:pt x="182436" y="285955"/>
                </a:lnTo>
                <a:lnTo>
                  <a:pt x="182812" y="264686"/>
                </a:lnTo>
                <a:lnTo>
                  <a:pt x="184572" y="263411"/>
                </a:lnTo>
                <a:lnTo>
                  <a:pt x="187194" y="263010"/>
                </a:lnTo>
                <a:lnTo>
                  <a:pt x="189532" y="263941"/>
                </a:lnTo>
                <a:lnTo>
                  <a:pt x="190543" y="265898"/>
                </a:lnTo>
                <a:lnTo>
                  <a:pt x="190501" y="285621"/>
                </a:lnTo>
                <a:lnTo>
                  <a:pt x="191832" y="286825"/>
                </a:lnTo>
                <a:lnTo>
                  <a:pt x="194185" y="287545"/>
                </a:lnTo>
                <a:lnTo>
                  <a:pt x="196903" y="287475"/>
                </a:lnTo>
                <a:lnTo>
                  <a:pt x="199025" y="286582"/>
                </a:lnTo>
                <a:lnTo>
                  <a:pt x="199736" y="285955"/>
                </a:lnTo>
                <a:lnTo>
                  <a:pt x="199711" y="264620"/>
                </a:lnTo>
                <a:lnTo>
                  <a:pt x="199391" y="258575"/>
                </a:lnTo>
                <a:lnTo>
                  <a:pt x="198814" y="256943"/>
                </a:lnTo>
                <a:lnTo>
                  <a:pt x="197806" y="256368"/>
                </a:lnTo>
                <a:lnTo>
                  <a:pt x="194223" y="256039"/>
                </a:lnTo>
                <a:lnTo>
                  <a:pt x="177046" y="255953"/>
                </a:lnTo>
                <a:close/>
                <a:moveTo>
                  <a:pt x="228066" y="256246"/>
                </a:moveTo>
                <a:lnTo>
                  <a:pt x="226211" y="258179"/>
                </a:lnTo>
                <a:lnTo>
                  <a:pt x="224556" y="261860"/>
                </a:lnTo>
                <a:lnTo>
                  <a:pt x="219561" y="278344"/>
                </a:lnTo>
                <a:lnTo>
                  <a:pt x="217499" y="283722"/>
                </a:lnTo>
                <a:lnTo>
                  <a:pt x="217568" y="286274"/>
                </a:lnTo>
                <a:lnTo>
                  <a:pt x="219193" y="287573"/>
                </a:lnTo>
                <a:lnTo>
                  <a:pt x="222621" y="287260"/>
                </a:lnTo>
                <a:lnTo>
                  <a:pt x="224010" y="286103"/>
                </a:lnTo>
                <a:lnTo>
                  <a:pt x="225855" y="282954"/>
                </a:lnTo>
                <a:lnTo>
                  <a:pt x="227215" y="281505"/>
                </a:lnTo>
                <a:lnTo>
                  <a:pt x="228812" y="280779"/>
                </a:lnTo>
                <a:lnTo>
                  <a:pt x="230817" y="280670"/>
                </a:lnTo>
                <a:lnTo>
                  <a:pt x="232601" y="281039"/>
                </a:lnTo>
                <a:lnTo>
                  <a:pt x="233520" y="281605"/>
                </a:lnTo>
                <a:lnTo>
                  <a:pt x="237343" y="287017"/>
                </a:lnTo>
                <a:lnTo>
                  <a:pt x="239583" y="287691"/>
                </a:lnTo>
                <a:lnTo>
                  <a:pt x="242830" y="287172"/>
                </a:lnTo>
                <a:lnTo>
                  <a:pt x="244488" y="285329"/>
                </a:lnTo>
                <a:lnTo>
                  <a:pt x="243820" y="282487"/>
                </a:lnTo>
                <a:lnTo>
                  <a:pt x="236053" y="258652"/>
                </a:lnTo>
                <a:lnTo>
                  <a:pt x="234557" y="256971"/>
                </a:lnTo>
                <a:lnTo>
                  <a:pt x="232242" y="255925"/>
                </a:lnTo>
                <a:lnTo>
                  <a:pt x="230030" y="255664"/>
                </a:lnTo>
                <a:lnTo>
                  <a:pt x="228066" y="256246"/>
                </a:lnTo>
                <a:close/>
                <a:moveTo>
                  <a:pt x="231409" y="270996"/>
                </a:moveTo>
                <a:lnTo>
                  <a:pt x="231946" y="271725"/>
                </a:lnTo>
                <a:lnTo>
                  <a:pt x="231387" y="272637"/>
                </a:lnTo>
                <a:lnTo>
                  <a:pt x="229665" y="272892"/>
                </a:lnTo>
                <a:lnTo>
                  <a:pt x="228744" y="272432"/>
                </a:lnTo>
                <a:lnTo>
                  <a:pt x="228723" y="271431"/>
                </a:lnTo>
                <a:lnTo>
                  <a:pt x="229404" y="270787"/>
                </a:lnTo>
                <a:lnTo>
                  <a:pt x="230345" y="270625"/>
                </a:lnTo>
                <a:lnTo>
                  <a:pt x="231409" y="270996"/>
                </a:lnTo>
                <a:close/>
                <a:moveTo>
                  <a:pt x="291288" y="256120"/>
                </a:moveTo>
                <a:lnTo>
                  <a:pt x="289933" y="257398"/>
                </a:lnTo>
                <a:lnTo>
                  <a:pt x="289336" y="260612"/>
                </a:lnTo>
                <a:lnTo>
                  <a:pt x="289157" y="285203"/>
                </a:lnTo>
                <a:lnTo>
                  <a:pt x="290593" y="286822"/>
                </a:lnTo>
                <a:lnTo>
                  <a:pt x="291622" y="287366"/>
                </a:lnTo>
                <a:lnTo>
                  <a:pt x="294101" y="287482"/>
                </a:lnTo>
                <a:lnTo>
                  <a:pt x="295878" y="286978"/>
                </a:lnTo>
                <a:lnTo>
                  <a:pt x="296820" y="285667"/>
                </a:lnTo>
                <a:lnTo>
                  <a:pt x="297280" y="281036"/>
                </a:lnTo>
                <a:lnTo>
                  <a:pt x="297846" y="279309"/>
                </a:lnTo>
                <a:lnTo>
                  <a:pt x="298812" y="278178"/>
                </a:lnTo>
                <a:lnTo>
                  <a:pt x="301065" y="277363"/>
                </a:lnTo>
                <a:lnTo>
                  <a:pt x="302038" y="277588"/>
                </a:lnTo>
                <a:lnTo>
                  <a:pt x="302860" y="278324"/>
                </a:lnTo>
                <a:lnTo>
                  <a:pt x="305667" y="283801"/>
                </a:lnTo>
                <a:lnTo>
                  <a:pt x="308368" y="287115"/>
                </a:lnTo>
                <a:lnTo>
                  <a:pt x="311059" y="287764"/>
                </a:lnTo>
                <a:lnTo>
                  <a:pt x="315575" y="287023"/>
                </a:lnTo>
                <a:lnTo>
                  <a:pt x="316156" y="286211"/>
                </a:lnTo>
                <a:lnTo>
                  <a:pt x="315468" y="283803"/>
                </a:lnTo>
                <a:lnTo>
                  <a:pt x="308065" y="270208"/>
                </a:lnTo>
                <a:lnTo>
                  <a:pt x="307663" y="268688"/>
                </a:lnTo>
                <a:lnTo>
                  <a:pt x="307945" y="267000"/>
                </a:lnTo>
                <a:lnTo>
                  <a:pt x="308975" y="264987"/>
                </a:lnTo>
                <a:lnTo>
                  <a:pt x="313039" y="259450"/>
                </a:lnTo>
                <a:lnTo>
                  <a:pt x="313355" y="257978"/>
                </a:lnTo>
                <a:lnTo>
                  <a:pt x="313037" y="256743"/>
                </a:lnTo>
                <a:lnTo>
                  <a:pt x="312119" y="255893"/>
                </a:lnTo>
                <a:lnTo>
                  <a:pt x="310635" y="255577"/>
                </a:lnTo>
                <a:lnTo>
                  <a:pt x="308772" y="256078"/>
                </a:lnTo>
                <a:lnTo>
                  <a:pt x="306558" y="257283"/>
                </a:lnTo>
                <a:lnTo>
                  <a:pt x="304774" y="258745"/>
                </a:lnTo>
                <a:lnTo>
                  <a:pt x="300935" y="263987"/>
                </a:lnTo>
                <a:lnTo>
                  <a:pt x="298559" y="266441"/>
                </a:lnTo>
                <a:lnTo>
                  <a:pt x="297801" y="266023"/>
                </a:lnTo>
                <a:lnTo>
                  <a:pt x="297322" y="264718"/>
                </a:lnTo>
                <a:lnTo>
                  <a:pt x="297001" y="258929"/>
                </a:lnTo>
                <a:lnTo>
                  <a:pt x="296396" y="257309"/>
                </a:lnTo>
                <a:lnTo>
                  <a:pt x="295356" y="256370"/>
                </a:lnTo>
                <a:lnTo>
                  <a:pt x="293827" y="255797"/>
                </a:lnTo>
                <a:lnTo>
                  <a:pt x="291288" y="256120"/>
                </a:lnTo>
                <a:close/>
                <a:moveTo>
                  <a:pt x="343144" y="256204"/>
                </a:moveTo>
                <a:lnTo>
                  <a:pt x="340289" y="257270"/>
                </a:lnTo>
                <a:lnTo>
                  <a:pt x="337913" y="258743"/>
                </a:lnTo>
                <a:lnTo>
                  <a:pt x="335156" y="261816"/>
                </a:lnTo>
                <a:lnTo>
                  <a:pt x="333795" y="264509"/>
                </a:lnTo>
                <a:lnTo>
                  <a:pt x="332634" y="268242"/>
                </a:lnTo>
                <a:lnTo>
                  <a:pt x="332361" y="272892"/>
                </a:lnTo>
                <a:lnTo>
                  <a:pt x="334260" y="280599"/>
                </a:lnTo>
                <a:lnTo>
                  <a:pt x="335373" y="282655"/>
                </a:lnTo>
                <a:lnTo>
                  <a:pt x="337085" y="284618"/>
                </a:lnTo>
                <a:lnTo>
                  <a:pt x="338939" y="286248"/>
                </a:lnTo>
                <a:lnTo>
                  <a:pt x="341066" y="287228"/>
                </a:lnTo>
                <a:lnTo>
                  <a:pt x="345383" y="288376"/>
                </a:lnTo>
                <a:lnTo>
                  <a:pt x="347772" y="288384"/>
                </a:lnTo>
                <a:lnTo>
                  <a:pt x="352462" y="287293"/>
                </a:lnTo>
                <a:lnTo>
                  <a:pt x="353884" y="286624"/>
                </a:lnTo>
                <a:lnTo>
                  <a:pt x="357014" y="283812"/>
                </a:lnTo>
                <a:lnTo>
                  <a:pt x="359070" y="280971"/>
                </a:lnTo>
                <a:lnTo>
                  <a:pt x="360820" y="277515"/>
                </a:lnTo>
                <a:lnTo>
                  <a:pt x="360649" y="267255"/>
                </a:lnTo>
                <a:lnTo>
                  <a:pt x="359393" y="263250"/>
                </a:lnTo>
                <a:lnTo>
                  <a:pt x="356680" y="259573"/>
                </a:lnTo>
                <a:lnTo>
                  <a:pt x="354697" y="257767"/>
                </a:lnTo>
                <a:lnTo>
                  <a:pt x="351544" y="256539"/>
                </a:lnTo>
                <a:lnTo>
                  <a:pt x="348530" y="255897"/>
                </a:lnTo>
                <a:lnTo>
                  <a:pt x="345718" y="255788"/>
                </a:lnTo>
                <a:lnTo>
                  <a:pt x="343144" y="256204"/>
                </a:lnTo>
                <a:close/>
                <a:moveTo>
                  <a:pt x="349454" y="263934"/>
                </a:moveTo>
                <a:lnTo>
                  <a:pt x="350801" y="265610"/>
                </a:lnTo>
                <a:lnTo>
                  <a:pt x="351707" y="268001"/>
                </a:lnTo>
                <a:lnTo>
                  <a:pt x="352151" y="272348"/>
                </a:lnTo>
                <a:lnTo>
                  <a:pt x="351778" y="275362"/>
                </a:lnTo>
                <a:lnTo>
                  <a:pt x="350714" y="278419"/>
                </a:lnTo>
                <a:lnTo>
                  <a:pt x="349538" y="280079"/>
                </a:lnTo>
                <a:lnTo>
                  <a:pt x="348045" y="280916"/>
                </a:lnTo>
                <a:lnTo>
                  <a:pt x="345640" y="280924"/>
                </a:lnTo>
                <a:lnTo>
                  <a:pt x="344152" y="280116"/>
                </a:lnTo>
                <a:lnTo>
                  <a:pt x="343278" y="279121"/>
                </a:lnTo>
                <a:lnTo>
                  <a:pt x="341515" y="275668"/>
                </a:lnTo>
                <a:lnTo>
                  <a:pt x="340999" y="273285"/>
                </a:lnTo>
                <a:lnTo>
                  <a:pt x="341346" y="269627"/>
                </a:lnTo>
                <a:lnTo>
                  <a:pt x="342607" y="266079"/>
                </a:lnTo>
                <a:lnTo>
                  <a:pt x="344398" y="263767"/>
                </a:lnTo>
                <a:lnTo>
                  <a:pt x="346926" y="263130"/>
                </a:lnTo>
                <a:lnTo>
                  <a:pt x="349454" y="263934"/>
                </a:lnTo>
                <a:close/>
                <a:moveTo>
                  <a:pt x="382423" y="255995"/>
                </a:moveTo>
                <a:lnTo>
                  <a:pt x="381179" y="257213"/>
                </a:lnTo>
                <a:lnTo>
                  <a:pt x="380594" y="260773"/>
                </a:lnTo>
                <a:lnTo>
                  <a:pt x="380459" y="286164"/>
                </a:lnTo>
                <a:lnTo>
                  <a:pt x="382310" y="287440"/>
                </a:lnTo>
                <a:lnTo>
                  <a:pt x="383802" y="287710"/>
                </a:lnTo>
                <a:lnTo>
                  <a:pt x="385294" y="287440"/>
                </a:lnTo>
                <a:lnTo>
                  <a:pt x="387145" y="286164"/>
                </a:lnTo>
                <a:lnTo>
                  <a:pt x="387771" y="276019"/>
                </a:lnTo>
                <a:lnTo>
                  <a:pt x="387939" y="275091"/>
                </a:lnTo>
                <a:lnTo>
                  <a:pt x="388696" y="274366"/>
                </a:lnTo>
                <a:lnTo>
                  <a:pt x="389823" y="275891"/>
                </a:lnTo>
                <a:lnTo>
                  <a:pt x="392429" y="284008"/>
                </a:lnTo>
                <a:lnTo>
                  <a:pt x="393710" y="286112"/>
                </a:lnTo>
                <a:lnTo>
                  <a:pt x="395197" y="287244"/>
                </a:lnTo>
                <a:lnTo>
                  <a:pt x="397967" y="287293"/>
                </a:lnTo>
                <a:lnTo>
                  <a:pt x="399643" y="286246"/>
                </a:lnTo>
                <a:lnTo>
                  <a:pt x="400412" y="284636"/>
                </a:lnTo>
                <a:lnTo>
                  <a:pt x="401796" y="279123"/>
                </a:lnTo>
                <a:lnTo>
                  <a:pt x="402864" y="277624"/>
                </a:lnTo>
                <a:lnTo>
                  <a:pt x="404151" y="276971"/>
                </a:lnTo>
                <a:lnTo>
                  <a:pt x="405110" y="277192"/>
                </a:lnTo>
                <a:lnTo>
                  <a:pt x="405457" y="277854"/>
                </a:lnTo>
                <a:lnTo>
                  <a:pt x="405196" y="285287"/>
                </a:lnTo>
                <a:lnTo>
                  <a:pt x="406157" y="286290"/>
                </a:lnTo>
                <a:lnTo>
                  <a:pt x="407625" y="287267"/>
                </a:lnTo>
                <a:lnTo>
                  <a:pt x="409416" y="287658"/>
                </a:lnTo>
                <a:lnTo>
                  <a:pt x="412032" y="287204"/>
                </a:lnTo>
                <a:lnTo>
                  <a:pt x="413278" y="286246"/>
                </a:lnTo>
                <a:lnTo>
                  <a:pt x="413721" y="285201"/>
                </a:lnTo>
                <a:lnTo>
                  <a:pt x="413925" y="282602"/>
                </a:lnTo>
                <a:lnTo>
                  <a:pt x="414096" y="267325"/>
                </a:lnTo>
                <a:lnTo>
                  <a:pt x="413826" y="259370"/>
                </a:lnTo>
                <a:lnTo>
                  <a:pt x="413095" y="257035"/>
                </a:lnTo>
                <a:lnTo>
                  <a:pt x="411615" y="256104"/>
                </a:lnTo>
                <a:lnTo>
                  <a:pt x="407132" y="255661"/>
                </a:lnTo>
                <a:lnTo>
                  <a:pt x="405158" y="256196"/>
                </a:lnTo>
                <a:lnTo>
                  <a:pt x="402941" y="257502"/>
                </a:lnTo>
                <a:lnTo>
                  <a:pt x="401573" y="259762"/>
                </a:lnTo>
                <a:lnTo>
                  <a:pt x="399409" y="267768"/>
                </a:lnTo>
                <a:lnTo>
                  <a:pt x="398478" y="269108"/>
                </a:lnTo>
                <a:lnTo>
                  <a:pt x="396421" y="270286"/>
                </a:lnTo>
                <a:lnTo>
                  <a:pt x="395038" y="268305"/>
                </a:lnTo>
                <a:lnTo>
                  <a:pt x="392451" y="259756"/>
                </a:lnTo>
                <a:lnTo>
                  <a:pt x="390766" y="257107"/>
                </a:lnTo>
                <a:lnTo>
                  <a:pt x="389851" y="256362"/>
                </a:lnTo>
                <a:lnTo>
                  <a:pt x="387555" y="255799"/>
                </a:lnTo>
                <a:lnTo>
                  <a:pt x="384678" y="255643"/>
                </a:lnTo>
                <a:lnTo>
                  <a:pt x="382423" y="255995"/>
                </a:lnTo>
                <a:close/>
                <a:moveTo>
                  <a:pt x="437705" y="255911"/>
                </a:moveTo>
                <a:lnTo>
                  <a:pt x="436097" y="256525"/>
                </a:lnTo>
                <a:lnTo>
                  <a:pt x="434571" y="257792"/>
                </a:lnTo>
                <a:lnTo>
                  <a:pt x="434571" y="285955"/>
                </a:lnTo>
                <a:lnTo>
                  <a:pt x="436466" y="287263"/>
                </a:lnTo>
                <a:lnTo>
                  <a:pt x="438387" y="287575"/>
                </a:lnTo>
                <a:lnTo>
                  <a:pt x="441399" y="286848"/>
                </a:lnTo>
                <a:lnTo>
                  <a:pt x="442261" y="285930"/>
                </a:lnTo>
                <a:lnTo>
                  <a:pt x="442897" y="280635"/>
                </a:lnTo>
                <a:lnTo>
                  <a:pt x="442929" y="265271"/>
                </a:lnTo>
                <a:lnTo>
                  <a:pt x="445629" y="263344"/>
                </a:lnTo>
                <a:lnTo>
                  <a:pt x="448476" y="263124"/>
                </a:lnTo>
                <a:lnTo>
                  <a:pt x="450149" y="263528"/>
                </a:lnTo>
                <a:lnTo>
                  <a:pt x="450708" y="264044"/>
                </a:lnTo>
                <a:lnTo>
                  <a:pt x="451387" y="266041"/>
                </a:lnTo>
                <a:lnTo>
                  <a:pt x="451495" y="285579"/>
                </a:lnTo>
                <a:lnTo>
                  <a:pt x="452830" y="286898"/>
                </a:lnTo>
                <a:lnTo>
                  <a:pt x="454367" y="287468"/>
                </a:lnTo>
                <a:lnTo>
                  <a:pt x="457024" y="287396"/>
                </a:lnTo>
                <a:lnTo>
                  <a:pt x="458579" y="286779"/>
                </a:lnTo>
                <a:lnTo>
                  <a:pt x="459601" y="285746"/>
                </a:lnTo>
                <a:lnTo>
                  <a:pt x="459889" y="283028"/>
                </a:lnTo>
                <a:lnTo>
                  <a:pt x="460061" y="258419"/>
                </a:lnTo>
                <a:lnTo>
                  <a:pt x="458178" y="256649"/>
                </a:lnTo>
                <a:lnTo>
                  <a:pt x="456634" y="255953"/>
                </a:lnTo>
                <a:lnTo>
                  <a:pt x="437705" y="255911"/>
                </a:lnTo>
                <a:close/>
                <a:moveTo>
                  <a:pt x="488475" y="256496"/>
                </a:moveTo>
                <a:lnTo>
                  <a:pt x="486360" y="258566"/>
                </a:lnTo>
                <a:lnTo>
                  <a:pt x="485260" y="260890"/>
                </a:lnTo>
                <a:lnTo>
                  <a:pt x="483222" y="268537"/>
                </a:lnTo>
                <a:lnTo>
                  <a:pt x="478149" y="283128"/>
                </a:lnTo>
                <a:lnTo>
                  <a:pt x="477968" y="285831"/>
                </a:lnTo>
                <a:lnTo>
                  <a:pt x="479543" y="287533"/>
                </a:lnTo>
                <a:lnTo>
                  <a:pt x="482836" y="287525"/>
                </a:lnTo>
                <a:lnTo>
                  <a:pt x="484414" y="286264"/>
                </a:lnTo>
                <a:lnTo>
                  <a:pt x="486167" y="282977"/>
                </a:lnTo>
                <a:lnTo>
                  <a:pt x="487347" y="281636"/>
                </a:lnTo>
                <a:lnTo>
                  <a:pt x="488932" y="280937"/>
                </a:lnTo>
                <a:lnTo>
                  <a:pt x="491885" y="280708"/>
                </a:lnTo>
                <a:lnTo>
                  <a:pt x="493620" y="281197"/>
                </a:lnTo>
                <a:lnTo>
                  <a:pt x="494494" y="281924"/>
                </a:lnTo>
                <a:lnTo>
                  <a:pt x="496649" y="285650"/>
                </a:lnTo>
                <a:lnTo>
                  <a:pt x="498028" y="286900"/>
                </a:lnTo>
                <a:lnTo>
                  <a:pt x="500468" y="287627"/>
                </a:lnTo>
                <a:lnTo>
                  <a:pt x="503502" y="287219"/>
                </a:lnTo>
                <a:lnTo>
                  <a:pt x="504437" y="286283"/>
                </a:lnTo>
                <a:lnTo>
                  <a:pt x="504688" y="285370"/>
                </a:lnTo>
                <a:lnTo>
                  <a:pt x="504139" y="281542"/>
                </a:lnTo>
                <a:lnTo>
                  <a:pt x="498689" y="265399"/>
                </a:lnTo>
                <a:lnTo>
                  <a:pt x="496835" y="258790"/>
                </a:lnTo>
                <a:lnTo>
                  <a:pt x="495913" y="257358"/>
                </a:lnTo>
                <a:lnTo>
                  <a:pt x="493897" y="256124"/>
                </a:lnTo>
                <a:lnTo>
                  <a:pt x="490358" y="255678"/>
                </a:lnTo>
                <a:lnTo>
                  <a:pt x="488475" y="256496"/>
                </a:lnTo>
                <a:close/>
                <a:moveTo>
                  <a:pt x="491985" y="270996"/>
                </a:moveTo>
                <a:lnTo>
                  <a:pt x="492440" y="272124"/>
                </a:lnTo>
                <a:lnTo>
                  <a:pt x="491851" y="273019"/>
                </a:lnTo>
                <a:lnTo>
                  <a:pt x="490031" y="273398"/>
                </a:lnTo>
                <a:lnTo>
                  <a:pt x="489105" y="272823"/>
                </a:lnTo>
                <a:lnTo>
                  <a:pt x="488946" y="271385"/>
                </a:lnTo>
                <a:lnTo>
                  <a:pt x="489620" y="270409"/>
                </a:lnTo>
                <a:lnTo>
                  <a:pt x="490764" y="270246"/>
                </a:lnTo>
                <a:lnTo>
                  <a:pt x="491985" y="270996"/>
                </a:lnTo>
                <a:close/>
                <a:moveTo>
                  <a:pt x="525748" y="255995"/>
                </a:moveTo>
                <a:lnTo>
                  <a:pt x="524412" y="257211"/>
                </a:lnTo>
                <a:lnTo>
                  <a:pt x="523774" y="260664"/>
                </a:lnTo>
                <a:lnTo>
                  <a:pt x="523627" y="279610"/>
                </a:lnTo>
                <a:lnTo>
                  <a:pt x="523788" y="285254"/>
                </a:lnTo>
                <a:lnTo>
                  <a:pt x="524099" y="286156"/>
                </a:lnTo>
                <a:lnTo>
                  <a:pt x="525822" y="287380"/>
                </a:lnTo>
                <a:lnTo>
                  <a:pt x="528214" y="287696"/>
                </a:lnTo>
                <a:lnTo>
                  <a:pt x="529741" y="287310"/>
                </a:lnTo>
                <a:lnTo>
                  <a:pt x="531431" y="286081"/>
                </a:lnTo>
                <a:lnTo>
                  <a:pt x="531706" y="278539"/>
                </a:lnTo>
                <a:lnTo>
                  <a:pt x="532151" y="276188"/>
                </a:lnTo>
                <a:lnTo>
                  <a:pt x="533773" y="274938"/>
                </a:lnTo>
                <a:lnTo>
                  <a:pt x="536586" y="274584"/>
                </a:lnTo>
                <a:lnTo>
                  <a:pt x="539252" y="275167"/>
                </a:lnTo>
                <a:lnTo>
                  <a:pt x="540289" y="276052"/>
                </a:lnTo>
                <a:lnTo>
                  <a:pt x="540707" y="285705"/>
                </a:lnTo>
                <a:lnTo>
                  <a:pt x="542266" y="287160"/>
                </a:lnTo>
                <a:lnTo>
                  <a:pt x="543483" y="287628"/>
                </a:lnTo>
                <a:lnTo>
                  <a:pt x="545602" y="287667"/>
                </a:lnTo>
                <a:lnTo>
                  <a:pt x="547456" y="286920"/>
                </a:lnTo>
                <a:lnTo>
                  <a:pt x="548646" y="285579"/>
                </a:lnTo>
                <a:lnTo>
                  <a:pt x="548646" y="258711"/>
                </a:lnTo>
                <a:lnTo>
                  <a:pt x="547644" y="257111"/>
                </a:lnTo>
                <a:lnTo>
                  <a:pt x="546661" y="256152"/>
                </a:lnTo>
                <a:lnTo>
                  <a:pt x="545638" y="255786"/>
                </a:lnTo>
                <a:lnTo>
                  <a:pt x="543798" y="255764"/>
                </a:lnTo>
                <a:lnTo>
                  <a:pt x="542364" y="256422"/>
                </a:lnTo>
                <a:lnTo>
                  <a:pt x="541046" y="258591"/>
                </a:lnTo>
                <a:lnTo>
                  <a:pt x="540846" y="264477"/>
                </a:lnTo>
                <a:lnTo>
                  <a:pt x="540340" y="266174"/>
                </a:lnTo>
                <a:lnTo>
                  <a:pt x="539247" y="267211"/>
                </a:lnTo>
                <a:lnTo>
                  <a:pt x="536356" y="267674"/>
                </a:lnTo>
                <a:lnTo>
                  <a:pt x="533472" y="267300"/>
                </a:lnTo>
                <a:lnTo>
                  <a:pt x="532110" y="266368"/>
                </a:lnTo>
                <a:lnTo>
                  <a:pt x="531582" y="264286"/>
                </a:lnTo>
                <a:lnTo>
                  <a:pt x="531514" y="258001"/>
                </a:lnTo>
                <a:lnTo>
                  <a:pt x="528669" y="255763"/>
                </a:lnTo>
                <a:lnTo>
                  <a:pt x="527298" y="255616"/>
                </a:lnTo>
                <a:lnTo>
                  <a:pt x="525748" y="255995"/>
                </a:lnTo>
                <a:close/>
                <a:moveTo>
                  <a:pt x="571754" y="256413"/>
                </a:moveTo>
                <a:lnTo>
                  <a:pt x="570231" y="257678"/>
                </a:lnTo>
                <a:lnTo>
                  <a:pt x="569901" y="258850"/>
                </a:lnTo>
                <a:lnTo>
                  <a:pt x="569623" y="285287"/>
                </a:lnTo>
                <a:lnTo>
                  <a:pt x="570921" y="286725"/>
                </a:lnTo>
                <a:lnTo>
                  <a:pt x="572540" y="287464"/>
                </a:lnTo>
                <a:lnTo>
                  <a:pt x="574470" y="287667"/>
                </a:lnTo>
                <a:lnTo>
                  <a:pt x="576183" y="287251"/>
                </a:lnTo>
                <a:lnTo>
                  <a:pt x="578440" y="284613"/>
                </a:lnTo>
                <a:lnTo>
                  <a:pt x="581991" y="278748"/>
                </a:lnTo>
                <a:lnTo>
                  <a:pt x="586003" y="274255"/>
                </a:lnTo>
                <a:lnTo>
                  <a:pt x="587167" y="275794"/>
                </a:lnTo>
                <a:lnTo>
                  <a:pt x="587450" y="276815"/>
                </a:lnTo>
                <a:lnTo>
                  <a:pt x="587299" y="283426"/>
                </a:lnTo>
                <a:lnTo>
                  <a:pt x="587591" y="285872"/>
                </a:lnTo>
                <a:lnTo>
                  <a:pt x="588511" y="286915"/>
                </a:lnTo>
                <a:lnTo>
                  <a:pt x="589929" y="287522"/>
                </a:lnTo>
                <a:lnTo>
                  <a:pt x="592365" y="287555"/>
                </a:lnTo>
                <a:lnTo>
                  <a:pt x="593780" y="286954"/>
                </a:lnTo>
                <a:lnTo>
                  <a:pt x="595029" y="285579"/>
                </a:lnTo>
                <a:lnTo>
                  <a:pt x="595029" y="258001"/>
                </a:lnTo>
                <a:lnTo>
                  <a:pt x="592191" y="255708"/>
                </a:lnTo>
                <a:lnTo>
                  <a:pt x="590492" y="255614"/>
                </a:lnTo>
                <a:lnTo>
                  <a:pt x="588744" y="256491"/>
                </a:lnTo>
                <a:lnTo>
                  <a:pt x="586090" y="259591"/>
                </a:lnTo>
                <a:lnTo>
                  <a:pt x="580923" y="267727"/>
                </a:lnTo>
                <a:lnTo>
                  <a:pt x="579375" y="269199"/>
                </a:lnTo>
                <a:lnTo>
                  <a:pt x="578760" y="268930"/>
                </a:lnTo>
                <a:lnTo>
                  <a:pt x="578119" y="267293"/>
                </a:lnTo>
                <a:lnTo>
                  <a:pt x="577751" y="259527"/>
                </a:lnTo>
                <a:lnTo>
                  <a:pt x="577052" y="256956"/>
                </a:lnTo>
                <a:lnTo>
                  <a:pt x="575974" y="256037"/>
                </a:lnTo>
                <a:lnTo>
                  <a:pt x="574684" y="255642"/>
                </a:lnTo>
                <a:lnTo>
                  <a:pt x="573456" y="255673"/>
                </a:lnTo>
                <a:lnTo>
                  <a:pt x="571754" y="256413"/>
                </a:lnTo>
                <a:close/>
                <a:moveTo>
                  <a:pt x="617133" y="257207"/>
                </a:moveTo>
                <a:lnTo>
                  <a:pt x="615921" y="258460"/>
                </a:lnTo>
                <a:lnTo>
                  <a:pt x="616130" y="281401"/>
                </a:lnTo>
                <a:lnTo>
                  <a:pt x="616360" y="285494"/>
                </a:lnTo>
                <a:lnTo>
                  <a:pt x="616844" y="286352"/>
                </a:lnTo>
                <a:lnTo>
                  <a:pt x="618201" y="287165"/>
                </a:lnTo>
                <a:lnTo>
                  <a:pt x="619949" y="287538"/>
                </a:lnTo>
                <a:lnTo>
                  <a:pt x="621731" y="287445"/>
                </a:lnTo>
                <a:lnTo>
                  <a:pt x="623193" y="286859"/>
                </a:lnTo>
                <a:lnTo>
                  <a:pt x="628823" y="277438"/>
                </a:lnTo>
                <a:lnTo>
                  <a:pt x="630405" y="276120"/>
                </a:lnTo>
                <a:lnTo>
                  <a:pt x="632248" y="275304"/>
                </a:lnTo>
                <a:lnTo>
                  <a:pt x="632872" y="275479"/>
                </a:lnTo>
                <a:lnTo>
                  <a:pt x="633184" y="276360"/>
                </a:lnTo>
                <a:lnTo>
                  <a:pt x="634015" y="286373"/>
                </a:lnTo>
                <a:lnTo>
                  <a:pt x="635581" y="287337"/>
                </a:lnTo>
                <a:lnTo>
                  <a:pt x="637971" y="287631"/>
                </a:lnTo>
                <a:lnTo>
                  <a:pt x="640203" y="287193"/>
                </a:lnTo>
                <a:lnTo>
                  <a:pt x="641829" y="286039"/>
                </a:lnTo>
                <a:lnTo>
                  <a:pt x="641708" y="261679"/>
                </a:lnTo>
                <a:lnTo>
                  <a:pt x="640908" y="257073"/>
                </a:lnTo>
                <a:lnTo>
                  <a:pt x="639673" y="256135"/>
                </a:lnTo>
                <a:lnTo>
                  <a:pt x="637650" y="255995"/>
                </a:lnTo>
                <a:lnTo>
                  <a:pt x="636397" y="256205"/>
                </a:lnTo>
                <a:lnTo>
                  <a:pt x="634568" y="257259"/>
                </a:lnTo>
                <a:lnTo>
                  <a:pt x="632898" y="259103"/>
                </a:lnTo>
                <a:lnTo>
                  <a:pt x="627413" y="267988"/>
                </a:lnTo>
                <a:lnTo>
                  <a:pt x="625960" y="268917"/>
                </a:lnTo>
                <a:lnTo>
                  <a:pt x="625123" y="268667"/>
                </a:lnTo>
                <a:lnTo>
                  <a:pt x="624573" y="267654"/>
                </a:lnTo>
                <a:lnTo>
                  <a:pt x="624279" y="258043"/>
                </a:lnTo>
                <a:lnTo>
                  <a:pt x="622733" y="256625"/>
                </a:lnTo>
                <a:lnTo>
                  <a:pt x="620900" y="255961"/>
                </a:lnTo>
                <a:lnTo>
                  <a:pt x="618896" y="256160"/>
                </a:lnTo>
                <a:lnTo>
                  <a:pt x="617133" y="257207"/>
                </a:lnTo>
                <a:close/>
                <a:moveTo>
                  <a:pt x="825101" y="258544"/>
                </a:moveTo>
                <a:lnTo>
                  <a:pt x="824808" y="260215"/>
                </a:lnTo>
                <a:lnTo>
                  <a:pt x="827243" y="265620"/>
                </a:lnTo>
                <a:lnTo>
                  <a:pt x="826721" y="266716"/>
                </a:lnTo>
                <a:lnTo>
                  <a:pt x="823789" y="267452"/>
                </a:lnTo>
                <a:lnTo>
                  <a:pt x="816202" y="266824"/>
                </a:lnTo>
                <a:lnTo>
                  <a:pt x="811783" y="267395"/>
                </a:lnTo>
                <a:lnTo>
                  <a:pt x="809139" y="268841"/>
                </a:lnTo>
                <a:lnTo>
                  <a:pt x="808753" y="270771"/>
                </a:lnTo>
                <a:lnTo>
                  <a:pt x="809655" y="272726"/>
                </a:lnTo>
                <a:lnTo>
                  <a:pt x="811657" y="273971"/>
                </a:lnTo>
                <a:lnTo>
                  <a:pt x="816295" y="275342"/>
                </a:lnTo>
                <a:lnTo>
                  <a:pt x="821768" y="275955"/>
                </a:lnTo>
                <a:lnTo>
                  <a:pt x="823231" y="276507"/>
                </a:lnTo>
                <a:lnTo>
                  <a:pt x="824816" y="277895"/>
                </a:lnTo>
                <a:lnTo>
                  <a:pt x="827872" y="284490"/>
                </a:lnTo>
                <a:lnTo>
                  <a:pt x="832055" y="296261"/>
                </a:lnTo>
                <a:lnTo>
                  <a:pt x="837950" y="304803"/>
                </a:lnTo>
                <a:lnTo>
                  <a:pt x="841837" y="313938"/>
                </a:lnTo>
                <a:lnTo>
                  <a:pt x="842687" y="319133"/>
                </a:lnTo>
                <a:lnTo>
                  <a:pt x="842984" y="336587"/>
                </a:lnTo>
                <a:lnTo>
                  <a:pt x="844197" y="342617"/>
                </a:lnTo>
                <a:lnTo>
                  <a:pt x="842792" y="351497"/>
                </a:lnTo>
                <a:lnTo>
                  <a:pt x="841038" y="370964"/>
                </a:lnTo>
                <a:lnTo>
                  <a:pt x="840177" y="374940"/>
                </a:lnTo>
                <a:lnTo>
                  <a:pt x="838229" y="379659"/>
                </a:lnTo>
                <a:lnTo>
                  <a:pt x="836953" y="381616"/>
                </a:lnTo>
                <a:lnTo>
                  <a:pt x="835202" y="383107"/>
                </a:lnTo>
                <a:lnTo>
                  <a:pt x="833000" y="384117"/>
                </a:lnTo>
                <a:lnTo>
                  <a:pt x="830371" y="384630"/>
                </a:lnTo>
                <a:lnTo>
                  <a:pt x="826605" y="384695"/>
                </a:lnTo>
                <a:lnTo>
                  <a:pt x="822452" y="379459"/>
                </a:lnTo>
                <a:lnTo>
                  <a:pt x="822489" y="378468"/>
                </a:lnTo>
                <a:lnTo>
                  <a:pt x="823210" y="377701"/>
                </a:lnTo>
                <a:lnTo>
                  <a:pt x="828210" y="376770"/>
                </a:lnTo>
                <a:lnTo>
                  <a:pt x="829724" y="376023"/>
                </a:lnTo>
                <a:lnTo>
                  <a:pt x="830533" y="375001"/>
                </a:lnTo>
                <a:lnTo>
                  <a:pt x="830658" y="355654"/>
                </a:lnTo>
                <a:lnTo>
                  <a:pt x="828449" y="349895"/>
                </a:lnTo>
                <a:lnTo>
                  <a:pt x="827227" y="341852"/>
                </a:lnTo>
                <a:lnTo>
                  <a:pt x="826172" y="338597"/>
                </a:lnTo>
                <a:lnTo>
                  <a:pt x="823428" y="334324"/>
                </a:lnTo>
                <a:lnTo>
                  <a:pt x="817955" y="329542"/>
                </a:lnTo>
                <a:lnTo>
                  <a:pt x="815411" y="328416"/>
                </a:lnTo>
                <a:lnTo>
                  <a:pt x="813481" y="329009"/>
                </a:lnTo>
                <a:lnTo>
                  <a:pt x="804476" y="342336"/>
                </a:lnTo>
                <a:lnTo>
                  <a:pt x="802465" y="344149"/>
                </a:lnTo>
                <a:lnTo>
                  <a:pt x="800445" y="344320"/>
                </a:lnTo>
                <a:lnTo>
                  <a:pt x="797139" y="341932"/>
                </a:lnTo>
                <a:lnTo>
                  <a:pt x="795480" y="341180"/>
                </a:lnTo>
                <a:lnTo>
                  <a:pt x="794013" y="341252"/>
                </a:lnTo>
                <a:lnTo>
                  <a:pt x="792550" y="342408"/>
                </a:lnTo>
                <a:lnTo>
                  <a:pt x="795934" y="353257"/>
                </a:lnTo>
                <a:lnTo>
                  <a:pt x="797198" y="354195"/>
                </a:lnTo>
                <a:lnTo>
                  <a:pt x="800409" y="354801"/>
                </a:lnTo>
                <a:lnTo>
                  <a:pt x="803317" y="354387"/>
                </a:lnTo>
                <a:lnTo>
                  <a:pt x="805654" y="353012"/>
                </a:lnTo>
                <a:lnTo>
                  <a:pt x="809775" y="349124"/>
                </a:lnTo>
                <a:lnTo>
                  <a:pt x="816367" y="341985"/>
                </a:lnTo>
                <a:lnTo>
                  <a:pt x="817276" y="341960"/>
                </a:lnTo>
                <a:lnTo>
                  <a:pt x="818133" y="342965"/>
                </a:lnTo>
                <a:lnTo>
                  <a:pt x="818530" y="344929"/>
                </a:lnTo>
                <a:lnTo>
                  <a:pt x="818582" y="350556"/>
                </a:lnTo>
                <a:lnTo>
                  <a:pt x="821716" y="356072"/>
                </a:lnTo>
                <a:lnTo>
                  <a:pt x="822009" y="365850"/>
                </a:lnTo>
                <a:lnTo>
                  <a:pt x="819979" y="367638"/>
                </a:lnTo>
                <a:lnTo>
                  <a:pt x="815898" y="368349"/>
                </a:lnTo>
                <a:lnTo>
                  <a:pt x="814136" y="369614"/>
                </a:lnTo>
                <a:lnTo>
                  <a:pt x="811249" y="374671"/>
                </a:lnTo>
                <a:lnTo>
                  <a:pt x="810305" y="377011"/>
                </a:lnTo>
                <a:lnTo>
                  <a:pt x="810089" y="378694"/>
                </a:lnTo>
                <a:lnTo>
                  <a:pt x="811227" y="380929"/>
                </a:lnTo>
                <a:lnTo>
                  <a:pt x="817184" y="387824"/>
                </a:lnTo>
                <a:lnTo>
                  <a:pt x="818865" y="391748"/>
                </a:lnTo>
                <a:lnTo>
                  <a:pt x="818474" y="394070"/>
                </a:lnTo>
                <a:lnTo>
                  <a:pt x="814339" y="399286"/>
                </a:lnTo>
                <a:lnTo>
                  <a:pt x="814299" y="401107"/>
                </a:lnTo>
                <a:lnTo>
                  <a:pt x="816436" y="403336"/>
                </a:lnTo>
                <a:lnTo>
                  <a:pt x="818362" y="404128"/>
                </a:lnTo>
                <a:lnTo>
                  <a:pt x="821701" y="404683"/>
                </a:lnTo>
                <a:lnTo>
                  <a:pt x="824499" y="404341"/>
                </a:lnTo>
                <a:lnTo>
                  <a:pt x="825583" y="403565"/>
                </a:lnTo>
                <a:lnTo>
                  <a:pt x="827887" y="400432"/>
                </a:lnTo>
                <a:lnTo>
                  <a:pt x="829726" y="395979"/>
                </a:lnTo>
                <a:lnTo>
                  <a:pt x="831797" y="393982"/>
                </a:lnTo>
                <a:lnTo>
                  <a:pt x="835109" y="392594"/>
                </a:lnTo>
                <a:lnTo>
                  <a:pt x="840990" y="391165"/>
                </a:lnTo>
                <a:lnTo>
                  <a:pt x="844430" y="386445"/>
                </a:lnTo>
                <a:lnTo>
                  <a:pt x="848292" y="380140"/>
                </a:lnTo>
                <a:lnTo>
                  <a:pt x="850909" y="361949"/>
                </a:lnTo>
                <a:lnTo>
                  <a:pt x="851960" y="348507"/>
                </a:lnTo>
                <a:lnTo>
                  <a:pt x="851802" y="313450"/>
                </a:lnTo>
                <a:lnTo>
                  <a:pt x="847398" y="303595"/>
                </a:lnTo>
                <a:lnTo>
                  <a:pt x="844942" y="299624"/>
                </a:lnTo>
                <a:lnTo>
                  <a:pt x="842510" y="296606"/>
                </a:lnTo>
                <a:lnTo>
                  <a:pt x="839094" y="290581"/>
                </a:lnTo>
                <a:lnTo>
                  <a:pt x="838691" y="288927"/>
                </a:lnTo>
                <a:lnTo>
                  <a:pt x="839102" y="286580"/>
                </a:lnTo>
                <a:lnTo>
                  <a:pt x="839953" y="286203"/>
                </a:lnTo>
                <a:lnTo>
                  <a:pt x="842157" y="287852"/>
                </a:lnTo>
                <a:lnTo>
                  <a:pt x="849915" y="298073"/>
                </a:lnTo>
                <a:lnTo>
                  <a:pt x="853779" y="303815"/>
                </a:lnTo>
                <a:lnTo>
                  <a:pt x="856475" y="306824"/>
                </a:lnTo>
                <a:lnTo>
                  <a:pt x="858825" y="308820"/>
                </a:lnTo>
                <a:lnTo>
                  <a:pt x="860829" y="312052"/>
                </a:lnTo>
                <a:lnTo>
                  <a:pt x="862723" y="316417"/>
                </a:lnTo>
                <a:lnTo>
                  <a:pt x="864839" y="320122"/>
                </a:lnTo>
                <a:lnTo>
                  <a:pt x="867482" y="323479"/>
                </a:lnTo>
                <a:lnTo>
                  <a:pt x="870356" y="326154"/>
                </a:lnTo>
                <a:lnTo>
                  <a:pt x="873163" y="327814"/>
                </a:lnTo>
                <a:lnTo>
                  <a:pt x="874450" y="328159"/>
                </a:lnTo>
                <a:lnTo>
                  <a:pt x="876688" y="327851"/>
                </a:lnTo>
                <a:lnTo>
                  <a:pt x="877916" y="326074"/>
                </a:lnTo>
                <a:lnTo>
                  <a:pt x="878461" y="322351"/>
                </a:lnTo>
                <a:lnTo>
                  <a:pt x="880884" y="321415"/>
                </a:lnTo>
                <a:lnTo>
                  <a:pt x="883839" y="320903"/>
                </a:lnTo>
                <a:lnTo>
                  <a:pt x="884651" y="319609"/>
                </a:lnTo>
                <a:lnTo>
                  <a:pt x="883894" y="317581"/>
                </a:lnTo>
                <a:lnTo>
                  <a:pt x="881202" y="314871"/>
                </a:lnTo>
                <a:lnTo>
                  <a:pt x="870203" y="309440"/>
                </a:lnTo>
                <a:lnTo>
                  <a:pt x="868007" y="307723"/>
                </a:lnTo>
                <a:lnTo>
                  <a:pt x="866359" y="305454"/>
                </a:lnTo>
                <a:lnTo>
                  <a:pt x="864964" y="300748"/>
                </a:lnTo>
                <a:lnTo>
                  <a:pt x="864431" y="296833"/>
                </a:lnTo>
                <a:lnTo>
                  <a:pt x="865113" y="295257"/>
                </a:lnTo>
                <a:lnTo>
                  <a:pt x="868913" y="292437"/>
                </a:lnTo>
                <a:lnTo>
                  <a:pt x="868976" y="290009"/>
                </a:lnTo>
                <a:lnTo>
                  <a:pt x="868145" y="288405"/>
                </a:lnTo>
                <a:lnTo>
                  <a:pt x="845221" y="272318"/>
                </a:lnTo>
                <a:lnTo>
                  <a:pt x="843176" y="270205"/>
                </a:lnTo>
                <a:lnTo>
                  <a:pt x="839170" y="264931"/>
                </a:lnTo>
                <a:lnTo>
                  <a:pt x="832831" y="258878"/>
                </a:lnTo>
                <a:lnTo>
                  <a:pt x="831177" y="258097"/>
                </a:lnTo>
                <a:lnTo>
                  <a:pt x="828417" y="257583"/>
                </a:lnTo>
                <a:lnTo>
                  <a:pt x="826053" y="257881"/>
                </a:lnTo>
                <a:lnTo>
                  <a:pt x="825101" y="258544"/>
                </a:lnTo>
                <a:close/>
                <a:moveTo>
                  <a:pt x="561809" y="301541"/>
                </a:moveTo>
                <a:lnTo>
                  <a:pt x="557088" y="302261"/>
                </a:lnTo>
                <a:lnTo>
                  <a:pt x="552647" y="303449"/>
                </a:lnTo>
                <a:lnTo>
                  <a:pt x="548517" y="305081"/>
                </a:lnTo>
                <a:lnTo>
                  <a:pt x="544728" y="307133"/>
                </a:lnTo>
                <a:lnTo>
                  <a:pt x="541308" y="309580"/>
                </a:lnTo>
                <a:lnTo>
                  <a:pt x="538288" y="312396"/>
                </a:lnTo>
                <a:lnTo>
                  <a:pt x="535698" y="315558"/>
                </a:lnTo>
                <a:lnTo>
                  <a:pt x="533567" y="319039"/>
                </a:lnTo>
                <a:lnTo>
                  <a:pt x="531926" y="322816"/>
                </a:lnTo>
                <a:lnTo>
                  <a:pt x="530804" y="326864"/>
                </a:lnTo>
                <a:lnTo>
                  <a:pt x="530052" y="330583"/>
                </a:lnTo>
                <a:lnTo>
                  <a:pt x="530052" y="391172"/>
                </a:lnTo>
                <a:lnTo>
                  <a:pt x="531542" y="398370"/>
                </a:lnTo>
                <a:lnTo>
                  <a:pt x="533928" y="404139"/>
                </a:lnTo>
                <a:lnTo>
                  <a:pt x="535540" y="406801"/>
                </a:lnTo>
                <a:lnTo>
                  <a:pt x="539508" y="411570"/>
                </a:lnTo>
                <a:lnTo>
                  <a:pt x="544344" y="415446"/>
                </a:lnTo>
                <a:lnTo>
                  <a:pt x="549900" y="418249"/>
                </a:lnTo>
                <a:lnTo>
                  <a:pt x="556638" y="420348"/>
                </a:lnTo>
                <a:lnTo>
                  <a:pt x="570067" y="420883"/>
                </a:lnTo>
                <a:lnTo>
                  <a:pt x="610442" y="420808"/>
                </a:lnTo>
                <a:lnTo>
                  <a:pt x="616064" y="420095"/>
                </a:lnTo>
                <a:lnTo>
                  <a:pt x="624077" y="417081"/>
                </a:lnTo>
                <a:lnTo>
                  <a:pt x="629517" y="413423"/>
                </a:lnTo>
                <a:lnTo>
                  <a:pt x="634056" y="409122"/>
                </a:lnTo>
                <a:lnTo>
                  <a:pt x="637934" y="403042"/>
                </a:lnTo>
                <a:lnTo>
                  <a:pt x="640829" y="394300"/>
                </a:lnTo>
                <a:lnTo>
                  <a:pt x="641395" y="386455"/>
                </a:lnTo>
                <a:lnTo>
                  <a:pt x="641522" y="377188"/>
                </a:lnTo>
                <a:lnTo>
                  <a:pt x="641202" y="327658"/>
                </a:lnTo>
                <a:lnTo>
                  <a:pt x="637418" y="318528"/>
                </a:lnTo>
                <a:lnTo>
                  <a:pt x="635159" y="315075"/>
                </a:lnTo>
                <a:lnTo>
                  <a:pt x="632301" y="311611"/>
                </a:lnTo>
                <a:lnTo>
                  <a:pt x="627246" y="307407"/>
                </a:lnTo>
                <a:lnTo>
                  <a:pt x="621702" y="304493"/>
                </a:lnTo>
                <a:lnTo>
                  <a:pt x="611534" y="301374"/>
                </a:lnTo>
                <a:lnTo>
                  <a:pt x="561809" y="301541"/>
                </a:lnTo>
                <a:close/>
                <a:moveTo>
                  <a:pt x="608024" y="327658"/>
                </a:moveTo>
                <a:lnTo>
                  <a:pt x="610419" y="329036"/>
                </a:lnTo>
                <a:lnTo>
                  <a:pt x="613390" y="332044"/>
                </a:lnTo>
                <a:lnTo>
                  <a:pt x="614626" y="334343"/>
                </a:lnTo>
                <a:lnTo>
                  <a:pt x="614805" y="336388"/>
                </a:lnTo>
                <a:lnTo>
                  <a:pt x="615093" y="353703"/>
                </a:lnTo>
                <a:lnTo>
                  <a:pt x="614910" y="381936"/>
                </a:lnTo>
                <a:lnTo>
                  <a:pt x="614584" y="388163"/>
                </a:lnTo>
                <a:lnTo>
                  <a:pt x="613075" y="390817"/>
                </a:lnTo>
                <a:lnTo>
                  <a:pt x="610113" y="394139"/>
                </a:lnTo>
                <a:lnTo>
                  <a:pt x="602675" y="396437"/>
                </a:lnTo>
                <a:lnTo>
                  <a:pt x="566823" y="396186"/>
                </a:lnTo>
                <a:lnTo>
                  <a:pt x="560556" y="393601"/>
                </a:lnTo>
                <a:lnTo>
                  <a:pt x="558203" y="391038"/>
                </a:lnTo>
                <a:lnTo>
                  <a:pt x="555625" y="386158"/>
                </a:lnTo>
                <a:lnTo>
                  <a:pt x="555708" y="336725"/>
                </a:lnTo>
                <a:lnTo>
                  <a:pt x="558573" y="331100"/>
                </a:lnTo>
                <a:lnTo>
                  <a:pt x="561648" y="328314"/>
                </a:lnTo>
                <a:lnTo>
                  <a:pt x="563230" y="327616"/>
                </a:lnTo>
                <a:lnTo>
                  <a:pt x="565004" y="327381"/>
                </a:lnTo>
                <a:lnTo>
                  <a:pt x="591853" y="327029"/>
                </a:lnTo>
                <a:lnTo>
                  <a:pt x="608024" y="327658"/>
                </a:lnTo>
                <a:close/>
                <a:moveTo>
                  <a:pt x="25364" y="304049"/>
                </a:moveTo>
                <a:lnTo>
                  <a:pt x="1588" y="304258"/>
                </a:lnTo>
                <a:lnTo>
                  <a:pt x="0" y="306221"/>
                </a:lnTo>
                <a:lnTo>
                  <a:pt x="0" y="326529"/>
                </a:lnTo>
                <a:lnTo>
                  <a:pt x="1588" y="328493"/>
                </a:lnTo>
                <a:lnTo>
                  <a:pt x="60631" y="328702"/>
                </a:lnTo>
                <a:lnTo>
                  <a:pt x="64653" y="330413"/>
                </a:lnTo>
                <a:lnTo>
                  <a:pt x="66343" y="331530"/>
                </a:lnTo>
                <a:lnTo>
                  <a:pt x="69364" y="335513"/>
                </a:lnTo>
                <a:lnTo>
                  <a:pt x="69260" y="344628"/>
                </a:lnTo>
                <a:lnTo>
                  <a:pt x="68737" y="346868"/>
                </a:lnTo>
                <a:lnTo>
                  <a:pt x="66732" y="347581"/>
                </a:lnTo>
                <a:lnTo>
                  <a:pt x="63497" y="347809"/>
                </a:lnTo>
                <a:lnTo>
                  <a:pt x="30629" y="348258"/>
                </a:lnTo>
                <a:lnTo>
                  <a:pt x="29834" y="349438"/>
                </a:lnTo>
                <a:lnTo>
                  <a:pt x="29410" y="352280"/>
                </a:lnTo>
                <a:lnTo>
                  <a:pt x="29358" y="367060"/>
                </a:lnTo>
                <a:lnTo>
                  <a:pt x="29971" y="371735"/>
                </a:lnTo>
                <a:lnTo>
                  <a:pt x="30550" y="372724"/>
                </a:lnTo>
                <a:lnTo>
                  <a:pt x="31263" y="373068"/>
                </a:lnTo>
                <a:lnTo>
                  <a:pt x="67609" y="373413"/>
                </a:lnTo>
                <a:lnTo>
                  <a:pt x="69573" y="375001"/>
                </a:lnTo>
                <a:lnTo>
                  <a:pt x="68944" y="387408"/>
                </a:lnTo>
                <a:lnTo>
                  <a:pt x="68052" y="389066"/>
                </a:lnTo>
                <a:lnTo>
                  <a:pt x="65940" y="391101"/>
                </a:lnTo>
                <a:lnTo>
                  <a:pt x="61216" y="393679"/>
                </a:lnTo>
                <a:lnTo>
                  <a:pt x="1755" y="394097"/>
                </a:lnTo>
                <a:lnTo>
                  <a:pt x="0" y="395685"/>
                </a:lnTo>
                <a:lnTo>
                  <a:pt x="0" y="416786"/>
                </a:lnTo>
                <a:lnTo>
                  <a:pt x="1588" y="418750"/>
                </a:lnTo>
                <a:lnTo>
                  <a:pt x="59189" y="418782"/>
                </a:lnTo>
                <a:lnTo>
                  <a:pt x="67278" y="418262"/>
                </a:lnTo>
                <a:lnTo>
                  <a:pt x="73419" y="417427"/>
                </a:lnTo>
                <a:lnTo>
                  <a:pt x="77513" y="416238"/>
                </a:lnTo>
                <a:lnTo>
                  <a:pt x="83113" y="413867"/>
                </a:lnTo>
                <a:lnTo>
                  <a:pt x="88182" y="409565"/>
                </a:lnTo>
                <a:lnTo>
                  <a:pt x="91469" y="404768"/>
                </a:lnTo>
                <a:lnTo>
                  <a:pt x="93200" y="400701"/>
                </a:lnTo>
                <a:lnTo>
                  <a:pt x="95204" y="394133"/>
                </a:lnTo>
                <a:lnTo>
                  <a:pt x="95713" y="390383"/>
                </a:lnTo>
                <a:lnTo>
                  <a:pt x="96337" y="370583"/>
                </a:lnTo>
                <a:lnTo>
                  <a:pt x="95888" y="335660"/>
                </a:lnTo>
                <a:lnTo>
                  <a:pt x="95145" y="327798"/>
                </a:lnTo>
                <a:lnTo>
                  <a:pt x="92106" y="318305"/>
                </a:lnTo>
                <a:lnTo>
                  <a:pt x="89894" y="314606"/>
                </a:lnTo>
                <a:lnTo>
                  <a:pt x="88497" y="312959"/>
                </a:lnTo>
                <a:lnTo>
                  <a:pt x="85111" y="310063"/>
                </a:lnTo>
                <a:lnTo>
                  <a:pt x="80919" y="307683"/>
                </a:lnTo>
                <a:lnTo>
                  <a:pt x="74179" y="305280"/>
                </a:lnTo>
                <a:lnTo>
                  <a:pt x="68735" y="304419"/>
                </a:lnTo>
                <a:lnTo>
                  <a:pt x="60145" y="303994"/>
                </a:lnTo>
                <a:lnTo>
                  <a:pt x="25364" y="304049"/>
                </a:lnTo>
                <a:close/>
                <a:moveTo>
                  <a:pt x="190668" y="303965"/>
                </a:moveTo>
                <a:lnTo>
                  <a:pt x="188053" y="304401"/>
                </a:lnTo>
                <a:lnTo>
                  <a:pt x="187534" y="304759"/>
                </a:lnTo>
                <a:lnTo>
                  <a:pt x="187312" y="305592"/>
                </a:lnTo>
                <a:lnTo>
                  <a:pt x="186573" y="344915"/>
                </a:lnTo>
                <a:lnTo>
                  <a:pt x="184985" y="346670"/>
                </a:lnTo>
                <a:lnTo>
                  <a:pt x="147687" y="346627"/>
                </a:lnTo>
                <a:lnTo>
                  <a:pt x="134550" y="346252"/>
                </a:lnTo>
                <a:lnTo>
                  <a:pt x="133526" y="344733"/>
                </a:lnTo>
                <a:lnTo>
                  <a:pt x="133034" y="339922"/>
                </a:lnTo>
                <a:lnTo>
                  <a:pt x="132879" y="305344"/>
                </a:lnTo>
                <a:lnTo>
                  <a:pt x="131295" y="304423"/>
                </a:lnTo>
                <a:lnTo>
                  <a:pt x="129102" y="304164"/>
                </a:lnTo>
                <a:lnTo>
                  <a:pt x="108225" y="304049"/>
                </a:lnTo>
                <a:lnTo>
                  <a:pt x="106554" y="305720"/>
                </a:lnTo>
                <a:lnTo>
                  <a:pt x="106554" y="416870"/>
                </a:lnTo>
                <a:lnTo>
                  <a:pt x="107735" y="417987"/>
                </a:lnTo>
                <a:lnTo>
                  <a:pt x="109708" y="418644"/>
                </a:lnTo>
                <a:lnTo>
                  <a:pt x="112161" y="418858"/>
                </a:lnTo>
                <a:lnTo>
                  <a:pt x="131165" y="418750"/>
                </a:lnTo>
                <a:lnTo>
                  <a:pt x="132962" y="416954"/>
                </a:lnTo>
                <a:lnTo>
                  <a:pt x="132943" y="382004"/>
                </a:lnTo>
                <a:lnTo>
                  <a:pt x="133500" y="373761"/>
                </a:lnTo>
                <a:lnTo>
                  <a:pt x="134126" y="372469"/>
                </a:lnTo>
                <a:lnTo>
                  <a:pt x="134956" y="372087"/>
                </a:lnTo>
                <a:lnTo>
                  <a:pt x="144370" y="371816"/>
                </a:lnTo>
                <a:lnTo>
                  <a:pt x="185069" y="371741"/>
                </a:lnTo>
                <a:lnTo>
                  <a:pt x="186782" y="373956"/>
                </a:lnTo>
                <a:lnTo>
                  <a:pt x="186782" y="416912"/>
                </a:lnTo>
                <a:lnTo>
                  <a:pt x="188871" y="419001"/>
                </a:lnTo>
                <a:lnTo>
                  <a:pt x="210976" y="418750"/>
                </a:lnTo>
                <a:lnTo>
                  <a:pt x="212856" y="416870"/>
                </a:lnTo>
                <a:lnTo>
                  <a:pt x="212689" y="306138"/>
                </a:lnTo>
                <a:lnTo>
                  <a:pt x="211568" y="304721"/>
                </a:lnTo>
                <a:lnTo>
                  <a:pt x="209403" y="304347"/>
                </a:lnTo>
                <a:lnTo>
                  <a:pt x="190668" y="303965"/>
                </a:lnTo>
                <a:close/>
                <a:moveTo>
                  <a:pt x="249670" y="304508"/>
                </a:moveTo>
                <a:lnTo>
                  <a:pt x="245215" y="305583"/>
                </a:lnTo>
                <a:lnTo>
                  <a:pt x="239170" y="307847"/>
                </a:lnTo>
                <a:lnTo>
                  <a:pt x="236006" y="309606"/>
                </a:lnTo>
                <a:lnTo>
                  <a:pt x="233144" y="312128"/>
                </a:lnTo>
                <a:lnTo>
                  <a:pt x="230701" y="315086"/>
                </a:lnTo>
                <a:lnTo>
                  <a:pt x="227907" y="320204"/>
                </a:lnTo>
                <a:lnTo>
                  <a:pt x="226679" y="323975"/>
                </a:lnTo>
                <a:lnTo>
                  <a:pt x="225225" y="331168"/>
                </a:lnTo>
                <a:lnTo>
                  <a:pt x="224871" y="346881"/>
                </a:lnTo>
                <a:lnTo>
                  <a:pt x="225016" y="391172"/>
                </a:lnTo>
                <a:lnTo>
                  <a:pt x="226907" y="399287"/>
                </a:lnTo>
                <a:lnTo>
                  <a:pt x="229793" y="406078"/>
                </a:lnTo>
                <a:lnTo>
                  <a:pt x="232504" y="409667"/>
                </a:lnTo>
                <a:lnTo>
                  <a:pt x="237909" y="413863"/>
                </a:lnTo>
                <a:lnTo>
                  <a:pt x="244394" y="416761"/>
                </a:lnTo>
                <a:lnTo>
                  <a:pt x="249308" y="417866"/>
                </a:lnTo>
                <a:lnTo>
                  <a:pt x="256804" y="418462"/>
                </a:lnTo>
                <a:lnTo>
                  <a:pt x="268848" y="418704"/>
                </a:lnTo>
                <a:lnTo>
                  <a:pt x="318491" y="418750"/>
                </a:lnTo>
                <a:lnTo>
                  <a:pt x="320079" y="416786"/>
                </a:lnTo>
                <a:lnTo>
                  <a:pt x="320011" y="398661"/>
                </a:lnTo>
                <a:lnTo>
                  <a:pt x="319786" y="396066"/>
                </a:lnTo>
                <a:lnTo>
                  <a:pt x="318929" y="394455"/>
                </a:lnTo>
                <a:lnTo>
                  <a:pt x="317340" y="394059"/>
                </a:lnTo>
                <a:lnTo>
                  <a:pt x="311785" y="393952"/>
                </a:lnTo>
                <a:lnTo>
                  <a:pt x="259698" y="393679"/>
                </a:lnTo>
                <a:lnTo>
                  <a:pt x="255588" y="391648"/>
                </a:lnTo>
                <a:lnTo>
                  <a:pt x="252700" y="389044"/>
                </a:lnTo>
                <a:lnTo>
                  <a:pt x="251166" y="385226"/>
                </a:lnTo>
                <a:lnTo>
                  <a:pt x="250714" y="379639"/>
                </a:lnTo>
                <a:lnTo>
                  <a:pt x="250940" y="375418"/>
                </a:lnTo>
                <a:lnTo>
                  <a:pt x="252469" y="373622"/>
                </a:lnTo>
                <a:lnTo>
                  <a:pt x="318449" y="372870"/>
                </a:lnTo>
                <a:lnTo>
                  <a:pt x="319427" y="371790"/>
                </a:lnTo>
                <a:lnTo>
                  <a:pt x="319797" y="370185"/>
                </a:lnTo>
                <a:lnTo>
                  <a:pt x="320079" y="360292"/>
                </a:lnTo>
                <a:lnTo>
                  <a:pt x="320079" y="350096"/>
                </a:lnTo>
                <a:lnTo>
                  <a:pt x="318491" y="348133"/>
                </a:lnTo>
                <a:lnTo>
                  <a:pt x="252399" y="347402"/>
                </a:lnTo>
                <a:lnTo>
                  <a:pt x="251554" y="347162"/>
                </a:lnTo>
                <a:lnTo>
                  <a:pt x="251117" y="346604"/>
                </a:lnTo>
                <a:lnTo>
                  <a:pt x="250726" y="343306"/>
                </a:lnTo>
                <a:lnTo>
                  <a:pt x="251153" y="337085"/>
                </a:lnTo>
                <a:lnTo>
                  <a:pt x="253246" y="332659"/>
                </a:lnTo>
                <a:lnTo>
                  <a:pt x="254496" y="331204"/>
                </a:lnTo>
                <a:lnTo>
                  <a:pt x="255589" y="330538"/>
                </a:lnTo>
                <a:lnTo>
                  <a:pt x="260701" y="328702"/>
                </a:lnTo>
                <a:lnTo>
                  <a:pt x="317864" y="328702"/>
                </a:lnTo>
                <a:lnTo>
                  <a:pt x="320079" y="326989"/>
                </a:lnTo>
                <a:lnTo>
                  <a:pt x="320079" y="305344"/>
                </a:lnTo>
                <a:lnTo>
                  <a:pt x="318112" y="304423"/>
                </a:lnTo>
                <a:lnTo>
                  <a:pt x="309496" y="304124"/>
                </a:lnTo>
                <a:lnTo>
                  <a:pt x="249670" y="304508"/>
                </a:lnTo>
                <a:close/>
                <a:moveTo>
                  <a:pt x="334160" y="304801"/>
                </a:moveTo>
                <a:lnTo>
                  <a:pt x="333450" y="305595"/>
                </a:lnTo>
                <a:lnTo>
                  <a:pt x="333450" y="416912"/>
                </a:lnTo>
                <a:lnTo>
                  <a:pt x="335497" y="418959"/>
                </a:lnTo>
                <a:lnTo>
                  <a:pt x="351116" y="418925"/>
                </a:lnTo>
                <a:lnTo>
                  <a:pt x="357008" y="418481"/>
                </a:lnTo>
                <a:lnTo>
                  <a:pt x="358387" y="417959"/>
                </a:lnTo>
                <a:lnTo>
                  <a:pt x="359274" y="417163"/>
                </a:lnTo>
                <a:lnTo>
                  <a:pt x="359592" y="415587"/>
                </a:lnTo>
                <a:lnTo>
                  <a:pt x="359904" y="382180"/>
                </a:lnTo>
                <a:lnTo>
                  <a:pt x="360259" y="378874"/>
                </a:lnTo>
                <a:lnTo>
                  <a:pt x="360948" y="377388"/>
                </a:lnTo>
                <a:lnTo>
                  <a:pt x="362073" y="376756"/>
                </a:lnTo>
                <a:lnTo>
                  <a:pt x="364658" y="376582"/>
                </a:lnTo>
                <a:lnTo>
                  <a:pt x="397336" y="376339"/>
                </a:lnTo>
                <a:lnTo>
                  <a:pt x="407591" y="375806"/>
                </a:lnTo>
                <a:lnTo>
                  <a:pt x="416771" y="373621"/>
                </a:lnTo>
                <a:lnTo>
                  <a:pt x="420320" y="372073"/>
                </a:lnTo>
                <a:lnTo>
                  <a:pt x="423472" y="370162"/>
                </a:lnTo>
                <a:lnTo>
                  <a:pt x="427416" y="366645"/>
                </a:lnTo>
                <a:lnTo>
                  <a:pt x="429919" y="363220"/>
                </a:lnTo>
                <a:lnTo>
                  <a:pt x="431292" y="360076"/>
                </a:lnTo>
                <a:lnTo>
                  <a:pt x="433401" y="352729"/>
                </a:lnTo>
                <a:lnTo>
                  <a:pt x="433642" y="332389"/>
                </a:lnTo>
                <a:lnTo>
                  <a:pt x="433250" y="327434"/>
                </a:lnTo>
                <a:lnTo>
                  <a:pt x="430795" y="318818"/>
                </a:lnTo>
                <a:lnTo>
                  <a:pt x="429059" y="315595"/>
                </a:lnTo>
                <a:lnTo>
                  <a:pt x="426747" y="312630"/>
                </a:lnTo>
                <a:lnTo>
                  <a:pt x="424024" y="310102"/>
                </a:lnTo>
                <a:lnTo>
                  <a:pt x="421055" y="308188"/>
                </a:lnTo>
                <a:lnTo>
                  <a:pt x="413174" y="305076"/>
                </a:lnTo>
                <a:lnTo>
                  <a:pt x="406784" y="304299"/>
                </a:lnTo>
                <a:lnTo>
                  <a:pt x="391052" y="304065"/>
                </a:lnTo>
                <a:lnTo>
                  <a:pt x="334829" y="304049"/>
                </a:lnTo>
                <a:lnTo>
                  <a:pt x="334160" y="304801"/>
                </a:lnTo>
                <a:close/>
                <a:moveTo>
                  <a:pt x="398845" y="329162"/>
                </a:moveTo>
                <a:lnTo>
                  <a:pt x="402999" y="330776"/>
                </a:lnTo>
                <a:lnTo>
                  <a:pt x="404909" y="332176"/>
                </a:lnTo>
                <a:lnTo>
                  <a:pt x="406222" y="333922"/>
                </a:lnTo>
                <a:lnTo>
                  <a:pt x="407244" y="337352"/>
                </a:lnTo>
                <a:lnTo>
                  <a:pt x="407322" y="341123"/>
                </a:lnTo>
                <a:lnTo>
                  <a:pt x="406633" y="345258"/>
                </a:lnTo>
                <a:lnTo>
                  <a:pt x="405142" y="347465"/>
                </a:lnTo>
                <a:lnTo>
                  <a:pt x="402030" y="349887"/>
                </a:lnTo>
                <a:lnTo>
                  <a:pt x="400358" y="350473"/>
                </a:lnTo>
                <a:lnTo>
                  <a:pt x="394750" y="350728"/>
                </a:lnTo>
                <a:lnTo>
                  <a:pt x="361488" y="350849"/>
                </a:lnTo>
                <a:lnTo>
                  <a:pt x="359775" y="348634"/>
                </a:lnTo>
                <a:lnTo>
                  <a:pt x="360033" y="332852"/>
                </a:lnTo>
                <a:lnTo>
                  <a:pt x="360743" y="330160"/>
                </a:lnTo>
                <a:lnTo>
                  <a:pt x="362115" y="328911"/>
                </a:lnTo>
                <a:lnTo>
                  <a:pt x="380104" y="328582"/>
                </a:lnTo>
                <a:lnTo>
                  <a:pt x="398845" y="329162"/>
                </a:lnTo>
                <a:close/>
                <a:moveTo>
                  <a:pt x="467791" y="304675"/>
                </a:moveTo>
                <a:lnTo>
                  <a:pt x="463873" y="305682"/>
                </a:lnTo>
                <a:lnTo>
                  <a:pt x="458252" y="307744"/>
                </a:lnTo>
                <a:lnTo>
                  <a:pt x="455386" y="309465"/>
                </a:lnTo>
                <a:lnTo>
                  <a:pt x="452534" y="311868"/>
                </a:lnTo>
                <a:lnTo>
                  <a:pt x="449978" y="314676"/>
                </a:lnTo>
                <a:lnTo>
                  <a:pt x="448000" y="317616"/>
                </a:lnTo>
                <a:lnTo>
                  <a:pt x="444813" y="325750"/>
                </a:lnTo>
                <a:lnTo>
                  <a:pt x="444067" y="334338"/>
                </a:lnTo>
                <a:lnTo>
                  <a:pt x="443848" y="345621"/>
                </a:lnTo>
                <a:lnTo>
                  <a:pt x="443764" y="416912"/>
                </a:lnTo>
                <a:lnTo>
                  <a:pt x="445812" y="418959"/>
                </a:lnTo>
                <a:lnTo>
                  <a:pt x="464931" y="418759"/>
                </a:lnTo>
                <a:lnTo>
                  <a:pt x="467949" y="418161"/>
                </a:lnTo>
                <a:lnTo>
                  <a:pt x="469212" y="416954"/>
                </a:lnTo>
                <a:lnTo>
                  <a:pt x="469567" y="407124"/>
                </a:lnTo>
                <a:lnTo>
                  <a:pt x="469912" y="341687"/>
                </a:lnTo>
                <a:lnTo>
                  <a:pt x="470331" y="336807"/>
                </a:lnTo>
                <a:lnTo>
                  <a:pt x="471873" y="332786"/>
                </a:lnTo>
                <a:lnTo>
                  <a:pt x="474689" y="330676"/>
                </a:lnTo>
                <a:lnTo>
                  <a:pt x="479720" y="328972"/>
                </a:lnTo>
                <a:lnTo>
                  <a:pt x="488253" y="328597"/>
                </a:lnTo>
                <a:lnTo>
                  <a:pt x="519480" y="328493"/>
                </a:lnTo>
                <a:lnTo>
                  <a:pt x="521068" y="326529"/>
                </a:lnTo>
                <a:lnTo>
                  <a:pt x="520953" y="307642"/>
                </a:lnTo>
                <a:lnTo>
                  <a:pt x="520693" y="305611"/>
                </a:lnTo>
                <a:lnTo>
                  <a:pt x="519773" y="304049"/>
                </a:lnTo>
                <a:lnTo>
                  <a:pt x="478282" y="304194"/>
                </a:lnTo>
                <a:lnTo>
                  <a:pt x="467791" y="304675"/>
                </a:lnTo>
                <a:close/>
                <a:moveTo>
                  <a:pt x="727280" y="314537"/>
                </a:moveTo>
                <a:lnTo>
                  <a:pt x="723766" y="316635"/>
                </a:lnTo>
                <a:lnTo>
                  <a:pt x="720253" y="317987"/>
                </a:lnTo>
                <a:lnTo>
                  <a:pt x="717701" y="319603"/>
                </a:lnTo>
                <a:lnTo>
                  <a:pt x="710310" y="326232"/>
                </a:lnTo>
                <a:lnTo>
                  <a:pt x="706596" y="328764"/>
                </a:lnTo>
                <a:lnTo>
                  <a:pt x="705250" y="330559"/>
                </a:lnTo>
                <a:lnTo>
                  <a:pt x="704925" y="332045"/>
                </a:lnTo>
                <a:lnTo>
                  <a:pt x="705252" y="332781"/>
                </a:lnTo>
                <a:lnTo>
                  <a:pt x="710847" y="338832"/>
                </a:lnTo>
                <a:lnTo>
                  <a:pt x="711884" y="341002"/>
                </a:lnTo>
                <a:lnTo>
                  <a:pt x="710953" y="347495"/>
                </a:lnTo>
                <a:lnTo>
                  <a:pt x="710480" y="356915"/>
                </a:lnTo>
                <a:lnTo>
                  <a:pt x="710032" y="358581"/>
                </a:lnTo>
                <a:lnTo>
                  <a:pt x="708763" y="360556"/>
                </a:lnTo>
                <a:lnTo>
                  <a:pt x="706304" y="363050"/>
                </a:lnTo>
                <a:lnTo>
                  <a:pt x="700078" y="361671"/>
                </a:lnTo>
                <a:lnTo>
                  <a:pt x="695070" y="363433"/>
                </a:lnTo>
                <a:lnTo>
                  <a:pt x="693032" y="363682"/>
                </a:lnTo>
                <a:lnTo>
                  <a:pt x="686380" y="361864"/>
                </a:lnTo>
                <a:lnTo>
                  <a:pt x="683835" y="361713"/>
                </a:lnTo>
                <a:lnTo>
                  <a:pt x="682742" y="362005"/>
                </a:lnTo>
                <a:lnTo>
                  <a:pt x="680621" y="363440"/>
                </a:lnTo>
                <a:lnTo>
                  <a:pt x="675566" y="369474"/>
                </a:lnTo>
                <a:lnTo>
                  <a:pt x="671782" y="373071"/>
                </a:lnTo>
                <a:lnTo>
                  <a:pt x="667886" y="375467"/>
                </a:lnTo>
                <a:lnTo>
                  <a:pt x="665460" y="376237"/>
                </a:lnTo>
                <a:lnTo>
                  <a:pt x="663297" y="376464"/>
                </a:lnTo>
                <a:lnTo>
                  <a:pt x="660852" y="378099"/>
                </a:lnTo>
                <a:lnTo>
                  <a:pt x="659980" y="379912"/>
                </a:lnTo>
                <a:lnTo>
                  <a:pt x="659864" y="382002"/>
                </a:lnTo>
                <a:lnTo>
                  <a:pt x="660632" y="384110"/>
                </a:lnTo>
                <a:lnTo>
                  <a:pt x="661928" y="385538"/>
                </a:lnTo>
                <a:lnTo>
                  <a:pt x="663589" y="386519"/>
                </a:lnTo>
                <a:lnTo>
                  <a:pt x="665359" y="386986"/>
                </a:lnTo>
                <a:lnTo>
                  <a:pt x="667654" y="386580"/>
                </a:lnTo>
                <a:lnTo>
                  <a:pt x="669318" y="385231"/>
                </a:lnTo>
                <a:lnTo>
                  <a:pt x="679012" y="379419"/>
                </a:lnTo>
                <a:lnTo>
                  <a:pt x="684686" y="372810"/>
                </a:lnTo>
                <a:lnTo>
                  <a:pt x="686492" y="371418"/>
                </a:lnTo>
                <a:lnTo>
                  <a:pt x="687782" y="371373"/>
                </a:lnTo>
                <a:lnTo>
                  <a:pt x="692461" y="373152"/>
                </a:lnTo>
                <a:lnTo>
                  <a:pt x="694970" y="373575"/>
                </a:lnTo>
                <a:lnTo>
                  <a:pt x="697049" y="373174"/>
                </a:lnTo>
                <a:lnTo>
                  <a:pt x="699576" y="371324"/>
                </a:lnTo>
                <a:lnTo>
                  <a:pt x="706908" y="371684"/>
                </a:lnTo>
                <a:lnTo>
                  <a:pt x="709192" y="371479"/>
                </a:lnTo>
                <a:lnTo>
                  <a:pt x="711946" y="370308"/>
                </a:lnTo>
                <a:lnTo>
                  <a:pt x="720508" y="363196"/>
                </a:lnTo>
                <a:lnTo>
                  <a:pt x="721143" y="361870"/>
                </a:lnTo>
                <a:lnTo>
                  <a:pt x="721155" y="360828"/>
                </a:lnTo>
                <a:lnTo>
                  <a:pt x="719408" y="356103"/>
                </a:lnTo>
                <a:lnTo>
                  <a:pt x="719103" y="350925"/>
                </a:lnTo>
                <a:lnTo>
                  <a:pt x="719920" y="347032"/>
                </a:lnTo>
                <a:lnTo>
                  <a:pt x="721938" y="341859"/>
                </a:lnTo>
                <a:lnTo>
                  <a:pt x="722183" y="339770"/>
                </a:lnTo>
                <a:lnTo>
                  <a:pt x="721343" y="337016"/>
                </a:lnTo>
                <a:lnTo>
                  <a:pt x="718928" y="333777"/>
                </a:lnTo>
                <a:lnTo>
                  <a:pt x="718296" y="332129"/>
                </a:lnTo>
                <a:lnTo>
                  <a:pt x="719217" y="330234"/>
                </a:lnTo>
                <a:lnTo>
                  <a:pt x="721645" y="327935"/>
                </a:lnTo>
                <a:lnTo>
                  <a:pt x="729556" y="323193"/>
                </a:lnTo>
                <a:lnTo>
                  <a:pt x="730887" y="321802"/>
                </a:lnTo>
                <a:lnTo>
                  <a:pt x="731718" y="317919"/>
                </a:lnTo>
                <a:lnTo>
                  <a:pt x="731543" y="315331"/>
                </a:lnTo>
                <a:lnTo>
                  <a:pt x="729740" y="314197"/>
                </a:lnTo>
                <a:lnTo>
                  <a:pt x="727280" y="314537"/>
                </a:lnTo>
                <a:close/>
                <a:moveTo>
                  <a:pt x="554622" y="440646"/>
                </a:moveTo>
                <a:lnTo>
                  <a:pt x="537824" y="440897"/>
                </a:lnTo>
                <a:lnTo>
                  <a:pt x="535902" y="442819"/>
                </a:lnTo>
                <a:lnTo>
                  <a:pt x="535812" y="546817"/>
                </a:lnTo>
                <a:lnTo>
                  <a:pt x="535902" y="553384"/>
                </a:lnTo>
                <a:lnTo>
                  <a:pt x="536394" y="554429"/>
                </a:lnTo>
                <a:lnTo>
                  <a:pt x="538513" y="555327"/>
                </a:lnTo>
                <a:lnTo>
                  <a:pt x="541467" y="555585"/>
                </a:lnTo>
                <a:lnTo>
                  <a:pt x="559720" y="555557"/>
                </a:lnTo>
                <a:lnTo>
                  <a:pt x="561600" y="553802"/>
                </a:lnTo>
                <a:lnTo>
                  <a:pt x="561704" y="478776"/>
                </a:lnTo>
                <a:lnTo>
                  <a:pt x="561883" y="470028"/>
                </a:lnTo>
                <a:lnTo>
                  <a:pt x="562385" y="467606"/>
                </a:lnTo>
                <a:lnTo>
                  <a:pt x="563564" y="466637"/>
                </a:lnTo>
                <a:lnTo>
                  <a:pt x="569019" y="466374"/>
                </a:lnTo>
                <a:lnTo>
                  <a:pt x="607650" y="466209"/>
                </a:lnTo>
                <a:lnTo>
                  <a:pt x="613725" y="466654"/>
                </a:lnTo>
                <a:lnTo>
                  <a:pt x="614459" y="467966"/>
                </a:lnTo>
                <a:lnTo>
                  <a:pt x="614698" y="469618"/>
                </a:lnTo>
                <a:lnTo>
                  <a:pt x="615043" y="481973"/>
                </a:lnTo>
                <a:lnTo>
                  <a:pt x="615420" y="554178"/>
                </a:lnTo>
                <a:lnTo>
                  <a:pt x="616584" y="555038"/>
                </a:lnTo>
                <a:lnTo>
                  <a:pt x="619542" y="555460"/>
                </a:lnTo>
                <a:lnTo>
                  <a:pt x="640032" y="555599"/>
                </a:lnTo>
                <a:lnTo>
                  <a:pt x="641453" y="554011"/>
                </a:lnTo>
                <a:lnTo>
                  <a:pt x="641514" y="465933"/>
                </a:lnTo>
                <a:lnTo>
                  <a:pt x="641380" y="445606"/>
                </a:lnTo>
                <a:lnTo>
                  <a:pt x="641072" y="442077"/>
                </a:lnTo>
                <a:lnTo>
                  <a:pt x="638904" y="441007"/>
                </a:lnTo>
                <a:lnTo>
                  <a:pt x="635393" y="440702"/>
                </a:lnTo>
                <a:lnTo>
                  <a:pt x="554622" y="440646"/>
                </a:lnTo>
                <a:close/>
                <a:moveTo>
                  <a:pt x="134968" y="441733"/>
                </a:moveTo>
                <a:lnTo>
                  <a:pt x="127084" y="443457"/>
                </a:lnTo>
                <a:lnTo>
                  <a:pt x="123710" y="444652"/>
                </a:lnTo>
                <a:lnTo>
                  <a:pt x="118019" y="447760"/>
                </a:lnTo>
                <a:lnTo>
                  <a:pt x="115668" y="449696"/>
                </a:lnTo>
                <a:lnTo>
                  <a:pt x="113626" y="451902"/>
                </a:lnTo>
                <a:lnTo>
                  <a:pt x="110401" y="457164"/>
                </a:lnTo>
                <a:lnTo>
                  <a:pt x="107613" y="465789"/>
                </a:lnTo>
                <a:lnTo>
                  <a:pt x="107099" y="471130"/>
                </a:lnTo>
                <a:lnTo>
                  <a:pt x="106841" y="488180"/>
                </a:lnTo>
                <a:lnTo>
                  <a:pt x="106758" y="545661"/>
                </a:lnTo>
                <a:lnTo>
                  <a:pt x="107013" y="554846"/>
                </a:lnTo>
                <a:lnTo>
                  <a:pt x="107562" y="555673"/>
                </a:lnTo>
                <a:lnTo>
                  <a:pt x="108689" y="556188"/>
                </a:lnTo>
                <a:lnTo>
                  <a:pt x="114666" y="556510"/>
                </a:lnTo>
                <a:lnTo>
                  <a:pt x="131332" y="556225"/>
                </a:lnTo>
                <a:lnTo>
                  <a:pt x="132879" y="554136"/>
                </a:lnTo>
                <a:lnTo>
                  <a:pt x="133331" y="477299"/>
                </a:lnTo>
                <a:lnTo>
                  <a:pt x="133589" y="473406"/>
                </a:lnTo>
                <a:lnTo>
                  <a:pt x="135522" y="470298"/>
                </a:lnTo>
                <a:lnTo>
                  <a:pt x="137768" y="468099"/>
                </a:lnTo>
                <a:lnTo>
                  <a:pt x="141671" y="467295"/>
                </a:lnTo>
                <a:lnTo>
                  <a:pt x="152036" y="466715"/>
                </a:lnTo>
                <a:lnTo>
                  <a:pt x="182057" y="466382"/>
                </a:lnTo>
                <a:lnTo>
                  <a:pt x="183232" y="465776"/>
                </a:lnTo>
                <a:lnTo>
                  <a:pt x="183779" y="464609"/>
                </a:lnTo>
                <a:lnTo>
                  <a:pt x="184240" y="458878"/>
                </a:lnTo>
                <a:lnTo>
                  <a:pt x="184275" y="443279"/>
                </a:lnTo>
                <a:lnTo>
                  <a:pt x="182687" y="441315"/>
                </a:lnTo>
                <a:lnTo>
                  <a:pt x="145344" y="441308"/>
                </a:lnTo>
                <a:lnTo>
                  <a:pt x="134968" y="441733"/>
                </a:lnTo>
                <a:close/>
                <a:moveTo>
                  <a:pt x="198190" y="441607"/>
                </a:moveTo>
                <a:lnTo>
                  <a:pt x="197020" y="442735"/>
                </a:lnTo>
                <a:lnTo>
                  <a:pt x="196837" y="450323"/>
                </a:lnTo>
                <a:lnTo>
                  <a:pt x="197425" y="552465"/>
                </a:lnTo>
                <a:lnTo>
                  <a:pt x="198439" y="555150"/>
                </a:lnTo>
                <a:lnTo>
                  <a:pt x="199025" y="555766"/>
                </a:lnTo>
                <a:lnTo>
                  <a:pt x="200230" y="556123"/>
                </a:lnTo>
                <a:lnTo>
                  <a:pt x="221679" y="556451"/>
                </a:lnTo>
                <a:lnTo>
                  <a:pt x="223140" y="555056"/>
                </a:lnTo>
                <a:lnTo>
                  <a:pt x="223472" y="552866"/>
                </a:lnTo>
                <a:lnTo>
                  <a:pt x="223661" y="520370"/>
                </a:lnTo>
                <a:lnTo>
                  <a:pt x="223914" y="517001"/>
                </a:lnTo>
                <a:lnTo>
                  <a:pt x="224400" y="515425"/>
                </a:lnTo>
                <a:lnTo>
                  <a:pt x="225183" y="514816"/>
                </a:lnTo>
                <a:lnTo>
                  <a:pt x="226467" y="514716"/>
                </a:lnTo>
                <a:lnTo>
                  <a:pt x="262086" y="514198"/>
                </a:lnTo>
                <a:lnTo>
                  <a:pt x="270645" y="513700"/>
                </a:lnTo>
                <a:lnTo>
                  <a:pt x="274581" y="513055"/>
                </a:lnTo>
                <a:lnTo>
                  <a:pt x="280809" y="511338"/>
                </a:lnTo>
                <a:lnTo>
                  <a:pt x="284923" y="509546"/>
                </a:lnTo>
                <a:lnTo>
                  <a:pt x="288410" y="507253"/>
                </a:lnTo>
                <a:lnTo>
                  <a:pt x="291321" y="504418"/>
                </a:lnTo>
                <a:lnTo>
                  <a:pt x="293704" y="501001"/>
                </a:lnTo>
                <a:lnTo>
                  <a:pt x="295836" y="496379"/>
                </a:lnTo>
                <a:lnTo>
                  <a:pt x="296547" y="493576"/>
                </a:lnTo>
                <a:lnTo>
                  <a:pt x="297055" y="484215"/>
                </a:lnTo>
                <a:lnTo>
                  <a:pt x="296887" y="461372"/>
                </a:lnTo>
                <a:lnTo>
                  <a:pt x="293836" y="454723"/>
                </a:lnTo>
                <a:lnTo>
                  <a:pt x="292332" y="452452"/>
                </a:lnTo>
                <a:lnTo>
                  <a:pt x="288582" y="448520"/>
                </a:lnTo>
                <a:lnTo>
                  <a:pt x="283863" y="445412"/>
                </a:lnTo>
                <a:lnTo>
                  <a:pt x="281147" y="444172"/>
                </a:lnTo>
                <a:lnTo>
                  <a:pt x="275016" y="442330"/>
                </a:lnTo>
                <a:lnTo>
                  <a:pt x="268342" y="441537"/>
                </a:lnTo>
                <a:lnTo>
                  <a:pt x="253759" y="441258"/>
                </a:lnTo>
                <a:lnTo>
                  <a:pt x="213721" y="441187"/>
                </a:lnTo>
                <a:lnTo>
                  <a:pt x="198190" y="441607"/>
                </a:lnTo>
                <a:close/>
                <a:moveTo>
                  <a:pt x="262247" y="466804"/>
                </a:moveTo>
                <a:lnTo>
                  <a:pt x="265532" y="467753"/>
                </a:lnTo>
                <a:lnTo>
                  <a:pt x="267810" y="468889"/>
                </a:lnTo>
                <a:lnTo>
                  <a:pt x="269339" y="470354"/>
                </a:lnTo>
                <a:lnTo>
                  <a:pt x="270771" y="472738"/>
                </a:lnTo>
                <a:lnTo>
                  <a:pt x="270771" y="482766"/>
                </a:lnTo>
                <a:lnTo>
                  <a:pt x="268562" y="485540"/>
                </a:lnTo>
                <a:lnTo>
                  <a:pt x="264796" y="488115"/>
                </a:lnTo>
                <a:lnTo>
                  <a:pt x="225309" y="488365"/>
                </a:lnTo>
                <a:lnTo>
                  <a:pt x="223554" y="486109"/>
                </a:lnTo>
                <a:lnTo>
                  <a:pt x="223729" y="470165"/>
                </a:lnTo>
                <a:lnTo>
                  <a:pt x="224262" y="467715"/>
                </a:lnTo>
                <a:lnTo>
                  <a:pt x="225350" y="466720"/>
                </a:lnTo>
                <a:lnTo>
                  <a:pt x="249936" y="466196"/>
                </a:lnTo>
                <a:lnTo>
                  <a:pt x="258374" y="466339"/>
                </a:lnTo>
                <a:lnTo>
                  <a:pt x="262247" y="466804"/>
                </a:lnTo>
                <a:close/>
                <a:moveTo>
                  <a:pt x="417815" y="441900"/>
                </a:moveTo>
                <a:lnTo>
                  <a:pt x="416812" y="442694"/>
                </a:lnTo>
                <a:lnTo>
                  <a:pt x="416711" y="536587"/>
                </a:lnTo>
                <a:lnTo>
                  <a:pt x="416870" y="549096"/>
                </a:lnTo>
                <a:lnTo>
                  <a:pt x="417619" y="555598"/>
                </a:lnTo>
                <a:lnTo>
                  <a:pt x="418609" y="556184"/>
                </a:lnTo>
                <a:lnTo>
                  <a:pt x="420325" y="556307"/>
                </a:lnTo>
                <a:lnTo>
                  <a:pt x="437652" y="556490"/>
                </a:lnTo>
                <a:lnTo>
                  <a:pt x="440261" y="556019"/>
                </a:lnTo>
                <a:lnTo>
                  <a:pt x="442302" y="554429"/>
                </a:lnTo>
                <a:lnTo>
                  <a:pt x="442518" y="477127"/>
                </a:lnTo>
                <a:lnTo>
                  <a:pt x="442678" y="468350"/>
                </a:lnTo>
                <a:lnTo>
                  <a:pt x="443247" y="467290"/>
                </a:lnTo>
                <a:lnTo>
                  <a:pt x="446590" y="466449"/>
                </a:lnTo>
                <a:lnTo>
                  <a:pt x="452300" y="466236"/>
                </a:lnTo>
                <a:lnTo>
                  <a:pt x="493071" y="466177"/>
                </a:lnTo>
                <a:lnTo>
                  <a:pt x="495662" y="468517"/>
                </a:lnTo>
                <a:lnTo>
                  <a:pt x="495705" y="531697"/>
                </a:lnTo>
                <a:lnTo>
                  <a:pt x="496080" y="554053"/>
                </a:lnTo>
                <a:lnTo>
                  <a:pt x="499130" y="556434"/>
                </a:lnTo>
                <a:lnTo>
                  <a:pt x="514119" y="556394"/>
                </a:lnTo>
                <a:lnTo>
                  <a:pt x="520137" y="556038"/>
                </a:lnTo>
                <a:lnTo>
                  <a:pt x="521904" y="553760"/>
                </a:lnTo>
                <a:lnTo>
                  <a:pt x="521904" y="443153"/>
                </a:lnTo>
                <a:lnTo>
                  <a:pt x="519856" y="441106"/>
                </a:lnTo>
                <a:lnTo>
                  <a:pt x="418776" y="441106"/>
                </a:lnTo>
                <a:lnTo>
                  <a:pt x="417815" y="441900"/>
                </a:lnTo>
                <a:close/>
                <a:moveTo>
                  <a:pt x="307794" y="442903"/>
                </a:moveTo>
                <a:lnTo>
                  <a:pt x="306641" y="444841"/>
                </a:lnTo>
                <a:lnTo>
                  <a:pt x="306429" y="446967"/>
                </a:lnTo>
                <a:lnTo>
                  <a:pt x="306511" y="482502"/>
                </a:lnTo>
                <a:lnTo>
                  <a:pt x="306885" y="492842"/>
                </a:lnTo>
                <a:lnTo>
                  <a:pt x="308003" y="497551"/>
                </a:lnTo>
                <a:lnTo>
                  <a:pt x="310487" y="501757"/>
                </a:lnTo>
                <a:lnTo>
                  <a:pt x="312909" y="504734"/>
                </a:lnTo>
                <a:lnTo>
                  <a:pt x="315743" y="507294"/>
                </a:lnTo>
                <a:lnTo>
                  <a:pt x="320809" y="510387"/>
                </a:lnTo>
                <a:lnTo>
                  <a:pt x="329732" y="513444"/>
                </a:lnTo>
                <a:lnTo>
                  <a:pt x="339207" y="514234"/>
                </a:lnTo>
                <a:lnTo>
                  <a:pt x="376740" y="514858"/>
                </a:lnTo>
                <a:lnTo>
                  <a:pt x="378423" y="515473"/>
                </a:lnTo>
                <a:lnTo>
                  <a:pt x="379070" y="516341"/>
                </a:lnTo>
                <a:lnTo>
                  <a:pt x="379567" y="520007"/>
                </a:lnTo>
                <a:lnTo>
                  <a:pt x="379623" y="526140"/>
                </a:lnTo>
                <a:lnTo>
                  <a:pt x="376123" y="530139"/>
                </a:lnTo>
                <a:lnTo>
                  <a:pt x="373340" y="531341"/>
                </a:lnTo>
                <a:lnTo>
                  <a:pt x="363572" y="532097"/>
                </a:lnTo>
                <a:lnTo>
                  <a:pt x="321285" y="532314"/>
                </a:lnTo>
                <a:lnTo>
                  <a:pt x="313692" y="532544"/>
                </a:lnTo>
                <a:lnTo>
                  <a:pt x="312632" y="532876"/>
                </a:lnTo>
                <a:lnTo>
                  <a:pt x="311803" y="533735"/>
                </a:lnTo>
                <a:lnTo>
                  <a:pt x="311283" y="535348"/>
                </a:lnTo>
                <a:lnTo>
                  <a:pt x="310932" y="539979"/>
                </a:lnTo>
                <a:lnTo>
                  <a:pt x="311085" y="553579"/>
                </a:lnTo>
                <a:lnTo>
                  <a:pt x="311445" y="555608"/>
                </a:lnTo>
                <a:lnTo>
                  <a:pt x="312078" y="556690"/>
                </a:lnTo>
                <a:lnTo>
                  <a:pt x="313621" y="557322"/>
                </a:lnTo>
                <a:lnTo>
                  <a:pt x="321990" y="557583"/>
                </a:lnTo>
                <a:lnTo>
                  <a:pt x="379205" y="557688"/>
                </a:lnTo>
                <a:lnTo>
                  <a:pt x="390853" y="554100"/>
                </a:lnTo>
                <a:lnTo>
                  <a:pt x="395636" y="551357"/>
                </a:lnTo>
                <a:lnTo>
                  <a:pt x="398470" y="548866"/>
                </a:lnTo>
                <a:lnTo>
                  <a:pt x="401774" y="544729"/>
                </a:lnTo>
                <a:lnTo>
                  <a:pt x="403865" y="540231"/>
                </a:lnTo>
                <a:lnTo>
                  <a:pt x="404987" y="535374"/>
                </a:lnTo>
                <a:lnTo>
                  <a:pt x="405056" y="458911"/>
                </a:lnTo>
                <a:lnTo>
                  <a:pt x="404872" y="448653"/>
                </a:lnTo>
                <a:lnTo>
                  <a:pt x="404053" y="443138"/>
                </a:lnTo>
                <a:lnTo>
                  <a:pt x="402075" y="442232"/>
                </a:lnTo>
                <a:lnTo>
                  <a:pt x="392138" y="441931"/>
                </a:lnTo>
                <a:lnTo>
                  <a:pt x="382281" y="442232"/>
                </a:lnTo>
                <a:lnTo>
                  <a:pt x="381420" y="442401"/>
                </a:lnTo>
                <a:lnTo>
                  <a:pt x="380474" y="443174"/>
                </a:lnTo>
                <a:lnTo>
                  <a:pt x="379707" y="446491"/>
                </a:lnTo>
                <a:lnTo>
                  <a:pt x="379513" y="451640"/>
                </a:lnTo>
                <a:lnTo>
                  <a:pt x="379540" y="487070"/>
                </a:lnTo>
                <a:lnTo>
                  <a:pt x="378378" y="488294"/>
                </a:lnTo>
                <a:lnTo>
                  <a:pt x="376109" y="489069"/>
                </a:lnTo>
                <a:lnTo>
                  <a:pt x="372930" y="489335"/>
                </a:lnTo>
                <a:lnTo>
                  <a:pt x="344356" y="489619"/>
                </a:lnTo>
                <a:lnTo>
                  <a:pt x="338144" y="488095"/>
                </a:lnTo>
                <a:lnTo>
                  <a:pt x="335675" y="487054"/>
                </a:lnTo>
                <a:lnTo>
                  <a:pt x="333819" y="484820"/>
                </a:lnTo>
                <a:lnTo>
                  <a:pt x="332300" y="481033"/>
                </a:lnTo>
                <a:lnTo>
                  <a:pt x="331923" y="477528"/>
                </a:lnTo>
                <a:lnTo>
                  <a:pt x="333069" y="470742"/>
                </a:lnTo>
                <a:lnTo>
                  <a:pt x="333315" y="452688"/>
                </a:lnTo>
                <a:lnTo>
                  <a:pt x="333074" y="446642"/>
                </a:lnTo>
                <a:lnTo>
                  <a:pt x="332247" y="444026"/>
                </a:lnTo>
                <a:lnTo>
                  <a:pt x="329898" y="442150"/>
                </a:lnTo>
                <a:lnTo>
                  <a:pt x="308796" y="441900"/>
                </a:lnTo>
                <a:lnTo>
                  <a:pt x="307794" y="442903"/>
                </a:lnTo>
                <a:close/>
              </a:path>
            </a:pathLst>
          </a:cu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marker"/>
          <p:cNvSpPr/>
          <p:nvPr/>
        </p:nvSpPr>
        <p:spPr>
          <a:xfrm>
            <a:off x="720000" y="122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itle: ПРОМЫШЛЕННОЕ"/>
          <p:cNvSpPr txBox="1"/>
          <p:nvPr/>
        </p:nvSpPr>
        <p:spPr>
          <a:xfrm>
            <a:off x="691200" y="1540770"/>
            <a:ext cx="6192000" cy="8763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ПРОМЫШЛЕННОЕ</a:t>
            </a:r>
          </a:p>
          <a:p>
            <a:pPr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 spc="-75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СТРОИТЕЛЬСТВО</a:t>
            </a:r>
          </a:p>
        </p:txBody>
      </p:sp>
      <p:cxnSp>
        <p:nvCxnSpPr>
          <p:cNvPr id="53" name="motif"/>
          <p:cNvCxnSpPr/>
          <p:nvPr/>
        </p:nvCxnSpPr>
        <p:spPr>
          <a:xfrm>
            <a:off x="720000" y="2846775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4" name="marker"/>
          <p:cNvSpPr/>
          <p:nvPr/>
        </p:nvSpPr>
        <p:spPr>
          <a:xfrm>
            <a:off x="720000" y="3026247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item: Строительство коммерческой нед"/>
          <p:cNvSpPr txBox="1"/>
          <p:nvPr/>
        </p:nvSpPr>
        <p:spPr>
          <a:xfrm>
            <a:off x="918000" y="2963572"/>
            <a:ext cx="5922000" cy="392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Строительство коммерческой недвижимости.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Класс зданий В/В+</a:t>
            </a:r>
          </a:p>
        </p:txBody>
      </p:sp>
      <p:cxnSp>
        <p:nvCxnSpPr>
          <p:cNvPr id="56" name="motif"/>
          <p:cNvCxnSpPr/>
          <p:nvPr/>
        </p:nvCxnSpPr>
        <p:spPr>
          <a:xfrm>
            <a:off x="720000" y="3466418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pic>
        <p:nvPicPr>
          <p:cNvPr id="57" name="image" descr="b105997f790b2acf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576000" y="4276800"/>
            <a:ext cx="6408000" cy="2703600"/>
          </a:xfrm>
          <a:prstGeom prst="rect">
            <a:avLst/>
          </a:prstGeom>
        </p:spPr>
      </p:pic>
      <p:pic>
        <p:nvPicPr>
          <p:cNvPr id="58" name="image" descr="d7c251e40aa1931f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76000" y="7124400"/>
            <a:ext cx="6408000" cy="2703600"/>
          </a:xfrm>
          <a:prstGeom prst="rect">
            <a:avLst/>
          </a:prstGeom>
        </p:spPr>
      </p:pic>
      <p:sp>
        <p:nvSpPr>
          <p:cNvPr id="59" name="caption: «Аструм-Сити» — 6-е по высоте "/>
          <p:cNvSpPr txBox="1"/>
          <p:nvPr/>
        </p:nvSpPr>
        <p:spPr>
          <a:xfrm>
            <a:off x="576000" y="9940342"/>
            <a:ext cx="6408000" cy="14287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15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«Аструм-Сити» — 6-е по высоте здание в Московской области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p"/>
          <p:cNvSpPr/>
          <p:nvPr/>
        </p:nvSpPr>
        <p:spPr>
          <a:xfrm>
            <a:off x="0" y="3418952"/>
            <a:ext cx="7560000" cy="6303952"/>
          </a:xfrm>
          <a:custGeom>
            <a:avLst/>
            <a:gdLst/>
            <a:ahLst/>
            <a:cxnLst/>
            <a:rect l="0" t="0" r="r" b="b"/>
            <a:pathLst>
              <a:path w="7560000" h="6303952">
                <a:moveTo>
                  <a:pt x="6188226" y="2935"/>
                </a:moveTo>
                <a:lnTo>
                  <a:pt x="6182891" y="5603"/>
                </a:lnTo>
                <a:lnTo>
                  <a:pt x="6163077" y="6365"/>
                </a:lnTo>
                <a:lnTo>
                  <a:pt x="6080968" y="29468"/>
                </a:lnTo>
                <a:lnTo>
                  <a:pt x="6042284" y="30752"/>
                </a:lnTo>
                <a:lnTo>
                  <a:pt x="6005894" y="41802"/>
                </a:lnTo>
                <a:lnTo>
                  <a:pt x="5996177" y="38373"/>
                </a:lnTo>
                <a:lnTo>
                  <a:pt x="5981698" y="42183"/>
                </a:lnTo>
                <a:lnTo>
                  <a:pt x="5910823" y="42946"/>
                </a:lnTo>
                <a:lnTo>
                  <a:pt x="5895200" y="48280"/>
                </a:lnTo>
                <a:lnTo>
                  <a:pt x="5859381" y="49042"/>
                </a:lnTo>
                <a:lnTo>
                  <a:pt x="5844139" y="54377"/>
                </a:lnTo>
                <a:lnTo>
                  <a:pt x="5776312" y="55139"/>
                </a:lnTo>
                <a:lnTo>
                  <a:pt x="5762023" y="60093"/>
                </a:lnTo>
                <a:lnTo>
                  <a:pt x="5752306" y="56663"/>
                </a:lnTo>
                <a:lnTo>
                  <a:pt x="5724871" y="66571"/>
                </a:lnTo>
                <a:lnTo>
                  <a:pt x="5694387" y="67333"/>
                </a:lnTo>
                <a:lnTo>
                  <a:pt x="5681812" y="72667"/>
                </a:lnTo>
                <a:lnTo>
                  <a:pt x="5645994" y="73429"/>
                </a:lnTo>
                <a:lnTo>
                  <a:pt x="5593452" y="90435"/>
                </a:lnTo>
                <a:lnTo>
                  <a:pt x="5563645" y="92242"/>
                </a:lnTo>
                <a:lnTo>
                  <a:pt x="5533500" y="108048"/>
                </a:lnTo>
                <a:lnTo>
                  <a:pt x="5518710" y="112113"/>
                </a:lnTo>
                <a:lnTo>
                  <a:pt x="5416758" y="187532"/>
                </a:lnTo>
                <a:lnTo>
                  <a:pt x="5396788" y="197842"/>
                </a:lnTo>
                <a:lnTo>
                  <a:pt x="5265517" y="298629"/>
                </a:lnTo>
                <a:lnTo>
                  <a:pt x="5201882" y="354834"/>
                </a:lnTo>
                <a:lnTo>
                  <a:pt x="5161265" y="400679"/>
                </a:lnTo>
                <a:lnTo>
                  <a:pt x="5136419" y="412887"/>
                </a:lnTo>
                <a:lnTo>
                  <a:pt x="5098032" y="423048"/>
                </a:lnTo>
                <a:lnTo>
                  <a:pt x="5075677" y="440323"/>
                </a:lnTo>
                <a:lnTo>
                  <a:pt x="4980683" y="532783"/>
                </a:lnTo>
                <a:lnTo>
                  <a:pt x="4938197" y="569173"/>
                </a:lnTo>
                <a:lnTo>
                  <a:pt x="4914995" y="584938"/>
                </a:lnTo>
                <a:lnTo>
                  <a:pt x="4902950" y="590322"/>
                </a:lnTo>
                <a:lnTo>
                  <a:pt x="4886677" y="592855"/>
                </a:lnTo>
                <a:lnTo>
                  <a:pt x="4851071" y="610256"/>
                </a:lnTo>
                <a:lnTo>
                  <a:pt x="4830550" y="636047"/>
                </a:lnTo>
                <a:lnTo>
                  <a:pt x="4811935" y="679790"/>
                </a:lnTo>
                <a:lnTo>
                  <a:pt x="4805161" y="705419"/>
                </a:lnTo>
                <a:lnTo>
                  <a:pt x="4804639" y="783323"/>
                </a:lnTo>
                <a:lnTo>
                  <a:pt x="4809974" y="797802"/>
                </a:lnTo>
                <a:lnTo>
                  <a:pt x="4811258" y="819677"/>
                </a:lnTo>
                <a:lnTo>
                  <a:pt x="4822167" y="846577"/>
                </a:lnTo>
                <a:lnTo>
                  <a:pt x="4822929" y="866391"/>
                </a:lnTo>
                <a:lnTo>
                  <a:pt x="4834361" y="901829"/>
                </a:lnTo>
                <a:lnTo>
                  <a:pt x="4835123" y="926978"/>
                </a:lnTo>
                <a:lnTo>
                  <a:pt x="4840458" y="938409"/>
                </a:lnTo>
                <a:lnTo>
                  <a:pt x="4841742" y="965887"/>
                </a:lnTo>
                <a:lnTo>
                  <a:pt x="4863328" y="999765"/>
                </a:lnTo>
                <a:lnTo>
                  <a:pt x="4913993" y="1050430"/>
                </a:lnTo>
                <a:lnTo>
                  <a:pt x="5010433" y="1121334"/>
                </a:lnTo>
                <a:lnTo>
                  <a:pt x="5033452" y="1132984"/>
                </a:lnTo>
                <a:lnTo>
                  <a:pt x="5040452" y="1133774"/>
                </a:lnTo>
                <a:lnTo>
                  <a:pt x="5075000" y="1132984"/>
                </a:lnTo>
                <a:lnTo>
                  <a:pt x="5090919" y="1124177"/>
                </a:lnTo>
                <a:lnTo>
                  <a:pt x="5103000" y="1112548"/>
                </a:lnTo>
                <a:lnTo>
                  <a:pt x="5102619" y="1061869"/>
                </a:lnTo>
                <a:lnTo>
                  <a:pt x="5097284" y="1045865"/>
                </a:lnTo>
                <a:lnTo>
                  <a:pt x="5096522" y="978038"/>
                </a:lnTo>
                <a:lnTo>
                  <a:pt x="5091188" y="956700"/>
                </a:lnTo>
                <a:lnTo>
                  <a:pt x="5091710" y="828371"/>
                </a:lnTo>
                <a:lnTo>
                  <a:pt x="5112336" y="774749"/>
                </a:lnTo>
                <a:lnTo>
                  <a:pt x="5182371" y="697855"/>
                </a:lnTo>
                <a:lnTo>
                  <a:pt x="5263090" y="618279"/>
                </a:lnTo>
                <a:lnTo>
                  <a:pt x="5357258" y="545774"/>
                </a:lnTo>
                <a:lnTo>
                  <a:pt x="5397452" y="508742"/>
                </a:lnTo>
                <a:lnTo>
                  <a:pt x="5415184" y="499223"/>
                </a:lnTo>
                <a:lnTo>
                  <a:pt x="5464805" y="459050"/>
                </a:lnTo>
                <a:lnTo>
                  <a:pt x="5483823" y="449694"/>
                </a:lnTo>
                <a:lnTo>
                  <a:pt x="5514532" y="427614"/>
                </a:lnTo>
                <a:lnTo>
                  <a:pt x="5550435" y="409952"/>
                </a:lnTo>
                <a:lnTo>
                  <a:pt x="5563306" y="407037"/>
                </a:lnTo>
                <a:lnTo>
                  <a:pt x="5576177" y="397081"/>
                </a:lnTo>
                <a:lnTo>
                  <a:pt x="5623597" y="373371"/>
                </a:lnTo>
                <a:lnTo>
                  <a:pt x="5637230" y="369695"/>
                </a:lnTo>
                <a:lnTo>
                  <a:pt x="5679823" y="336113"/>
                </a:lnTo>
                <a:lnTo>
                  <a:pt x="5794984" y="275195"/>
                </a:lnTo>
                <a:lnTo>
                  <a:pt x="5825806" y="262952"/>
                </a:lnTo>
                <a:lnTo>
                  <a:pt x="5853284" y="261667"/>
                </a:lnTo>
                <a:lnTo>
                  <a:pt x="5880903" y="250758"/>
                </a:lnTo>
                <a:lnTo>
                  <a:pt x="5919587" y="249474"/>
                </a:lnTo>
                <a:lnTo>
                  <a:pt x="5932542" y="244139"/>
                </a:lnTo>
                <a:lnTo>
                  <a:pt x="5968361" y="243377"/>
                </a:lnTo>
                <a:lnTo>
                  <a:pt x="5981839" y="238113"/>
                </a:lnTo>
                <a:lnTo>
                  <a:pt x="5993806" y="237323"/>
                </a:lnTo>
                <a:lnTo>
                  <a:pt x="6025871" y="215306"/>
                </a:lnTo>
                <a:lnTo>
                  <a:pt x="6039807" y="221276"/>
                </a:lnTo>
                <a:lnTo>
                  <a:pt x="6051048" y="231565"/>
                </a:lnTo>
                <a:lnTo>
                  <a:pt x="6086161" y="231452"/>
                </a:lnTo>
                <a:lnTo>
                  <a:pt x="6140595" y="218418"/>
                </a:lnTo>
                <a:lnTo>
                  <a:pt x="6150770" y="213394"/>
                </a:lnTo>
                <a:lnTo>
                  <a:pt x="6164714" y="219251"/>
                </a:lnTo>
                <a:lnTo>
                  <a:pt x="6191048" y="205823"/>
                </a:lnTo>
                <a:lnTo>
                  <a:pt x="6227629" y="176468"/>
                </a:lnTo>
                <a:lnTo>
                  <a:pt x="6266185" y="136556"/>
                </a:lnTo>
                <a:lnTo>
                  <a:pt x="6278774" y="99581"/>
                </a:lnTo>
                <a:lnTo>
                  <a:pt x="6279565" y="49790"/>
                </a:lnTo>
                <a:lnTo>
                  <a:pt x="6278774" y="40419"/>
                </a:lnTo>
                <a:lnTo>
                  <a:pt x="6272628" y="27323"/>
                </a:lnTo>
                <a:lnTo>
                  <a:pt x="6265452" y="13548"/>
                </a:lnTo>
                <a:lnTo>
                  <a:pt x="6258148" y="7127"/>
                </a:lnTo>
                <a:lnTo>
                  <a:pt x="6236238" y="268"/>
                </a:lnTo>
                <a:lnTo>
                  <a:pt x="6199742" y="0"/>
                </a:lnTo>
                <a:lnTo>
                  <a:pt x="6188226" y="2935"/>
                </a:lnTo>
                <a:close/>
                <a:moveTo>
                  <a:pt x="3170323" y="15129"/>
                </a:moveTo>
                <a:lnTo>
                  <a:pt x="3149936" y="18940"/>
                </a:lnTo>
                <a:lnTo>
                  <a:pt x="3127758" y="34054"/>
                </a:lnTo>
                <a:lnTo>
                  <a:pt x="3116581" y="32403"/>
                </a:lnTo>
                <a:lnTo>
                  <a:pt x="3063629" y="49614"/>
                </a:lnTo>
                <a:lnTo>
                  <a:pt x="3032411" y="69266"/>
                </a:lnTo>
                <a:lnTo>
                  <a:pt x="3002280" y="98579"/>
                </a:lnTo>
                <a:lnTo>
                  <a:pt x="2987800" y="145829"/>
                </a:lnTo>
                <a:lnTo>
                  <a:pt x="2987038" y="170978"/>
                </a:lnTo>
                <a:lnTo>
                  <a:pt x="2981704" y="182409"/>
                </a:lnTo>
                <a:lnTo>
                  <a:pt x="2980942" y="207558"/>
                </a:lnTo>
                <a:lnTo>
                  <a:pt x="2975607" y="218609"/>
                </a:lnTo>
                <a:lnTo>
                  <a:pt x="2974845" y="238423"/>
                </a:lnTo>
                <a:lnTo>
                  <a:pt x="2957839" y="277742"/>
                </a:lnTo>
                <a:lnTo>
                  <a:pt x="2956935" y="313871"/>
                </a:lnTo>
                <a:lnTo>
                  <a:pt x="2949315" y="321492"/>
                </a:lnTo>
                <a:lnTo>
                  <a:pt x="2930940" y="333446"/>
                </a:lnTo>
                <a:lnTo>
                  <a:pt x="2921032" y="335097"/>
                </a:lnTo>
                <a:lnTo>
                  <a:pt x="2880726" y="335210"/>
                </a:lnTo>
                <a:lnTo>
                  <a:pt x="2856339" y="312347"/>
                </a:lnTo>
                <a:lnTo>
                  <a:pt x="2805645" y="325274"/>
                </a:lnTo>
                <a:lnTo>
                  <a:pt x="2794418" y="337115"/>
                </a:lnTo>
                <a:lnTo>
                  <a:pt x="2769841" y="373886"/>
                </a:lnTo>
                <a:lnTo>
                  <a:pt x="2760935" y="392452"/>
                </a:lnTo>
                <a:lnTo>
                  <a:pt x="2732689" y="435806"/>
                </a:lnTo>
                <a:lnTo>
                  <a:pt x="2729259" y="448762"/>
                </a:lnTo>
                <a:lnTo>
                  <a:pt x="2709064" y="471625"/>
                </a:lnTo>
                <a:lnTo>
                  <a:pt x="2705253" y="484962"/>
                </a:lnTo>
                <a:lnTo>
                  <a:pt x="2683576" y="512926"/>
                </a:lnTo>
                <a:lnTo>
                  <a:pt x="2622523" y="573979"/>
                </a:lnTo>
                <a:lnTo>
                  <a:pt x="2593952" y="596016"/>
                </a:lnTo>
                <a:lnTo>
                  <a:pt x="2563468" y="611371"/>
                </a:lnTo>
                <a:lnTo>
                  <a:pt x="2539532" y="632145"/>
                </a:lnTo>
                <a:lnTo>
                  <a:pt x="2518920" y="643097"/>
                </a:lnTo>
                <a:lnTo>
                  <a:pt x="2503516" y="657774"/>
                </a:lnTo>
                <a:lnTo>
                  <a:pt x="2497582" y="674343"/>
                </a:lnTo>
                <a:lnTo>
                  <a:pt x="2477097" y="697742"/>
                </a:lnTo>
                <a:lnTo>
                  <a:pt x="2458334" y="728452"/>
                </a:lnTo>
                <a:lnTo>
                  <a:pt x="2449570" y="758935"/>
                </a:lnTo>
                <a:lnTo>
                  <a:pt x="2416037" y="805804"/>
                </a:lnTo>
                <a:lnTo>
                  <a:pt x="2393661" y="821371"/>
                </a:lnTo>
                <a:lnTo>
                  <a:pt x="2380113" y="824532"/>
                </a:lnTo>
                <a:lnTo>
                  <a:pt x="2360595" y="834193"/>
                </a:lnTo>
                <a:lnTo>
                  <a:pt x="2327895" y="841750"/>
                </a:lnTo>
                <a:lnTo>
                  <a:pt x="2319950" y="847332"/>
                </a:lnTo>
                <a:lnTo>
                  <a:pt x="2311630" y="863533"/>
                </a:lnTo>
                <a:lnTo>
                  <a:pt x="2293290" y="924226"/>
                </a:lnTo>
                <a:lnTo>
                  <a:pt x="2292006" y="968512"/>
                </a:lnTo>
                <a:lnTo>
                  <a:pt x="2281146" y="998615"/>
                </a:lnTo>
                <a:lnTo>
                  <a:pt x="2279241" y="1013095"/>
                </a:lnTo>
                <a:lnTo>
                  <a:pt x="2266476" y="1051771"/>
                </a:lnTo>
                <a:lnTo>
                  <a:pt x="2253901" y="1064727"/>
                </a:lnTo>
                <a:lnTo>
                  <a:pt x="2228032" y="1078113"/>
                </a:lnTo>
                <a:lnTo>
                  <a:pt x="2200554" y="1079397"/>
                </a:lnTo>
                <a:lnTo>
                  <a:pt x="2171214" y="1090829"/>
                </a:lnTo>
                <a:lnTo>
                  <a:pt x="2151399" y="1091591"/>
                </a:lnTo>
                <a:lnTo>
                  <a:pt x="2142790" y="1096403"/>
                </a:lnTo>
                <a:lnTo>
                  <a:pt x="2120915" y="1097688"/>
                </a:lnTo>
                <a:lnTo>
                  <a:pt x="2109103" y="1103022"/>
                </a:lnTo>
                <a:lnTo>
                  <a:pt x="2073284" y="1103784"/>
                </a:lnTo>
                <a:lnTo>
                  <a:pt x="2060710" y="1109119"/>
                </a:lnTo>
                <a:lnTo>
                  <a:pt x="2030226" y="1109881"/>
                </a:lnTo>
                <a:lnTo>
                  <a:pt x="2016127" y="1115216"/>
                </a:lnTo>
                <a:lnTo>
                  <a:pt x="1958970" y="1115978"/>
                </a:lnTo>
                <a:lnTo>
                  <a:pt x="1948801" y="1119929"/>
                </a:lnTo>
                <a:lnTo>
                  <a:pt x="1931344" y="1121313"/>
                </a:lnTo>
                <a:lnTo>
                  <a:pt x="1720624" y="1122075"/>
                </a:lnTo>
                <a:lnTo>
                  <a:pt x="1703166" y="1123458"/>
                </a:lnTo>
                <a:lnTo>
                  <a:pt x="1685949" y="1128933"/>
                </a:lnTo>
                <a:lnTo>
                  <a:pt x="1676613" y="1136935"/>
                </a:lnTo>
                <a:lnTo>
                  <a:pt x="1676232" y="1187615"/>
                </a:lnTo>
                <a:lnTo>
                  <a:pt x="1666325" y="1216194"/>
                </a:lnTo>
                <a:lnTo>
                  <a:pt x="1670135" y="1227625"/>
                </a:lnTo>
                <a:lnTo>
                  <a:pt x="1669613" y="1276371"/>
                </a:lnTo>
                <a:lnTo>
                  <a:pt x="1662895" y="1295642"/>
                </a:lnTo>
                <a:lnTo>
                  <a:pt x="1648556" y="1309734"/>
                </a:lnTo>
                <a:lnTo>
                  <a:pt x="1636984" y="1314885"/>
                </a:lnTo>
                <a:lnTo>
                  <a:pt x="1619646" y="1309741"/>
                </a:lnTo>
                <a:lnTo>
                  <a:pt x="1594306" y="1293737"/>
                </a:lnTo>
                <a:lnTo>
                  <a:pt x="1581435" y="1290823"/>
                </a:lnTo>
                <a:lnTo>
                  <a:pt x="1550726" y="1275016"/>
                </a:lnTo>
                <a:lnTo>
                  <a:pt x="1541355" y="1274226"/>
                </a:lnTo>
                <a:lnTo>
                  <a:pt x="1491565" y="1275016"/>
                </a:lnTo>
                <a:lnTo>
                  <a:pt x="1400162" y="1299453"/>
                </a:lnTo>
                <a:lnTo>
                  <a:pt x="1379967" y="1309741"/>
                </a:lnTo>
                <a:lnTo>
                  <a:pt x="1313177" y="1330565"/>
                </a:lnTo>
                <a:lnTo>
                  <a:pt x="1289122" y="1342772"/>
                </a:lnTo>
                <a:lnTo>
                  <a:pt x="1273435" y="1357887"/>
                </a:lnTo>
                <a:lnTo>
                  <a:pt x="1224661" y="1423597"/>
                </a:lnTo>
                <a:lnTo>
                  <a:pt x="1204910" y="1442776"/>
                </a:lnTo>
                <a:lnTo>
                  <a:pt x="1188871" y="1450538"/>
                </a:lnTo>
                <a:lnTo>
                  <a:pt x="1153871" y="1452683"/>
                </a:lnTo>
                <a:lnTo>
                  <a:pt x="1123606" y="1471708"/>
                </a:lnTo>
                <a:lnTo>
                  <a:pt x="1107898" y="1486357"/>
                </a:lnTo>
                <a:lnTo>
                  <a:pt x="1074747" y="1526748"/>
                </a:lnTo>
                <a:lnTo>
                  <a:pt x="1071318" y="1539704"/>
                </a:lnTo>
                <a:lnTo>
                  <a:pt x="1056097" y="1557839"/>
                </a:lnTo>
                <a:lnTo>
                  <a:pt x="1046740" y="1576856"/>
                </a:lnTo>
                <a:lnTo>
                  <a:pt x="1026742" y="1604468"/>
                </a:lnTo>
                <a:lnTo>
                  <a:pt x="1022924" y="1618581"/>
                </a:lnTo>
                <a:lnTo>
                  <a:pt x="994677" y="1661935"/>
                </a:lnTo>
                <a:lnTo>
                  <a:pt x="980226" y="1691516"/>
                </a:lnTo>
                <a:lnTo>
                  <a:pt x="946715" y="1734038"/>
                </a:lnTo>
                <a:lnTo>
                  <a:pt x="939023" y="1754883"/>
                </a:lnTo>
                <a:lnTo>
                  <a:pt x="946581" y="1777774"/>
                </a:lnTo>
                <a:lnTo>
                  <a:pt x="973903" y="1837387"/>
                </a:lnTo>
                <a:lnTo>
                  <a:pt x="983161" y="1869226"/>
                </a:lnTo>
                <a:lnTo>
                  <a:pt x="998290" y="1898355"/>
                </a:lnTo>
                <a:lnTo>
                  <a:pt x="1013645" y="1942387"/>
                </a:lnTo>
                <a:lnTo>
                  <a:pt x="1022677" y="1959323"/>
                </a:lnTo>
                <a:lnTo>
                  <a:pt x="1037129" y="2006968"/>
                </a:lnTo>
                <a:lnTo>
                  <a:pt x="1054382" y="2028998"/>
                </a:lnTo>
                <a:lnTo>
                  <a:pt x="1061220" y="2048403"/>
                </a:lnTo>
                <a:lnTo>
                  <a:pt x="1053839" y="2069065"/>
                </a:lnTo>
                <a:lnTo>
                  <a:pt x="1043452" y="2082613"/>
                </a:lnTo>
                <a:lnTo>
                  <a:pt x="1029000" y="2112194"/>
                </a:lnTo>
                <a:lnTo>
                  <a:pt x="1013779" y="2130329"/>
                </a:lnTo>
                <a:lnTo>
                  <a:pt x="1005065" y="2154419"/>
                </a:lnTo>
                <a:lnTo>
                  <a:pt x="971871" y="2207032"/>
                </a:lnTo>
                <a:lnTo>
                  <a:pt x="960242" y="2219113"/>
                </a:lnTo>
                <a:lnTo>
                  <a:pt x="933188" y="2218732"/>
                </a:lnTo>
                <a:lnTo>
                  <a:pt x="923661" y="2214540"/>
                </a:lnTo>
                <a:lnTo>
                  <a:pt x="915469" y="2222542"/>
                </a:lnTo>
                <a:lnTo>
                  <a:pt x="901370" y="2281224"/>
                </a:lnTo>
                <a:lnTo>
                  <a:pt x="888548" y="2320387"/>
                </a:lnTo>
                <a:lnTo>
                  <a:pt x="878839" y="2338339"/>
                </a:lnTo>
                <a:lnTo>
                  <a:pt x="877554" y="2365817"/>
                </a:lnTo>
                <a:lnTo>
                  <a:pt x="871839" y="2380677"/>
                </a:lnTo>
                <a:lnTo>
                  <a:pt x="879460" y="2394395"/>
                </a:lnTo>
                <a:lnTo>
                  <a:pt x="894321" y="2403921"/>
                </a:lnTo>
                <a:lnTo>
                  <a:pt x="901419" y="2417597"/>
                </a:lnTo>
                <a:lnTo>
                  <a:pt x="902704" y="2445075"/>
                </a:lnTo>
                <a:lnTo>
                  <a:pt x="914135" y="2474796"/>
                </a:lnTo>
                <a:lnTo>
                  <a:pt x="914516" y="2502613"/>
                </a:lnTo>
                <a:lnTo>
                  <a:pt x="896847" y="2517573"/>
                </a:lnTo>
                <a:lnTo>
                  <a:pt x="882889" y="2518807"/>
                </a:lnTo>
                <a:lnTo>
                  <a:pt x="847833" y="2529667"/>
                </a:lnTo>
                <a:lnTo>
                  <a:pt x="820355" y="2529145"/>
                </a:lnTo>
                <a:lnTo>
                  <a:pt x="807554" y="2521905"/>
                </a:lnTo>
                <a:lnTo>
                  <a:pt x="782433" y="2496784"/>
                </a:lnTo>
                <a:lnTo>
                  <a:pt x="775243" y="2483370"/>
                </a:lnTo>
                <a:lnTo>
                  <a:pt x="772957" y="2472129"/>
                </a:lnTo>
                <a:lnTo>
                  <a:pt x="752161" y="2443790"/>
                </a:lnTo>
                <a:lnTo>
                  <a:pt x="746855" y="2440121"/>
                </a:lnTo>
                <a:lnTo>
                  <a:pt x="730427" y="2445315"/>
                </a:lnTo>
                <a:lnTo>
                  <a:pt x="716935" y="2456774"/>
                </a:lnTo>
                <a:lnTo>
                  <a:pt x="690841" y="2493658"/>
                </a:lnTo>
                <a:lnTo>
                  <a:pt x="644452" y="2547661"/>
                </a:lnTo>
                <a:lnTo>
                  <a:pt x="630790" y="2577468"/>
                </a:lnTo>
                <a:lnTo>
                  <a:pt x="586532" y="2625113"/>
                </a:lnTo>
                <a:lnTo>
                  <a:pt x="579208" y="2652704"/>
                </a:lnTo>
                <a:lnTo>
                  <a:pt x="579575" y="2670655"/>
                </a:lnTo>
                <a:lnTo>
                  <a:pt x="585982" y="2684429"/>
                </a:lnTo>
                <a:lnTo>
                  <a:pt x="626062" y="2720382"/>
                </a:lnTo>
                <a:lnTo>
                  <a:pt x="652355" y="2749532"/>
                </a:lnTo>
                <a:lnTo>
                  <a:pt x="674484" y="2816823"/>
                </a:lnTo>
                <a:lnTo>
                  <a:pt x="692153" y="2833476"/>
                </a:lnTo>
                <a:lnTo>
                  <a:pt x="717048" y="2842565"/>
                </a:lnTo>
                <a:lnTo>
                  <a:pt x="733913" y="2852549"/>
                </a:lnTo>
                <a:lnTo>
                  <a:pt x="742282" y="2862132"/>
                </a:lnTo>
                <a:lnTo>
                  <a:pt x="749522" y="2883661"/>
                </a:lnTo>
                <a:lnTo>
                  <a:pt x="749522" y="2914145"/>
                </a:lnTo>
                <a:lnTo>
                  <a:pt x="742282" y="2935674"/>
                </a:lnTo>
                <a:lnTo>
                  <a:pt x="731726" y="2947113"/>
                </a:lnTo>
                <a:lnTo>
                  <a:pt x="692111" y="2975120"/>
                </a:lnTo>
                <a:lnTo>
                  <a:pt x="683290" y="3000403"/>
                </a:lnTo>
                <a:lnTo>
                  <a:pt x="683290" y="3010790"/>
                </a:lnTo>
                <a:lnTo>
                  <a:pt x="688554" y="3023125"/>
                </a:lnTo>
                <a:lnTo>
                  <a:pt x="689317" y="3042940"/>
                </a:lnTo>
                <a:lnTo>
                  <a:pt x="706845" y="3096286"/>
                </a:lnTo>
                <a:lnTo>
                  <a:pt x="708129" y="3118161"/>
                </a:lnTo>
                <a:lnTo>
                  <a:pt x="718516" y="3143565"/>
                </a:lnTo>
                <a:lnTo>
                  <a:pt x="719405" y="3180724"/>
                </a:lnTo>
                <a:lnTo>
                  <a:pt x="718516" y="3196855"/>
                </a:lnTo>
                <a:lnTo>
                  <a:pt x="712370" y="3214983"/>
                </a:lnTo>
                <a:lnTo>
                  <a:pt x="683742" y="3277355"/>
                </a:lnTo>
                <a:lnTo>
                  <a:pt x="682839" y="3313484"/>
                </a:lnTo>
                <a:lnTo>
                  <a:pt x="694129" y="3326355"/>
                </a:lnTo>
                <a:lnTo>
                  <a:pt x="726871" y="3386419"/>
                </a:lnTo>
                <a:lnTo>
                  <a:pt x="748760" y="3415224"/>
                </a:lnTo>
                <a:lnTo>
                  <a:pt x="807823" y="3455424"/>
                </a:lnTo>
                <a:lnTo>
                  <a:pt x="832040" y="3464266"/>
                </a:lnTo>
                <a:lnTo>
                  <a:pt x="851643" y="3483622"/>
                </a:lnTo>
                <a:lnTo>
                  <a:pt x="864839" y="3527210"/>
                </a:lnTo>
                <a:lnTo>
                  <a:pt x="866123" y="3554688"/>
                </a:lnTo>
                <a:lnTo>
                  <a:pt x="870935" y="3564468"/>
                </a:lnTo>
                <a:lnTo>
                  <a:pt x="872220" y="3625563"/>
                </a:lnTo>
                <a:lnTo>
                  <a:pt x="877554" y="3638899"/>
                </a:lnTo>
                <a:lnTo>
                  <a:pt x="878818" y="3660520"/>
                </a:lnTo>
                <a:lnTo>
                  <a:pt x="885556" y="3658855"/>
                </a:lnTo>
                <a:lnTo>
                  <a:pt x="893368" y="3646711"/>
                </a:lnTo>
                <a:lnTo>
                  <a:pt x="920994" y="3633946"/>
                </a:lnTo>
                <a:lnTo>
                  <a:pt x="955479" y="3633183"/>
                </a:lnTo>
                <a:lnTo>
                  <a:pt x="966339" y="3628992"/>
                </a:lnTo>
                <a:lnTo>
                  <a:pt x="980819" y="3643662"/>
                </a:lnTo>
                <a:lnTo>
                  <a:pt x="987296" y="3671669"/>
                </a:lnTo>
                <a:lnTo>
                  <a:pt x="987296" y="3723492"/>
                </a:lnTo>
                <a:lnTo>
                  <a:pt x="976387" y="3759000"/>
                </a:lnTo>
                <a:lnTo>
                  <a:pt x="975103" y="3792081"/>
                </a:lnTo>
                <a:lnTo>
                  <a:pt x="963671" y="3821802"/>
                </a:lnTo>
                <a:lnTo>
                  <a:pt x="962909" y="3841617"/>
                </a:lnTo>
                <a:lnTo>
                  <a:pt x="958146" y="3851905"/>
                </a:lnTo>
                <a:lnTo>
                  <a:pt x="956431" y="3867338"/>
                </a:lnTo>
                <a:lnTo>
                  <a:pt x="940046" y="3890772"/>
                </a:lnTo>
                <a:lnTo>
                  <a:pt x="918517" y="3906014"/>
                </a:lnTo>
                <a:lnTo>
                  <a:pt x="903085" y="3913635"/>
                </a:lnTo>
                <a:lnTo>
                  <a:pt x="879488" y="3915780"/>
                </a:lnTo>
                <a:lnTo>
                  <a:pt x="838038" y="3946441"/>
                </a:lnTo>
                <a:lnTo>
                  <a:pt x="812917" y="3971138"/>
                </a:lnTo>
                <a:lnTo>
                  <a:pt x="797083" y="4002765"/>
                </a:lnTo>
                <a:lnTo>
                  <a:pt x="787627" y="4013279"/>
                </a:lnTo>
                <a:lnTo>
                  <a:pt x="754857" y="4039191"/>
                </a:lnTo>
                <a:lnTo>
                  <a:pt x="739805" y="4047193"/>
                </a:lnTo>
                <a:lnTo>
                  <a:pt x="729517" y="4047193"/>
                </a:lnTo>
                <a:lnTo>
                  <a:pt x="716145" y="4040242"/>
                </a:lnTo>
                <a:lnTo>
                  <a:pt x="692210" y="4019468"/>
                </a:lnTo>
                <a:lnTo>
                  <a:pt x="673355" y="4009306"/>
                </a:lnTo>
                <a:lnTo>
                  <a:pt x="643210" y="3981081"/>
                </a:lnTo>
                <a:lnTo>
                  <a:pt x="613065" y="3980177"/>
                </a:lnTo>
                <a:lnTo>
                  <a:pt x="591387" y="3969268"/>
                </a:lnTo>
                <a:lnTo>
                  <a:pt x="560903" y="3969268"/>
                </a:lnTo>
                <a:lnTo>
                  <a:pt x="527032" y="3989097"/>
                </a:lnTo>
                <a:lnTo>
                  <a:pt x="479959" y="4028535"/>
                </a:lnTo>
                <a:lnTo>
                  <a:pt x="475831" y="4035331"/>
                </a:lnTo>
                <a:lnTo>
                  <a:pt x="475097" y="4047242"/>
                </a:lnTo>
                <a:lnTo>
                  <a:pt x="467927" y="4069674"/>
                </a:lnTo>
                <a:lnTo>
                  <a:pt x="453589" y="4083766"/>
                </a:lnTo>
                <a:lnTo>
                  <a:pt x="441113" y="4089919"/>
                </a:lnTo>
                <a:lnTo>
                  <a:pt x="431742" y="4090710"/>
                </a:lnTo>
                <a:lnTo>
                  <a:pt x="385621" y="4090442"/>
                </a:lnTo>
                <a:lnTo>
                  <a:pt x="362998" y="4084846"/>
                </a:lnTo>
                <a:lnTo>
                  <a:pt x="336903" y="4092855"/>
                </a:lnTo>
                <a:lnTo>
                  <a:pt x="329226" y="4099968"/>
                </a:lnTo>
                <a:lnTo>
                  <a:pt x="328323" y="4154048"/>
                </a:lnTo>
                <a:lnTo>
                  <a:pt x="321605" y="4173320"/>
                </a:lnTo>
                <a:lnTo>
                  <a:pt x="311048" y="4184758"/>
                </a:lnTo>
                <a:lnTo>
                  <a:pt x="295694" y="4192563"/>
                </a:lnTo>
                <a:lnTo>
                  <a:pt x="284262" y="4188752"/>
                </a:lnTo>
                <a:lnTo>
                  <a:pt x="235516" y="4189274"/>
                </a:lnTo>
                <a:lnTo>
                  <a:pt x="217113" y="4198984"/>
                </a:lnTo>
                <a:lnTo>
                  <a:pt x="202323" y="4203048"/>
                </a:lnTo>
                <a:lnTo>
                  <a:pt x="183298" y="4216032"/>
                </a:lnTo>
                <a:lnTo>
                  <a:pt x="172234" y="4228000"/>
                </a:lnTo>
                <a:lnTo>
                  <a:pt x="179855" y="4235621"/>
                </a:lnTo>
                <a:lnTo>
                  <a:pt x="203565" y="4220435"/>
                </a:lnTo>
                <a:lnTo>
                  <a:pt x="225581" y="4213520"/>
                </a:lnTo>
                <a:lnTo>
                  <a:pt x="242918" y="4221903"/>
                </a:lnTo>
                <a:lnTo>
                  <a:pt x="260256" y="4239622"/>
                </a:lnTo>
                <a:lnTo>
                  <a:pt x="267877" y="4261532"/>
                </a:lnTo>
                <a:lnTo>
                  <a:pt x="267355" y="4294613"/>
                </a:lnTo>
                <a:lnTo>
                  <a:pt x="259226" y="4315726"/>
                </a:lnTo>
                <a:lnTo>
                  <a:pt x="248062" y="4326501"/>
                </a:lnTo>
                <a:lnTo>
                  <a:pt x="236208" y="4332929"/>
                </a:lnTo>
                <a:lnTo>
                  <a:pt x="204581" y="4333790"/>
                </a:lnTo>
                <a:lnTo>
                  <a:pt x="179855" y="4317927"/>
                </a:lnTo>
                <a:lnTo>
                  <a:pt x="155440" y="4333550"/>
                </a:lnTo>
                <a:lnTo>
                  <a:pt x="141468" y="4334694"/>
                </a:lnTo>
                <a:lnTo>
                  <a:pt x="117363" y="4320976"/>
                </a:lnTo>
                <a:lnTo>
                  <a:pt x="111266" y="4313545"/>
                </a:lnTo>
                <a:lnTo>
                  <a:pt x="106694" y="4299637"/>
                </a:lnTo>
                <a:lnTo>
                  <a:pt x="98706" y="4318160"/>
                </a:lnTo>
                <a:lnTo>
                  <a:pt x="77085" y="4332915"/>
                </a:lnTo>
                <a:lnTo>
                  <a:pt x="69238" y="4332915"/>
                </a:lnTo>
                <a:lnTo>
                  <a:pt x="52571" y="4323128"/>
                </a:lnTo>
                <a:lnTo>
                  <a:pt x="44202" y="4313545"/>
                </a:lnTo>
                <a:lnTo>
                  <a:pt x="36962" y="4292016"/>
                </a:lnTo>
                <a:lnTo>
                  <a:pt x="36962" y="4261532"/>
                </a:lnTo>
                <a:lnTo>
                  <a:pt x="45613" y="4237823"/>
                </a:lnTo>
                <a:lnTo>
                  <a:pt x="58540" y="4225911"/>
                </a:lnTo>
                <a:lnTo>
                  <a:pt x="75081" y="4219871"/>
                </a:lnTo>
                <a:lnTo>
                  <a:pt x="96024" y="4232573"/>
                </a:lnTo>
                <a:lnTo>
                  <a:pt x="106694" y="4252387"/>
                </a:lnTo>
                <a:lnTo>
                  <a:pt x="111076" y="4240384"/>
                </a:lnTo>
                <a:lnTo>
                  <a:pt x="120411" y="4228000"/>
                </a:lnTo>
                <a:lnTo>
                  <a:pt x="92976" y="4192944"/>
                </a:lnTo>
                <a:lnTo>
                  <a:pt x="79604" y="4188392"/>
                </a:lnTo>
                <a:lnTo>
                  <a:pt x="57919" y="4188371"/>
                </a:lnTo>
                <a:lnTo>
                  <a:pt x="35438" y="4205518"/>
                </a:lnTo>
                <a:lnTo>
                  <a:pt x="18968" y="4226984"/>
                </a:lnTo>
                <a:lnTo>
                  <a:pt x="0" y="4237145"/>
                </a:lnTo>
                <a:lnTo>
                  <a:pt x="0" y="4327073"/>
                </a:lnTo>
                <a:lnTo>
                  <a:pt x="18403" y="4338306"/>
                </a:lnTo>
                <a:lnTo>
                  <a:pt x="28960" y="4349745"/>
                </a:lnTo>
                <a:lnTo>
                  <a:pt x="48393" y="4407093"/>
                </a:lnTo>
                <a:lnTo>
                  <a:pt x="49155" y="4426907"/>
                </a:lnTo>
                <a:lnTo>
                  <a:pt x="54490" y="4437577"/>
                </a:lnTo>
                <a:lnTo>
                  <a:pt x="55774" y="4459452"/>
                </a:lnTo>
                <a:lnTo>
                  <a:pt x="71828" y="4484065"/>
                </a:lnTo>
                <a:lnTo>
                  <a:pt x="78355" y="4502806"/>
                </a:lnTo>
                <a:lnTo>
                  <a:pt x="80161" y="4538484"/>
                </a:lnTo>
                <a:lnTo>
                  <a:pt x="96645" y="4582968"/>
                </a:lnTo>
                <a:lnTo>
                  <a:pt x="97929" y="4660871"/>
                </a:lnTo>
                <a:lnTo>
                  <a:pt x="108839" y="4692597"/>
                </a:lnTo>
                <a:lnTo>
                  <a:pt x="110123" y="4764897"/>
                </a:lnTo>
                <a:lnTo>
                  <a:pt x="115458" y="4780520"/>
                </a:lnTo>
                <a:lnTo>
                  <a:pt x="117603" y="4826923"/>
                </a:lnTo>
                <a:lnTo>
                  <a:pt x="124419" y="4839145"/>
                </a:lnTo>
                <a:lnTo>
                  <a:pt x="132167" y="4846131"/>
                </a:lnTo>
                <a:lnTo>
                  <a:pt x="192394" y="4872804"/>
                </a:lnTo>
                <a:lnTo>
                  <a:pt x="208081" y="4887919"/>
                </a:lnTo>
                <a:lnTo>
                  <a:pt x="229772" y="4920174"/>
                </a:lnTo>
                <a:lnTo>
                  <a:pt x="253588" y="4945705"/>
                </a:lnTo>
                <a:lnTo>
                  <a:pt x="258160" y="4960375"/>
                </a:lnTo>
                <a:lnTo>
                  <a:pt x="279661" y="4985694"/>
                </a:lnTo>
                <a:lnTo>
                  <a:pt x="289025" y="5015627"/>
                </a:lnTo>
                <a:lnTo>
                  <a:pt x="316432" y="5046767"/>
                </a:lnTo>
                <a:lnTo>
                  <a:pt x="342562" y="5087539"/>
                </a:lnTo>
                <a:lnTo>
                  <a:pt x="385811" y="5125559"/>
                </a:lnTo>
                <a:lnTo>
                  <a:pt x="418194" y="5164984"/>
                </a:lnTo>
                <a:lnTo>
                  <a:pt x="422011" y="5179097"/>
                </a:lnTo>
                <a:lnTo>
                  <a:pt x="438015" y="5204436"/>
                </a:lnTo>
                <a:lnTo>
                  <a:pt x="463919" y="5299113"/>
                </a:lnTo>
                <a:lnTo>
                  <a:pt x="474215" y="5313226"/>
                </a:lnTo>
                <a:lnTo>
                  <a:pt x="486789" y="5351712"/>
                </a:lnTo>
                <a:lnTo>
                  <a:pt x="487742" y="5368097"/>
                </a:lnTo>
                <a:lnTo>
                  <a:pt x="512129" y="5391531"/>
                </a:lnTo>
                <a:lnTo>
                  <a:pt x="534420" y="5406964"/>
                </a:lnTo>
                <a:lnTo>
                  <a:pt x="549853" y="5408678"/>
                </a:lnTo>
                <a:lnTo>
                  <a:pt x="560141" y="5413442"/>
                </a:lnTo>
                <a:lnTo>
                  <a:pt x="582016" y="5414726"/>
                </a:lnTo>
                <a:lnTo>
                  <a:pt x="590244" y="5418967"/>
                </a:lnTo>
                <a:lnTo>
                  <a:pt x="606516" y="5421500"/>
                </a:lnTo>
                <a:lnTo>
                  <a:pt x="621984" y="5429629"/>
                </a:lnTo>
                <a:lnTo>
                  <a:pt x="632540" y="5441068"/>
                </a:lnTo>
                <a:lnTo>
                  <a:pt x="636541" y="5455166"/>
                </a:lnTo>
                <a:lnTo>
                  <a:pt x="663949" y="5485735"/>
                </a:lnTo>
                <a:lnTo>
                  <a:pt x="681505" y="5514419"/>
                </a:lnTo>
                <a:lnTo>
                  <a:pt x="688032" y="5533726"/>
                </a:lnTo>
                <a:lnTo>
                  <a:pt x="688921" y="5553159"/>
                </a:lnTo>
                <a:lnTo>
                  <a:pt x="688554" y="5594821"/>
                </a:lnTo>
                <a:lnTo>
                  <a:pt x="683220" y="5608919"/>
                </a:lnTo>
                <a:lnTo>
                  <a:pt x="682839" y="5642452"/>
                </a:lnTo>
                <a:lnTo>
                  <a:pt x="694129" y="5655323"/>
                </a:lnTo>
                <a:lnTo>
                  <a:pt x="703613" y="5680952"/>
                </a:lnTo>
                <a:lnTo>
                  <a:pt x="731253" y="5717546"/>
                </a:lnTo>
                <a:lnTo>
                  <a:pt x="746290" y="5754113"/>
                </a:lnTo>
                <a:lnTo>
                  <a:pt x="773613" y="5790581"/>
                </a:lnTo>
                <a:lnTo>
                  <a:pt x="780006" y="5816210"/>
                </a:lnTo>
                <a:lnTo>
                  <a:pt x="781290" y="5938935"/>
                </a:lnTo>
                <a:lnTo>
                  <a:pt x="788516" y="5960952"/>
                </a:lnTo>
                <a:lnTo>
                  <a:pt x="795820" y="5967486"/>
                </a:lnTo>
                <a:lnTo>
                  <a:pt x="819790" y="5976081"/>
                </a:lnTo>
                <a:lnTo>
                  <a:pt x="838306" y="5993016"/>
                </a:lnTo>
                <a:lnTo>
                  <a:pt x="868790" y="5993016"/>
                </a:lnTo>
                <a:lnTo>
                  <a:pt x="880031" y="5982728"/>
                </a:lnTo>
                <a:lnTo>
                  <a:pt x="893855" y="5975629"/>
                </a:lnTo>
                <a:lnTo>
                  <a:pt x="938141" y="5974345"/>
                </a:lnTo>
                <a:lnTo>
                  <a:pt x="956149" y="5968643"/>
                </a:lnTo>
                <a:lnTo>
                  <a:pt x="970149" y="5969010"/>
                </a:lnTo>
                <a:lnTo>
                  <a:pt x="983500" y="5973710"/>
                </a:lnTo>
                <a:lnTo>
                  <a:pt x="1002242" y="5964113"/>
                </a:lnTo>
                <a:lnTo>
                  <a:pt x="1014922" y="5961389"/>
                </a:lnTo>
                <a:lnTo>
                  <a:pt x="1023115" y="5953578"/>
                </a:lnTo>
                <a:lnTo>
                  <a:pt x="1029452" y="5940629"/>
                </a:lnTo>
                <a:lnTo>
                  <a:pt x="1030736" y="5901946"/>
                </a:lnTo>
                <a:lnTo>
                  <a:pt x="1036071" y="5882893"/>
                </a:lnTo>
                <a:lnTo>
                  <a:pt x="1036339" y="5774210"/>
                </a:lnTo>
                <a:lnTo>
                  <a:pt x="1035548" y="5754565"/>
                </a:lnTo>
                <a:lnTo>
                  <a:pt x="1030736" y="5739619"/>
                </a:lnTo>
                <a:lnTo>
                  <a:pt x="1031258" y="5656113"/>
                </a:lnTo>
                <a:lnTo>
                  <a:pt x="1038935" y="5634435"/>
                </a:lnTo>
                <a:lnTo>
                  <a:pt x="1084612" y="5579804"/>
                </a:lnTo>
                <a:lnTo>
                  <a:pt x="1094561" y="5554620"/>
                </a:lnTo>
                <a:lnTo>
                  <a:pt x="1134000" y="5514419"/>
                </a:lnTo>
                <a:lnTo>
                  <a:pt x="1133619" y="5418014"/>
                </a:lnTo>
                <a:lnTo>
                  <a:pt x="1128284" y="5398962"/>
                </a:lnTo>
                <a:lnTo>
                  <a:pt x="1128284" y="5331135"/>
                </a:lnTo>
                <a:lnTo>
                  <a:pt x="1135905" y="5306557"/>
                </a:lnTo>
                <a:lnTo>
                  <a:pt x="1150597" y="5290984"/>
                </a:lnTo>
                <a:lnTo>
                  <a:pt x="1179839" y="5275177"/>
                </a:lnTo>
                <a:lnTo>
                  <a:pt x="1197064" y="5272835"/>
                </a:lnTo>
                <a:lnTo>
                  <a:pt x="1210887" y="5262306"/>
                </a:lnTo>
                <a:lnTo>
                  <a:pt x="1246903" y="5244694"/>
                </a:lnTo>
                <a:lnTo>
                  <a:pt x="1265081" y="5241970"/>
                </a:lnTo>
                <a:lnTo>
                  <a:pt x="1283597" y="5226177"/>
                </a:lnTo>
                <a:lnTo>
                  <a:pt x="1357323" y="5183048"/>
                </a:lnTo>
                <a:lnTo>
                  <a:pt x="1407212" y="5182526"/>
                </a:lnTo>
                <a:lnTo>
                  <a:pt x="1422835" y="5187861"/>
                </a:lnTo>
                <a:lnTo>
                  <a:pt x="1485327" y="5188623"/>
                </a:lnTo>
                <a:lnTo>
                  <a:pt x="1501331" y="5193958"/>
                </a:lnTo>
                <a:lnTo>
                  <a:pt x="1553153" y="5194720"/>
                </a:lnTo>
                <a:lnTo>
                  <a:pt x="1565290" y="5199532"/>
                </a:lnTo>
                <a:lnTo>
                  <a:pt x="1591329" y="5200421"/>
                </a:lnTo>
                <a:lnTo>
                  <a:pt x="1655274" y="5200435"/>
                </a:lnTo>
                <a:lnTo>
                  <a:pt x="1670516" y="5185194"/>
                </a:lnTo>
                <a:lnTo>
                  <a:pt x="1670897" y="5140230"/>
                </a:lnTo>
                <a:lnTo>
                  <a:pt x="1677742" y="5118806"/>
                </a:lnTo>
                <a:lnTo>
                  <a:pt x="1716468" y="5076694"/>
                </a:lnTo>
                <a:lnTo>
                  <a:pt x="1724484" y="5061790"/>
                </a:lnTo>
                <a:lnTo>
                  <a:pt x="1725006" y="4978284"/>
                </a:lnTo>
                <a:lnTo>
                  <a:pt x="1719671" y="4961518"/>
                </a:lnTo>
                <a:lnTo>
                  <a:pt x="1718387" y="4911629"/>
                </a:lnTo>
                <a:lnTo>
                  <a:pt x="1708049" y="4878450"/>
                </a:lnTo>
                <a:lnTo>
                  <a:pt x="1706335" y="4863017"/>
                </a:lnTo>
                <a:lnTo>
                  <a:pt x="1695806" y="4849194"/>
                </a:lnTo>
                <a:lnTo>
                  <a:pt x="1685631" y="4822443"/>
                </a:lnTo>
                <a:lnTo>
                  <a:pt x="1660637" y="4807927"/>
                </a:lnTo>
                <a:lnTo>
                  <a:pt x="1638071" y="4786913"/>
                </a:lnTo>
                <a:lnTo>
                  <a:pt x="1628798" y="4775863"/>
                </a:lnTo>
                <a:lnTo>
                  <a:pt x="1622645" y="4757968"/>
                </a:lnTo>
                <a:lnTo>
                  <a:pt x="1622645" y="4722290"/>
                </a:lnTo>
                <a:lnTo>
                  <a:pt x="1639919" y="4679500"/>
                </a:lnTo>
                <a:lnTo>
                  <a:pt x="1639651" y="4657442"/>
                </a:lnTo>
                <a:lnTo>
                  <a:pt x="1634317" y="4645629"/>
                </a:lnTo>
                <a:lnTo>
                  <a:pt x="1634317" y="4615145"/>
                </a:lnTo>
                <a:lnTo>
                  <a:pt x="1641556" y="4593616"/>
                </a:lnTo>
                <a:lnTo>
                  <a:pt x="1649925" y="4584033"/>
                </a:lnTo>
                <a:lnTo>
                  <a:pt x="1704274" y="4546274"/>
                </a:lnTo>
                <a:lnTo>
                  <a:pt x="1728210" y="4525500"/>
                </a:lnTo>
                <a:lnTo>
                  <a:pt x="1753387" y="4509919"/>
                </a:lnTo>
                <a:lnTo>
                  <a:pt x="1761065" y="4496032"/>
                </a:lnTo>
                <a:lnTo>
                  <a:pt x="1762349" y="4474157"/>
                </a:lnTo>
                <a:lnTo>
                  <a:pt x="1768911" y="4454540"/>
                </a:lnTo>
                <a:lnTo>
                  <a:pt x="1776532" y="4445141"/>
                </a:lnTo>
                <a:lnTo>
                  <a:pt x="1795218" y="4428008"/>
                </a:lnTo>
                <a:lnTo>
                  <a:pt x="1842475" y="4401158"/>
                </a:lnTo>
                <a:lnTo>
                  <a:pt x="1874419" y="4373194"/>
                </a:lnTo>
                <a:lnTo>
                  <a:pt x="1891919" y="4366194"/>
                </a:lnTo>
                <a:lnTo>
                  <a:pt x="1907338" y="4374323"/>
                </a:lnTo>
                <a:lnTo>
                  <a:pt x="1924675" y="4392041"/>
                </a:lnTo>
                <a:lnTo>
                  <a:pt x="1951532" y="4476048"/>
                </a:lnTo>
                <a:lnTo>
                  <a:pt x="1968115" y="4500450"/>
                </a:lnTo>
                <a:lnTo>
                  <a:pt x="1997032" y="4516694"/>
                </a:lnTo>
                <a:lnTo>
                  <a:pt x="2024510" y="4517978"/>
                </a:lnTo>
                <a:lnTo>
                  <a:pt x="2037198" y="4523574"/>
                </a:lnTo>
                <a:lnTo>
                  <a:pt x="2062671" y="4510808"/>
                </a:lnTo>
                <a:lnTo>
                  <a:pt x="2070419" y="4503823"/>
                </a:lnTo>
                <a:lnTo>
                  <a:pt x="2083516" y="4478645"/>
                </a:lnTo>
                <a:lnTo>
                  <a:pt x="2086430" y="4465774"/>
                </a:lnTo>
                <a:lnTo>
                  <a:pt x="2095957" y="4453581"/>
                </a:lnTo>
                <a:lnTo>
                  <a:pt x="2099196" y="4440244"/>
                </a:lnTo>
                <a:lnTo>
                  <a:pt x="2118798" y="4421460"/>
                </a:lnTo>
                <a:lnTo>
                  <a:pt x="2143694" y="4408758"/>
                </a:lnTo>
                <a:lnTo>
                  <a:pt x="2187980" y="4407474"/>
                </a:lnTo>
                <a:lnTo>
                  <a:pt x="2201317" y="4402139"/>
                </a:lnTo>
                <a:lnTo>
                  <a:pt x="2240565" y="4401758"/>
                </a:lnTo>
                <a:lnTo>
                  <a:pt x="2247677" y="4394194"/>
                </a:lnTo>
                <a:lnTo>
                  <a:pt x="2249710" y="4389565"/>
                </a:lnTo>
                <a:lnTo>
                  <a:pt x="2243994" y="4377371"/>
                </a:lnTo>
                <a:lnTo>
                  <a:pt x="2243613" y="4343839"/>
                </a:lnTo>
                <a:lnTo>
                  <a:pt x="2227037" y="4325929"/>
                </a:lnTo>
                <a:lnTo>
                  <a:pt x="2219339" y="4300597"/>
                </a:lnTo>
                <a:lnTo>
                  <a:pt x="2220129" y="4271129"/>
                </a:lnTo>
                <a:lnTo>
                  <a:pt x="2226847" y="4252197"/>
                </a:lnTo>
                <a:lnTo>
                  <a:pt x="2239421" y="4239241"/>
                </a:lnTo>
                <a:lnTo>
                  <a:pt x="2251488" y="4232813"/>
                </a:lnTo>
                <a:lnTo>
                  <a:pt x="2261141" y="4231429"/>
                </a:lnTo>
                <a:lnTo>
                  <a:pt x="2366310" y="4231429"/>
                </a:lnTo>
                <a:lnTo>
                  <a:pt x="2375964" y="4232813"/>
                </a:lnTo>
                <a:lnTo>
                  <a:pt x="2399081" y="4247815"/>
                </a:lnTo>
                <a:lnTo>
                  <a:pt x="2424032" y="4231952"/>
                </a:lnTo>
                <a:lnTo>
                  <a:pt x="2458581" y="4231161"/>
                </a:lnTo>
                <a:lnTo>
                  <a:pt x="2467599" y="4232813"/>
                </a:lnTo>
                <a:lnTo>
                  <a:pt x="2485960" y="4244766"/>
                </a:lnTo>
                <a:lnTo>
                  <a:pt x="2492056" y="4252197"/>
                </a:lnTo>
                <a:lnTo>
                  <a:pt x="2498774" y="4271129"/>
                </a:lnTo>
                <a:lnTo>
                  <a:pt x="2499296" y="4304210"/>
                </a:lnTo>
                <a:lnTo>
                  <a:pt x="2488641" y="4330354"/>
                </a:lnTo>
                <a:lnTo>
                  <a:pt x="2477718" y="4339831"/>
                </a:lnTo>
                <a:lnTo>
                  <a:pt x="2457113" y="4350571"/>
                </a:lnTo>
                <a:lnTo>
                  <a:pt x="2447093" y="4348792"/>
                </a:lnTo>
                <a:lnTo>
                  <a:pt x="2434899" y="4352793"/>
                </a:lnTo>
                <a:lnTo>
                  <a:pt x="2417992" y="4345871"/>
                </a:lnTo>
                <a:lnTo>
                  <a:pt x="2399081" y="4330121"/>
                </a:lnTo>
                <a:lnTo>
                  <a:pt x="2374524" y="4351573"/>
                </a:lnTo>
                <a:lnTo>
                  <a:pt x="2348147" y="4361374"/>
                </a:lnTo>
                <a:lnTo>
                  <a:pt x="2343194" y="4369806"/>
                </a:lnTo>
                <a:lnTo>
                  <a:pt x="2352402" y="4376990"/>
                </a:lnTo>
                <a:lnTo>
                  <a:pt x="2378123" y="4376990"/>
                </a:lnTo>
                <a:lnTo>
                  <a:pt x="2400986" y="4366130"/>
                </a:lnTo>
                <a:lnTo>
                  <a:pt x="2427758" y="4359081"/>
                </a:lnTo>
                <a:lnTo>
                  <a:pt x="2441730" y="4360224"/>
                </a:lnTo>
                <a:lnTo>
                  <a:pt x="2455095" y="4367273"/>
                </a:lnTo>
                <a:lnTo>
                  <a:pt x="2466258" y="4378048"/>
                </a:lnTo>
                <a:lnTo>
                  <a:pt x="2477958" y="4412808"/>
                </a:lnTo>
                <a:lnTo>
                  <a:pt x="2508823" y="4444435"/>
                </a:lnTo>
                <a:lnTo>
                  <a:pt x="2533210" y="4440244"/>
                </a:lnTo>
                <a:lnTo>
                  <a:pt x="2544274" y="4444097"/>
                </a:lnTo>
                <a:lnTo>
                  <a:pt x="2553645" y="4443758"/>
                </a:lnTo>
                <a:lnTo>
                  <a:pt x="2581984" y="4434147"/>
                </a:lnTo>
                <a:lnTo>
                  <a:pt x="2601798" y="4445960"/>
                </a:lnTo>
                <a:lnTo>
                  <a:pt x="2607895" y="4453390"/>
                </a:lnTo>
                <a:lnTo>
                  <a:pt x="2614613" y="4472097"/>
                </a:lnTo>
                <a:lnTo>
                  <a:pt x="2616419" y="4496032"/>
                </a:lnTo>
                <a:lnTo>
                  <a:pt x="2630194" y="4522113"/>
                </a:lnTo>
                <a:lnTo>
                  <a:pt x="2637942" y="4529099"/>
                </a:lnTo>
                <a:lnTo>
                  <a:pt x="2685897" y="4556224"/>
                </a:lnTo>
                <a:lnTo>
                  <a:pt x="2711018" y="4581345"/>
                </a:lnTo>
                <a:lnTo>
                  <a:pt x="2717581" y="4593129"/>
                </a:lnTo>
                <a:lnTo>
                  <a:pt x="2730974" y="4632673"/>
                </a:lnTo>
                <a:lnTo>
                  <a:pt x="2732258" y="4654548"/>
                </a:lnTo>
                <a:lnTo>
                  <a:pt x="2742645" y="4679952"/>
                </a:lnTo>
                <a:lnTo>
                  <a:pt x="2744452" y="4733242"/>
                </a:lnTo>
                <a:lnTo>
                  <a:pt x="2762982" y="4788713"/>
                </a:lnTo>
                <a:lnTo>
                  <a:pt x="2770984" y="4798048"/>
                </a:lnTo>
                <a:lnTo>
                  <a:pt x="2821663" y="4798429"/>
                </a:lnTo>
                <a:lnTo>
                  <a:pt x="2837865" y="4805740"/>
                </a:lnTo>
                <a:lnTo>
                  <a:pt x="2857792" y="4825667"/>
                </a:lnTo>
                <a:lnTo>
                  <a:pt x="2875645" y="4865113"/>
                </a:lnTo>
                <a:lnTo>
                  <a:pt x="2887458" y="4876163"/>
                </a:lnTo>
                <a:lnTo>
                  <a:pt x="2901302" y="4883022"/>
                </a:lnTo>
                <a:lnTo>
                  <a:pt x="2921117" y="4883784"/>
                </a:lnTo>
                <a:lnTo>
                  <a:pt x="2937227" y="4889380"/>
                </a:lnTo>
                <a:lnTo>
                  <a:pt x="2960323" y="4878210"/>
                </a:lnTo>
                <a:lnTo>
                  <a:pt x="2987800" y="4876925"/>
                </a:lnTo>
                <a:lnTo>
                  <a:pt x="2998851" y="4871591"/>
                </a:lnTo>
                <a:lnTo>
                  <a:pt x="3018665" y="4870829"/>
                </a:lnTo>
                <a:lnTo>
                  <a:pt x="3041528" y="4859397"/>
                </a:lnTo>
                <a:lnTo>
                  <a:pt x="3063403" y="4859919"/>
                </a:lnTo>
                <a:lnTo>
                  <a:pt x="3086682" y="4876163"/>
                </a:lnTo>
                <a:lnTo>
                  <a:pt x="3128435" y="4929242"/>
                </a:lnTo>
                <a:lnTo>
                  <a:pt x="3156605" y="4953516"/>
                </a:lnTo>
                <a:lnTo>
                  <a:pt x="3212619" y="4956183"/>
                </a:lnTo>
                <a:lnTo>
                  <a:pt x="3237387" y="4944371"/>
                </a:lnTo>
                <a:lnTo>
                  <a:pt x="3258952" y="4957242"/>
                </a:lnTo>
                <a:lnTo>
                  <a:pt x="3279218" y="4978863"/>
                </a:lnTo>
                <a:lnTo>
                  <a:pt x="3285780" y="4998480"/>
                </a:lnTo>
                <a:lnTo>
                  <a:pt x="3286923" y="5019819"/>
                </a:lnTo>
                <a:lnTo>
                  <a:pt x="3297021" y="5032774"/>
                </a:lnTo>
                <a:lnTo>
                  <a:pt x="3301742" y="5047790"/>
                </a:lnTo>
                <a:lnTo>
                  <a:pt x="3352083" y="5110127"/>
                </a:lnTo>
                <a:lnTo>
                  <a:pt x="3391712" y="5143088"/>
                </a:lnTo>
                <a:lnTo>
                  <a:pt x="3424129" y="5155726"/>
                </a:lnTo>
                <a:lnTo>
                  <a:pt x="3466694" y="5128177"/>
                </a:lnTo>
                <a:lnTo>
                  <a:pt x="3479162" y="5122130"/>
                </a:lnTo>
                <a:lnTo>
                  <a:pt x="3487694" y="5121629"/>
                </a:lnTo>
                <a:lnTo>
                  <a:pt x="3514113" y="5134274"/>
                </a:lnTo>
                <a:lnTo>
                  <a:pt x="3563339" y="5165210"/>
                </a:lnTo>
                <a:lnTo>
                  <a:pt x="3582081" y="5180790"/>
                </a:lnTo>
                <a:lnTo>
                  <a:pt x="3598000" y="5187790"/>
                </a:lnTo>
                <a:lnTo>
                  <a:pt x="3613468" y="5186435"/>
                </a:lnTo>
                <a:lnTo>
                  <a:pt x="3650062" y="5156424"/>
                </a:lnTo>
                <a:lnTo>
                  <a:pt x="3667308" y="5138120"/>
                </a:lnTo>
                <a:lnTo>
                  <a:pt x="3689903" y="5100065"/>
                </a:lnTo>
                <a:lnTo>
                  <a:pt x="3706839" y="5081548"/>
                </a:lnTo>
                <a:lnTo>
                  <a:pt x="3706839" y="5044968"/>
                </a:lnTo>
                <a:lnTo>
                  <a:pt x="3689903" y="5026452"/>
                </a:lnTo>
                <a:lnTo>
                  <a:pt x="3680356" y="5001528"/>
                </a:lnTo>
                <a:lnTo>
                  <a:pt x="3660160" y="4978665"/>
                </a:lnTo>
                <a:lnTo>
                  <a:pt x="3652871" y="4958935"/>
                </a:lnTo>
                <a:lnTo>
                  <a:pt x="3652349" y="4914649"/>
                </a:lnTo>
                <a:lnTo>
                  <a:pt x="3659589" y="4892358"/>
                </a:lnTo>
                <a:lnTo>
                  <a:pt x="3665685" y="4884927"/>
                </a:lnTo>
                <a:lnTo>
                  <a:pt x="3684823" y="4872790"/>
                </a:lnTo>
                <a:lnTo>
                  <a:pt x="3699161" y="4869177"/>
                </a:lnTo>
                <a:lnTo>
                  <a:pt x="3705484" y="4862742"/>
                </a:lnTo>
                <a:lnTo>
                  <a:pt x="3707791" y="4845679"/>
                </a:lnTo>
                <a:lnTo>
                  <a:pt x="3718651" y="4817101"/>
                </a:lnTo>
                <a:lnTo>
                  <a:pt x="3719935" y="4795226"/>
                </a:lnTo>
                <a:lnTo>
                  <a:pt x="3728065" y="4774339"/>
                </a:lnTo>
                <a:lnTo>
                  <a:pt x="3740992" y="4762427"/>
                </a:lnTo>
                <a:lnTo>
                  <a:pt x="3753581" y="4756274"/>
                </a:lnTo>
                <a:lnTo>
                  <a:pt x="3763742" y="4755484"/>
                </a:lnTo>
                <a:lnTo>
                  <a:pt x="3818613" y="4756274"/>
                </a:lnTo>
                <a:lnTo>
                  <a:pt x="3849435" y="4772081"/>
                </a:lnTo>
                <a:lnTo>
                  <a:pt x="3885452" y="4785742"/>
                </a:lnTo>
                <a:lnTo>
                  <a:pt x="3904984" y="4785855"/>
                </a:lnTo>
                <a:lnTo>
                  <a:pt x="3919266" y="4769992"/>
                </a:lnTo>
                <a:lnTo>
                  <a:pt x="3914510" y="4755752"/>
                </a:lnTo>
                <a:lnTo>
                  <a:pt x="3913226" y="4728274"/>
                </a:lnTo>
                <a:lnTo>
                  <a:pt x="3902888" y="4701643"/>
                </a:lnTo>
                <a:lnTo>
                  <a:pt x="3900355" y="4685371"/>
                </a:lnTo>
                <a:lnTo>
                  <a:pt x="3884548" y="4648113"/>
                </a:lnTo>
                <a:lnTo>
                  <a:pt x="3883659" y="4635284"/>
                </a:lnTo>
                <a:lnTo>
                  <a:pt x="3884026" y="4609429"/>
                </a:lnTo>
                <a:lnTo>
                  <a:pt x="3891266" y="4587519"/>
                </a:lnTo>
                <a:lnTo>
                  <a:pt x="3901823" y="4576081"/>
                </a:lnTo>
                <a:lnTo>
                  <a:pt x="3917290" y="4567952"/>
                </a:lnTo>
                <a:lnTo>
                  <a:pt x="3933562" y="4567324"/>
                </a:lnTo>
                <a:lnTo>
                  <a:pt x="3955663" y="4577612"/>
                </a:lnTo>
                <a:lnTo>
                  <a:pt x="3970143" y="4579517"/>
                </a:lnTo>
                <a:lnTo>
                  <a:pt x="4041018" y="4601999"/>
                </a:lnTo>
                <a:lnTo>
                  <a:pt x="4055498" y="4603904"/>
                </a:lnTo>
                <a:lnTo>
                  <a:pt x="4065786" y="4608667"/>
                </a:lnTo>
                <a:lnTo>
                  <a:pt x="4085601" y="4609429"/>
                </a:lnTo>
                <a:lnTo>
                  <a:pt x="4096651" y="4614764"/>
                </a:lnTo>
                <a:lnTo>
                  <a:pt x="4124129" y="4616048"/>
                </a:lnTo>
                <a:lnTo>
                  <a:pt x="4149532" y="4626435"/>
                </a:lnTo>
                <a:lnTo>
                  <a:pt x="4193819" y="4627720"/>
                </a:lnTo>
                <a:lnTo>
                  <a:pt x="4234210" y="4639532"/>
                </a:lnTo>
                <a:lnTo>
                  <a:pt x="4258357" y="4633555"/>
                </a:lnTo>
                <a:lnTo>
                  <a:pt x="4295742" y="4644726"/>
                </a:lnTo>
                <a:lnTo>
                  <a:pt x="4334425" y="4646010"/>
                </a:lnTo>
                <a:lnTo>
                  <a:pt x="4347381" y="4651345"/>
                </a:lnTo>
                <a:lnTo>
                  <a:pt x="4383200" y="4651345"/>
                </a:lnTo>
                <a:lnTo>
                  <a:pt x="4396155" y="4646010"/>
                </a:lnTo>
                <a:lnTo>
                  <a:pt x="4431974" y="4645248"/>
                </a:lnTo>
                <a:lnTo>
                  <a:pt x="4448359" y="4639913"/>
                </a:lnTo>
                <a:lnTo>
                  <a:pt x="4532190" y="4639913"/>
                </a:lnTo>
                <a:lnTo>
                  <a:pt x="4549337" y="4645248"/>
                </a:lnTo>
                <a:lnTo>
                  <a:pt x="4599226" y="4646532"/>
                </a:lnTo>
                <a:lnTo>
                  <a:pt x="4635835" y="4657442"/>
                </a:lnTo>
                <a:lnTo>
                  <a:pt x="4698327" y="4658204"/>
                </a:lnTo>
                <a:lnTo>
                  <a:pt x="4712806" y="4663538"/>
                </a:lnTo>
                <a:lnTo>
                  <a:pt x="4739677" y="4663806"/>
                </a:lnTo>
                <a:lnTo>
                  <a:pt x="4747806" y="4662155"/>
                </a:lnTo>
                <a:lnTo>
                  <a:pt x="4814356" y="4628291"/>
                </a:lnTo>
                <a:lnTo>
                  <a:pt x="4834742" y="4621623"/>
                </a:lnTo>
                <a:lnTo>
                  <a:pt x="4861613" y="4621355"/>
                </a:lnTo>
                <a:lnTo>
                  <a:pt x="4899435" y="4635016"/>
                </a:lnTo>
                <a:lnTo>
                  <a:pt x="4917274" y="4644726"/>
                </a:lnTo>
                <a:lnTo>
                  <a:pt x="4941210" y="4646532"/>
                </a:lnTo>
                <a:lnTo>
                  <a:pt x="4996984" y="4665500"/>
                </a:lnTo>
                <a:lnTo>
                  <a:pt x="5020510" y="4677708"/>
                </a:lnTo>
                <a:lnTo>
                  <a:pt x="5036387" y="4692823"/>
                </a:lnTo>
                <a:lnTo>
                  <a:pt x="5046548" y="4708968"/>
                </a:lnTo>
                <a:lnTo>
                  <a:pt x="5053323" y="4728500"/>
                </a:lnTo>
                <a:lnTo>
                  <a:pt x="5054607" y="4767183"/>
                </a:lnTo>
                <a:lnTo>
                  <a:pt x="5059942" y="4781663"/>
                </a:lnTo>
                <a:lnTo>
                  <a:pt x="5061226" y="4842758"/>
                </a:lnTo>
                <a:lnTo>
                  <a:pt x="5066038" y="4852157"/>
                </a:lnTo>
                <a:lnTo>
                  <a:pt x="5066800" y="4871972"/>
                </a:lnTo>
                <a:lnTo>
                  <a:pt x="5072135" y="4882641"/>
                </a:lnTo>
                <a:lnTo>
                  <a:pt x="5072897" y="4902456"/>
                </a:lnTo>
                <a:lnTo>
                  <a:pt x="5083757" y="4931034"/>
                </a:lnTo>
                <a:lnTo>
                  <a:pt x="5086065" y="4948097"/>
                </a:lnTo>
                <a:lnTo>
                  <a:pt x="5094998" y="4955993"/>
                </a:lnTo>
                <a:lnTo>
                  <a:pt x="5118242" y="4960756"/>
                </a:lnTo>
                <a:lnTo>
                  <a:pt x="5128911" y="4956946"/>
                </a:lnTo>
                <a:lnTo>
                  <a:pt x="5163587" y="4956183"/>
                </a:lnTo>
                <a:lnTo>
                  <a:pt x="5178081" y="4951484"/>
                </a:lnTo>
                <a:lnTo>
                  <a:pt x="5235266" y="4983718"/>
                </a:lnTo>
                <a:lnTo>
                  <a:pt x="5270661" y="5018294"/>
                </a:lnTo>
                <a:lnTo>
                  <a:pt x="5278903" y="5039323"/>
                </a:lnTo>
                <a:lnTo>
                  <a:pt x="5279694" y="5068790"/>
                </a:lnTo>
                <a:lnTo>
                  <a:pt x="5274161" y="5085500"/>
                </a:lnTo>
                <a:lnTo>
                  <a:pt x="5274662" y="5099648"/>
                </a:lnTo>
                <a:lnTo>
                  <a:pt x="5285790" y="5111468"/>
                </a:lnTo>
                <a:lnTo>
                  <a:pt x="5307016" y="5122532"/>
                </a:lnTo>
                <a:lnTo>
                  <a:pt x="5325532" y="5139468"/>
                </a:lnTo>
                <a:lnTo>
                  <a:pt x="5457403" y="5138565"/>
                </a:lnTo>
                <a:lnTo>
                  <a:pt x="5514758" y="5115984"/>
                </a:lnTo>
                <a:lnTo>
                  <a:pt x="5538694" y="5114177"/>
                </a:lnTo>
                <a:lnTo>
                  <a:pt x="5569629" y="5097694"/>
                </a:lnTo>
                <a:lnTo>
                  <a:pt x="5593565" y="5095887"/>
                </a:lnTo>
                <a:lnTo>
                  <a:pt x="5601792" y="5091646"/>
                </a:lnTo>
                <a:lnTo>
                  <a:pt x="5640659" y="5083644"/>
                </a:lnTo>
                <a:lnTo>
                  <a:pt x="5660855" y="5074308"/>
                </a:lnTo>
                <a:lnTo>
                  <a:pt x="5672413" y="5079643"/>
                </a:lnTo>
                <a:lnTo>
                  <a:pt x="5684226" y="5090694"/>
                </a:lnTo>
                <a:lnTo>
                  <a:pt x="5692806" y="5105258"/>
                </a:lnTo>
                <a:lnTo>
                  <a:pt x="5700964" y="5128509"/>
                </a:lnTo>
                <a:lnTo>
                  <a:pt x="5722775" y="5153948"/>
                </a:lnTo>
                <a:lnTo>
                  <a:pt x="5727348" y="5168618"/>
                </a:lnTo>
                <a:lnTo>
                  <a:pt x="5760308" y="5207675"/>
                </a:lnTo>
                <a:lnTo>
                  <a:pt x="5777837" y="5220631"/>
                </a:lnTo>
                <a:lnTo>
                  <a:pt x="5827387" y="5277323"/>
                </a:lnTo>
                <a:lnTo>
                  <a:pt x="5866049" y="5403725"/>
                </a:lnTo>
                <a:lnTo>
                  <a:pt x="5882434" y="5436114"/>
                </a:lnTo>
                <a:lnTo>
                  <a:pt x="5900725" y="5491938"/>
                </a:lnTo>
                <a:lnTo>
                  <a:pt x="5902630" y="5506417"/>
                </a:lnTo>
                <a:lnTo>
                  <a:pt x="5925112" y="5558049"/>
                </a:lnTo>
                <a:lnTo>
                  <a:pt x="5945307" y="5623209"/>
                </a:lnTo>
                <a:lnTo>
                  <a:pt x="5961065" y="5653968"/>
                </a:lnTo>
                <a:lnTo>
                  <a:pt x="5964360" y="5667220"/>
                </a:lnTo>
                <a:lnTo>
                  <a:pt x="5980258" y="5686935"/>
                </a:lnTo>
                <a:lnTo>
                  <a:pt x="5994082" y="5732951"/>
                </a:lnTo>
                <a:lnTo>
                  <a:pt x="6010467" y="5772389"/>
                </a:lnTo>
                <a:lnTo>
                  <a:pt x="6012181" y="5787822"/>
                </a:lnTo>
                <a:lnTo>
                  <a:pt x="6022279" y="5800968"/>
                </a:lnTo>
                <a:lnTo>
                  <a:pt x="6036950" y="5849551"/>
                </a:lnTo>
                <a:lnTo>
                  <a:pt x="6043484" y="5856855"/>
                </a:lnTo>
                <a:lnTo>
                  <a:pt x="6051048" y="5858887"/>
                </a:lnTo>
                <a:lnTo>
                  <a:pt x="6059431" y="5855839"/>
                </a:lnTo>
                <a:lnTo>
                  <a:pt x="6087516" y="5828065"/>
                </a:lnTo>
                <a:lnTo>
                  <a:pt x="6112806" y="5797468"/>
                </a:lnTo>
                <a:lnTo>
                  <a:pt x="6130306" y="5787631"/>
                </a:lnTo>
                <a:lnTo>
                  <a:pt x="6143643" y="5793918"/>
                </a:lnTo>
                <a:lnTo>
                  <a:pt x="6156218" y="5806874"/>
                </a:lnTo>
                <a:lnTo>
                  <a:pt x="6175080" y="5863841"/>
                </a:lnTo>
                <a:lnTo>
                  <a:pt x="6176985" y="5880035"/>
                </a:lnTo>
                <a:lnTo>
                  <a:pt x="6191465" y="5894515"/>
                </a:lnTo>
                <a:lnTo>
                  <a:pt x="6205613" y="5895919"/>
                </a:lnTo>
                <a:lnTo>
                  <a:pt x="6239166" y="5905897"/>
                </a:lnTo>
                <a:lnTo>
                  <a:pt x="6256624" y="5907280"/>
                </a:lnTo>
                <a:lnTo>
                  <a:pt x="6463343" y="5907280"/>
                </a:lnTo>
                <a:lnTo>
                  <a:pt x="6491766" y="5903978"/>
                </a:lnTo>
                <a:lnTo>
                  <a:pt x="6503007" y="5909708"/>
                </a:lnTo>
                <a:lnTo>
                  <a:pt x="6516118" y="5921760"/>
                </a:lnTo>
                <a:lnTo>
                  <a:pt x="6550222" y="5962723"/>
                </a:lnTo>
                <a:lnTo>
                  <a:pt x="6568032" y="5990194"/>
                </a:lnTo>
                <a:lnTo>
                  <a:pt x="6588806" y="6014129"/>
                </a:lnTo>
                <a:lnTo>
                  <a:pt x="6598805" y="6039504"/>
                </a:lnTo>
                <a:lnTo>
                  <a:pt x="6619290" y="6062903"/>
                </a:lnTo>
                <a:lnTo>
                  <a:pt x="6629677" y="6082887"/>
                </a:lnTo>
                <a:lnTo>
                  <a:pt x="6662984" y="6111113"/>
                </a:lnTo>
                <a:lnTo>
                  <a:pt x="6692162" y="6147722"/>
                </a:lnTo>
                <a:lnTo>
                  <a:pt x="6695782" y="6160868"/>
                </a:lnTo>
                <a:lnTo>
                  <a:pt x="6706339" y="6172306"/>
                </a:lnTo>
                <a:lnTo>
                  <a:pt x="6727790" y="6186779"/>
                </a:lnTo>
                <a:lnTo>
                  <a:pt x="6748748" y="6193829"/>
                </a:lnTo>
                <a:lnTo>
                  <a:pt x="6776565" y="6194210"/>
                </a:lnTo>
                <a:lnTo>
                  <a:pt x="6787805" y="6183921"/>
                </a:lnTo>
                <a:lnTo>
                  <a:pt x="6804000" y="6176681"/>
                </a:lnTo>
                <a:lnTo>
                  <a:pt x="6820195" y="6183921"/>
                </a:lnTo>
                <a:lnTo>
                  <a:pt x="6831435" y="6194210"/>
                </a:lnTo>
                <a:lnTo>
                  <a:pt x="6918145" y="6195974"/>
                </a:lnTo>
                <a:lnTo>
                  <a:pt x="6933726" y="6205500"/>
                </a:lnTo>
                <a:lnTo>
                  <a:pt x="6948417" y="6221074"/>
                </a:lnTo>
                <a:lnTo>
                  <a:pt x="6971788" y="6279557"/>
                </a:lnTo>
                <a:lnTo>
                  <a:pt x="7010952" y="6297855"/>
                </a:lnTo>
                <a:lnTo>
                  <a:pt x="7017726" y="6297855"/>
                </a:lnTo>
                <a:lnTo>
                  <a:pt x="7029962" y="6292139"/>
                </a:lnTo>
                <a:lnTo>
                  <a:pt x="7061645" y="6291871"/>
                </a:lnTo>
                <a:lnTo>
                  <a:pt x="7068645" y="6292661"/>
                </a:lnTo>
                <a:lnTo>
                  <a:pt x="7089786" y="6303571"/>
                </a:lnTo>
                <a:lnTo>
                  <a:pt x="7111887" y="6303952"/>
                </a:lnTo>
                <a:lnTo>
                  <a:pt x="7156710" y="6253032"/>
                </a:lnTo>
                <a:lnTo>
                  <a:pt x="7197016" y="6220403"/>
                </a:lnTo>
                <a:lnTo>
                  <a:pt x="7208906" y="6214172"/>
                </a:lnTo>
                <a:lnTo>
                  <a:pt x="7218242" y="6212839"/>
                </a:lnTo>
                <a:lnTo>
                  <a:pt x="7228516" y="6216565"/>
                </a:lnTo>
                <a:lnTo>
                  <a:pt x="7254399" y="6206594"/>
                </a:lnTo>
                <a:lnTo>
                  <a:pt x="7270403" y="6210976"/>
                </a:lnTo>
                <a:lnTo>
                  <a:pt x="7297500" y="6194210"/>
                </a:lnTo>
                <a:lnTo>
                  <a:pt x="7320807" y="6200186"/>
                </a:lnTo>
                <a:lnTo>
                  <a:pt x="7357226" y="6186081"/>
                </a:lnTo>
                <a:lnTo>
                  <a:pt x="7364332" y="6177444"/>
                </a:lnTo>
                <a:lnTo>
                  <a:pt x="7365284" y="6156867"/>
                </a:lnTo>
                <a:lnTo>
                  <a:pt x="7377718" y="6119863"/>
                </a:lnTo>
                <a:lnTo>
                  <a:pt x="7386990" y="6108227"/>
                </a:lnTo>
                <a:lnTo>
                  <a:pt x="7405323" y="6097677"/>
                </a:lnTo>
                <a:lnTo>
                  <a:pt x="7416726" y="6100853"/>
                </a:lnTo>
                <a:lnTo>
                  <a:pt x="7436921" y="6091517"/>
                </a:lnTo>
                <a:lnTo>
                  <a:pt x="7453306" y="6090565"/>
                </a:lnTo>
                <a:lnTo>
                  <a:pt x="7477468" y="6067984"/>
                </a:lnTo>
                <a:lnTo>
                  <a:pt x="7523426" y="6044712"/>
                </a:lnTo>
                <a:lnTo>
                  <a:pt x="7534456" y="6021743"/>
                </a:lnTo>
                <a:lnTo>
                  <a:pt x="7560000" y="6003685"/>
                </a:lnTo>
                <a:lnTo>
                  <a:pt x="7560000" y="444952"/>
                </a:lnTo>
                <a:lnTo>
                  <a:pt x="7540595" y="451408"/>
                </a:lnTo>
                <a:lnTo>
                  <a:pt x="7520145" y="467984"/>
                </a:lnTo>
                <a:lnTo>
                  <a:pt x="7490565" y="482435"/>
                </a:lnTo>
                <a:lnTo>
                  <a:pt x="7477016" y="492823"/>
                </a:lnTo>
                <a:lnTo>
                  <a:pt x="7452629" y="501403"/>
                </a:lnTo>
                <a:lnTo>
                  <a:pt x="7405210" y="525113"/>
                </a:lnTo>
                <a:lnTo>
                  <a:pt x="7391661" y="535500"/>
                </a:lnTo>
                <a:lnTo>
                  <a:pt x="7350339" y="555597"/>
                </a:lnTo>
                <a:lnTo>
                  <a:pt x="7311366" y="580986"/>
                </a:lnTo>
                <a:lnTo>
                  <a:pt x="7275484" y="627855"/>
                </a:lnTo>
                <a:lnTo>
                  <a:pt x="7254018" y="645002"/>
                </a:lnTo>
                <a:lnTo>
                  <a:pt x="7221057" y="684059"/>
                </a:lnTo>
                <a:lnTo>
                  <a:pt x="7216104" y="699682"/>
                </a:lnTo>
                <a:lnTo>
                  <a:pt x="7172664" y="750933"/>
                </a:lnTo>
                <a:lnTo>
                  <a:pt x="7152419" y="784000"/>
                </a:lnTo>
                <a:lnTo>
                  <a:pt x="7139443" y="812176"/>
                </a:lnTo>
                <a:lnTo>
                  <a:pt x="7145038" y="829429"/>
                </a:lnTo>
                <a:lnTo>
                  <a:pt x="7144516" y="868113"/>
                </a:lnTo>
                <a:lnTo>
                  <a:pt x="7137417" y="887539"/>
                </a:lnTo>
                <a:lnTo>
                  <a:pt x="7117815" y="906895"/>
                </a:lnTo>
                <a:lnTo>
                  <a:pt x="7103885" y="913451"/>
                </a:lnTo>
                <a:lnTo>
                  <a:pt x="7078355" y="919738"/>
                </a:lnTo>
                <a:lnTo>
                  <a:pt x="7060065" y="914403"/>
                </a:lnTo>
                <a:lnTo>
                  <a:pt x="7039869" y="920119"/>
                </a:lnTo>
                <a:lnTo>
                  <a:pt x="6982712" y="920881"/>
                </a:lnTo>
                <a:lnTo>
                  <a:pt x="6968613" y="926216"/>
                </a:lnTo>
                <a:lnTo>
                  <a:pt x="6938129" y="926978"/>
                </a:lnTo>
                <a:lnTo>
                  <a:pt x="6924411" y="932313"/>
                </a:lnTo>
                <a:lnTo>
                  <a:pt x="6872589" y="933075"/>
                </a:lnTo>
                <a:lnTo>
                  <a:pt x="6858490" y="938409"/>
                </a:lnTo>
                <a:lnTo>
                  <a:pt x="6822671" y="939171"/>
                </a:lnTo>
                <a:lnTo>
                  <a:pt x="6809194" y="944435"/>
                </a:lnTo>
                <a:lnTo>
                  <a:pt x="6794855" y="944887"/>
                </a:lnTo>
                <a:lnTo>
                  <a:pt x="6773516" y="966226"/>
                </a:lnTo>
                <a:lnTo>
                  <a:pt x="6773065" y="980565"/>
                </a:lnTo>
                <a:lnTo>
                  <a:pt x="6767800" y="992899"/>
                </a:lnTo>
                <a:lnTo>
                  <a:pt x="6767038" y="1012714"/>
                </a:lnTo>
                <a:lnTo>
                  <a:pt x="6761704" y="1023764"/>
                </a:lnTo>
                <a:lnTo>
                  <a:pt x="6760942" y="1048913"/>
                </a:lnTo>
                <a:lnTo>
                  <a:pt x="6756129" y="1058468"/>
                </a:lnTo>
                <a:lnTo>
                  <a:pt x="6755339" y="1103177"/>
                </a:lnTo>
                <a:lnTo>
                  <a:pt x="6760942" y="1122075"/>
                </a:lnTo>
                <a:lnTo>
                  <a:pt x="6760419" y="1160758"/>
                </a:lnTo>
                <a:lnTo>
                  <a:pt x="6746194" y="1200274"/>
                </a:lnTo>
                <a:lnTo>
                  <a:pt x="6735030" y="1211049"/>
                </a:lnTo>
                <a:lnTo>
                  <a:pt x="6722484" y="1217210"/>
                </a:lnTo>
                <a:lnTo>
                  <a:pt x="6708547" y="1211240"/>
                </a:lnTo>
                <a:lnTo>
                  <a:pt x="6677873" y="1187424"/>
                </a:lnTo>
                <a:lnTo>
                  <a:pt x="6665821" y="1174314"/>
                </a:lnTo>
                <a:lnTo>
                  <a:pt x="6656323" y="1155452"/>
                </a:lnTo>
                <a:lnTo>
                  <a:pt x="6636903" y="1129371"/>
                </a:lnTo>
                <a:lnTo>
                  <a:pt x="6616143" y="1116549"/>
                </a:lnTo>
                <a:lnTo>
                  <a:pt x="6603710" y="1116048"/>
                </a:lnTo>
                <a:lnTo>
                  <a:pt x="6579562" y="1126838"/>
                </a:lnTo>
                <a:lnTo>
                  <a:pt x="6563290" y="1129371"/>
                </a:lnTo>
                <a:lnTo>
                  <a:pt x="6496903" y="1162339"/>
                </a:lnTo>
                <a:lnTo>
                  <a:pt x="6484540" y="1157315"/>
                </a:lnTo>
                <a:lnTo>
                  <a:pt x="6470202" y="1143223"/>
                </a:lnTo>
                <a:lnTo>
                  <a:pt x="6463484" y="1123952"/>
                </a:lnTo>
                <a:lnTo>
                  <a:pt x="6460817" y="1068446"/>
                </a:lnTo>
                <a:lnTo>
                  <a:pt x="6453435" y="1055582"/>
                </a:lnTo>
                <a:lnTo>
                  <a:pt x="6435145" y="1036339"/>
                </a:lnTo>
                <a:lnTo>
                  <a:pt x="6393032" y="1037242"/>
                </a:lnTo>
                <a:lnTo>
                  <a:pt x="6378178" y="1045484"/>
                </a:lnTo>
                <a:lnTo>
                  <a:pt x="6358935" y="1063774"/>
                </a:lnTo>
                <a:lnTo>
                  <a:pt x="6358554" y="1091591"/>
                </a:lnTo>
                <a:lnTo>
                  <a:pt x="6353220" y="1103403"/>
                </a:lnTo>
                <a:lnTo>
                  <a:pt x="6352458" y="1133887"/>
                </a:lnTo>
                <a:lnTo>
                  <a:pt x="6345669" y="1154492"/>
                </a:lnTo>
                <a:lnTo>
                  <a:pt x="6312067" y="1188949"/>
                </a:lnTo>
                <a:lnTo>
                  <a:pt x="6293169" y="1198538"/>
                </a:lnTo>
                <a:lnTo>
                  <a:pt x="6281583" y="1192759"/>
                </a:lnTo>
                <a:lnTo>
                  <a:pt x="6270419" y="1181984"/>
                </a:lnTo>
                <a:lnTo>
                  <a:pt x="6261768" y="1157893"/>
                </a:lnTo>
                <a:lnTo>
                  <a:pt x="6261768" y="1122075"/>
                </a:lnTo>
                <a:lnTo>
                  <a:pt x="6267103" y="1107214"/>
                </a:lnTo>
                <a:lnTo>
                  <a:pt x="6267865" y="1044722"/>
                </a:lnTo>
                <a:lnTo>
                  <a:pt x="6273581" y="1030242"/>
                </a:lnTo>
                <a:lnTo>
                  <a:pt x="6262530" y="1016905"/>
                </a:lnTo>
                <a:lnTo>
                  <a:pt x="6234904" y="995567"/>
                </a:lnTo>
                <a:lnTo>
                  <a:pt x="6210242" y="983048"/>
                </a:lnTo>
                <a:lnTo>
                  <a:pt x="6161743" y="968322"/>
                </a:lnTo>
                <a:lnTo>
                  <a:pt x="6140595" y="958033"/>
                </a:lnTo>
                <a:lnTo>
                  <a:pt x="6124323" y="955500"/>
                </a:lnTo>
                <a:lnTo>
                  <a:pt x="6074306" y="933145"/>
                </a:lnTo>
                <a:lnTo>
                  <a:pt x="6051683" y="946030"/>
                </a:lnTo>
                <a:lnTo>
                  <a:pt x="6020374" y="982611"/>
                </a:lnTo>
                <a:lnTo>
                  <a:pt x="6008597" y="1004048"/>
                </a:lnTo>
                <a:lnTo>
                  <a:pt x="5971565" y="1044242"/>
                </a:lnTo>
                <a:lnTo>
                  <a:pt x="5960839" y="1064000"/>
                </a:lnTo>
                <a:lnTo>
                  <a:pt x="5909806" y="1127790"/>
                </a:lnTo>
                <a:lnTo>
                  <a:pt x="5851097" y="1179839"/>
                </a:lnTo>
                <a:lnTo>
                  <a:pt x="5830887" y="1193952"/>
                </a:lnTo>
                <a:lnTo>
                  <a:pt x="5806415" y="1203047"/>
                </a:lnTo>
                <a:lnTo>
                  <a:pt x="5742018" y="1254108"/>
                </a:lnTo>
                <a:lnTo>
                  <a:pt x="5732562" y="1264622"/>
                </a:lnTo>
                <a:lnTo>
                  <a:pt x="5708345" y="1312302"/>
                </a:lnTo>
                <a:lnTo>
                  <a:pt x="5706962" y="1358706"/>
                </a:lnTo>
                <a:lnTo>
                  <a:pt x="5718393" y="1390333"/>
                </a:lnTo>
                <a:lnTo>
                  <a:pt x="5717871" y="1429016"/>
                </a:lnTo>
                <a:lnTo>
                  <a:pt x="5704104" y="1467304"/>
                </a:lnTo>
                <a:lnTo>
                  <a:pt x="5676697" y="1498445"/>
                </a:lnTo>
                <a:lnTo>
                  <a:pt x="5664856" y="1519127"/>
                </a:lnTo>
                <a:lnTo>
                  <a:pt x="5635790" y="1550726"/>
                </a:lnTo>
                <a:lnTo>
                  <a:pt x="5621226" y="1578952"/>
                </a:lnTo>
                <a:lnTo>
                  <a:pt x="5648097" y="1626145"/>
                </a:lnTo>
                <a:lnTo>
                  <a:pt x="5665597" y="1639016"/>
                </a:lnTo>
                <a:lnTo>
                  <a:pt x="5680288" y="1654590"/>
                </a:lnTo>
                <a:lnTo>
                  <a:pt x="5687909" y="1677643"/>
                </a:lnTo>
                <a:lnTo>
                  <a:pt x="5687909" y="1724131"/>
                </a:lnTo>
                <a:lnTo>
                  <a:pt x="5682575" y="1737468"/>
                </a:lnTo>
                <a:lnTo>
                  <a:pt x="5681290" y="1770548"/>
                </a:lnTo>
                <a:lnTo>
                  <a:pt x="5671157" y="1794096"/>
                </a:lnTo>
                <a:lnTo>
                  <a:pt x="5661998" y="1802436"/>
                </a:lnTo>
                <a:lnTo>
                  <a:pt x="5648661" y="1808724"/>
                </a:lnTo>
                <a:lnTo>
                  <a:pt x="5635670" y="1802486"/>
                </a:lnTo>
                <a:lnTo>
                  <a:pt x="5610973" y="1777365"/>
                </a:lnTo>
                <a:lnTo>
                  <a:pt x="5600452" y="1750790"/>
                </a:lnTo>
                <a:lnTo>
                  <a:pt x="5562163" y="1698791"/>
                </a:lnTo>
                <a:lnTo>
                  <a:pt x="5539110" y="1659353"/>
                </a:lnTo>
                <a:lnTo>
                  <a:pt x="5501386" y="1613246"/>
                </a:lnTo>
                <a:lnTo>
                  <a:pt x="5491839" y="1588323"/>
                </a:lnTo>
                <a:lnTo>
                  <a:pt x="5465194" y="1553435"/>
                </a:lnTo>
                <a:lnTo>
                  <a:pt x="5460995" y="1538942"/>
                </a:lnTo>
                <a:lnTo>
                  <a:pt x="5446134" y="1521413"/>
                </a:lnTo>
                <a:lnTo>
                  <a:pt x="5442705" y="1508458"/>
                </a:lnTo>
                <a:lnTo>
                  <a:pt x="5418127" y="1477212"/>
                </a:lnTo>
                <a:lnTo>
                  <a:pt x="5343145" y="1427435"/>
                </a:lnTo>
                <a:lnTo>
                  <a:pt x="5318758" y="1418855"/>
                </a:lnTo>
                <a:lnTo>
                  <a:pt x="5283532" y="1397629"/>
                </a:lnTo>
                <a:lnTo>
                  <a:pt x="5259145" y="1389048"/>
                </a:lnTo>
                <a:lnTo>
                  <a:pt x="5235887" y="1373016"/>
                </a:lnTo>
                <a:lnTo>
                  <a:pt x="5221887" y="1359468"/>
                </a:lnTo>
                <a:lnTo>
                  <a:pt x="5199786" y="1359849"/>
                </a:lnTo>
                <a:lnTo>
                  <a:pt x="5189498" y="1364612"/>
                </a:lnTo>
                <a:lnTo>
                  <a:pt x="5175018" y="1366517"/>
                </a:lnTo>
                <a:lnTo>
                  <a:pt x="5149812" y="1378450"/>
                </a:lnTo>
                <a:lnTo>
                  <a:pt x="5142065" y="1385435"/>
                </a:lnTo>
                <a:lnTo>
                  <a:pt x="5134387" y="1400903"/>
                </a:lnTo>
                <a:lnTo>
                  <a:pt x="5133103" y="1501218"/>
                </a:lnTo>
                <a:lnTo>
                  <a:pt x="5126540" y="1526169"/>
                </a:lnTo>
                <a:lnTo>
                  <a:pt x="5100234" y="1552702"/>
                </a:lnTo>
                <a:lnTo>
                  <a:pt x="5072516" y="1566758"/>
                </a:lnTo>
                <a:lnTo>
                  <a:pt x="5054113" y="1557048"/>
                </a:lnTo>
                <a:lnTo>
                  <a:pt x="5042653" y="1543556"/>
                </a:lnTo>
                <a:lnTo>
                  <a:pt x="5036317" y="1522556"/>
                </a:lnTo>
                <a:lnTo>
                  <a:pt x="5035032" y="1466387"/>
                </a:lnTo>
                <a:lnTo>
                  <a:pt x="5027559" y="1458667"/>
                </a:lnTo>
                <a:lnTo>
                  <a:pt x="5011739" y="1462732"/>
                </a:lnTo>
                <a:lnTo>
                  <a:pt x="4935720" y="1463494"/>
                </a:lnTo>
                <a:lnTo>
                  <a:pt x="4919716" y="1468829"/>
                </a:lnTo>
                <a:lnTo>
                  <a:pt x="4883897" y="1468829"/>
                </a:lnTo>
                <a:lnTo>
                  <a:pt x="4846935" y="1457397"/>
                </a:lnTo>
                <a:lnTo>
                  <a:pt x="4813855" y="1456113"/>
                </a:lnTo>
                <a:lnTo>
                  <a:pt x="4795790" y="1446403"/>
                </a:lnTo>
                <a:lnTo>
                  <a:pt x="4758306" y="1433532"/>
                </a:lnTo>
                <a:lnTo>
                  <a:pt x="4736431" y="1432248"/>
                </a:lnTo>
                <a:lnTo>
                  <a:pt x="4720808" y="1424436"/>
                </a:lnTo>
                <a:lnTo>
                  <a:pt x="4708234" y="1411481"/>
                </a:lnTo>
                <a:lnTo>
                  <a:pt x="4700726" y="1386339"/>
                </a:lnTo>
                <a:lnTo>
                  <a:pt x="4701516" y="1356871"/>
                </a:lnTo>
                <a:lnTo>
                  <a:pt x="4717379" y="1307645"/>
                </a:lnTo>
                <a:lnTo>
                  <a:pt x="4710831" y="1300194"/>
                </a:lnTo>
                <a:lnTo>
                  <a:pt x="4677806" y="1281113"/>
                </a:lnTo>
                <a:lnTo>
                  <a:pt x="4594300" y="1279829"/>
                </a:lnTo>
                <a:lnTo>
                  <a:pt x="4582509" y="1275877"/>
                </a:lnTo>
                <a:lnTo>
                  <a:pt x="4562483" y="1274494"/>
                </a:lnTo>
                <a:lnTo>
                  <a:pt x="4314420" y="1273732"/>
                </a:lnTo>
                <a:lnTo>
                  <a:pt x="4259161" y="1268129"/>
                </a:lnTo>
                <a:lnTo>
                  <a:pt x="4116085" y="1268397"/>
                </a:lnTo>
                <a:lnTo>
                  <a:pt x="4093984" y="1272208"/>
                </a:lnTo>
                <a:lnTo>
                  <a:pt x="4082411" y="1267056"/>
                </a:lnTo>
                <a:lnTo>
                  <a:pt x="4068073" y="1252965"/>
                </a:lnTo>
                <a:lnTo>
                  <a:pt x="4060565" y="1227823"/>
                </a:lnTo>
                <a:lnTo>
                  <a:pt x="4061355" y="1198355"/>
                </a:lnTo>
                <a:lnTo>
                  <a:pt x="4073548" y="1168097"/>
                </a:lnTo>
                <a:lnTo>
                  <a:pt x="4083505" y="1155226"/>
                </a:lnTo>
                <a:lnTo>
                  <a:pt x="4086419" y="1142355"/>
                </a:lnTo>
                <a:lnTo>
                  <a:pt x="4097032" y="1120452"/>
                </a:lnTo>
                <a:lnTo>
                  <a:pt x="4095889" y="1106480"/>
                </a:lnTo>
                <a:lnTo>
                  <a:pt x="4077161" y="1050903"/>
                </a:lnTo>
                <a:lnTo>
                  <a:pt x="4059548" y="1009581"/>
                </a:lnTo>
                <a:lnTo>
                  <a:pt x="4023081" y="959339"/>
                </a:lnTo>
                <a:lnTo>
                  <a:pt x="4003330" y="940731"/>
                </a:lnTo>
                <a:lnTo>
                  <a:pt x="3961774" y="910790"/>
                </a:lnTo>
                <a:lnTo>
                  <a:pt x="3937613" y="902661"/>
                </a:lnTo>
                <a:lnTo>
                  <a:pt x="3920776" y="904856"/>
                </a:lnTo>
                <a:lnTo>
                  <a:pt x="3901935" y="929645"/>
                </a:lnTo>
                <a:lnTo>
                  <a:pt x="3901554" y="968893"/>
                </a:lnTo>
                <a:lnTo>
                  <a:pt x="3888789" y="1007951"/>
                </a:lnTo>
                <a:lnTo>
                  <a:pt x="3876645" y="1032613"/>
                </a:lnTo>
                <a:lnTo>
                  <a:pt x="3856887" y="1060048"/>
                </a:lnTo>
                <a:lnTo>
                  <a:pt x="3833072" y="1082721"/>
                </a:lnTo>
                <a:lnTo>
                  <a:pt x="3812855" y="1096403"/>
                </a:lnTo>
                <a:lnTo>
                  <a:pt x="3739418" y="1126838"/>
                </a:lnTo>
                <a:lnTo>
                  <a:pt x="3728368" y="1128933"/>
                </a:lnTo>
                <a:lnTo>
                  <a:pt x="3720175" y="1136745"/>
                </a:lnTo>
                <a:lnTo>
                  <a:pt x="3712935" y="1155226"/>
                </a:lnTo>
                <a:lnTo>
                  <a:pt x="3718651" y="1173516"/>
                </a:lnTo>
                <a:lnTo>
                  <a:pt x="3718651" y="1246677"/>
                </a:lnTo>
                <a:lnTo>
                  <a:pt x="3709887" y="1273351"/>
                </a:lnTo>
                <a:lnTo>
                  <a:pt x="3678260" y="1304787"/>
                </a:lnTo>
                <a:lnTo>
                  <a:pt x="3661790" y="1315210"/>
                </a:lnTo>
                <a:lnTo>
                  <a:pt x="3639774" y="1322887"/>
                </a:lnTo>
                <a:lnTo>
                  <a:pt x="3625167" y="1315647"/>
                </a:lnTo>
                <a:lnTo>
                  <a:pt x="3610433" y="1300913"/>
                </a:lnTo>
                <a:lnTo>
                  <a:pt x="3598677" y="1277839"/>
                </a:lnTo>
                <a:lnTo>
                  <a:pt x="3595516" y="1264290"/>
                </a:lnTo>
                <a:lnTo>
                  <a:pt x="3572216" y="1224090"/>
                </a:lnTo>
                <a:lnTo>
                  <a:pt x="3543129" y="1190226"/>
                </a:lnTo>
                <a:lnTo>
                  <a:pt x="3536510" y="1170087"/>
                </a:lnTo>
                <a:lnTo>
                  <a:pt x="3536143" y="1144232"/>
                </a:lnTo>
                <a:lnTo>
                  <a:pt x="3537032" y="1131403"/>
                </a:lnTo>
                <a:lnTo>
                  <a:pt x="3545161" y="1110177"/>
                </a:lnTo>
                <a:lnTo>
                  <a:pt x="3556325" y="1099402"/>
                </a:lnTo>
                <a:lnTo>
                  <a:pt x="3587331" y="1084153"/>
                </a:lnTo>
                <a:lnTo>
                  <a:pt x="3598783" y="1074239"/>
                </a:lnTo>
                <a:lnTo>
                  <a:pt x="3608909" y="1043198"/>
                </a:lnTo>
                <a:lnTo>
                  <a:pt x="3609671" y="1023383"/>
                </a:lnTo>
                <a:lnTo>
                  <a:pt x="3615006" y="1012714"/>
                </a:lnTo>
                <a:lnTo>
                  <a:pt x="3615768" y="992899"/>
                </a:lnTo>
                <a:lnTo>
                  <a:pt x="3633296" y="938409"/>
                </a:lnTo>
                <a:lnTo>
                  <a:pt x="3634058" y="902591"/>
                </a:lnTo>
                <a:lnTo>
                  <a:pt x="3639393" y="889254"/>
                </a:lnTo>
                <a:lnTo>
                  <a:pt x="3640155" y="848101"/>
                </a:lnTo>
                <a:lnTo>
                  <a:pt x="3645751" y="833727"/>
                </a:lnTo>
                <a:lnTo>
                  <a:pt x="3640155" y="816474"/>
                </a:lnTo>
                <a:lnTo>
                  <a:pt x="3639393" y="780655"/>
                </a:lnTo>
                <a:lnTo>
                  <a:pt x="3634058" y="768462"/>
                </a:lnTo>
                <a:lnTo>
                  <a:pt x="3633296" y="743313"/>
                </a:lnTo>
                <a:lnTo>
                  <a:pt x="3619191" y="708884"/>
                </a:lnTo>
                <a:lnTo>
                  <a:pt x="3600145" y="719306"/>
                </a:lnTo>
                <a:lnTo>
                  <a:pt x="3591007" y="716131"/>
                </a:lnTo>
                <a:lnTo>
                  <a:pt x="3585030" y="707995"/>
                </a:lnTo>
                <a:lnTo>
                  <a:pt x="3593371" y="696274"/>
                </a:lnTo>
                <a:lnTo>
                  <a:pt x="3613863" y="693395"/>
                </a:lnTo>
                <a:lnTo>
                  <a:pt x="3615500" y="688710"/>
                </a:lnTo>
                <a:lnTo>
                  <a:pt x="3603575" y="646526"/>
                </a:lnTo>
                <a:lnTo>
                  <a:pt x="3602812" y="621377"/>
                </a:lnTo>
                <a:lnTo>
                  <a:pt x="3598000" y="612274"/>
                </a:lnTo>
                <a:lnTo>
                  <a:pt x="3596716" y="584796"/>
                </a:lnTo>
                <a:lnTo>
                  <a:pt x="3591381" y="572603"/>
                </a:lnTo>
                <a:lnTo>
                  <a:pt x="3590619" y="536784"/>
                </a:lnTo>
                <a:lnTo>
                  <a:pt x="3585284" y="523067"/>
                </a:lnTo>
                <a:lnTo>
                  <a:pt x="3584522" y="476579"/>
                </a:lnTo>
                <a:lnTo>
                  <a:pt x="3579188" y="464004"/>
                </a:lnTo>
                <a:lnTo>
                  <a:pt x="3577924" y="442383"/>
                </a:lnTo>
                <a:lnTo>
                  <a:pt x="3571185" y="444048"/>
                </a:lnTo>
                <a:lnTo>
                  <a:pt x="3563635" y="455367"/>
                </a:lnTo>
                <a:lnTo>
                  <a:pt x="3554363" y="456129"/>
                </a:lnTo>
                <a:lnTo>
                  <a:pt x="3539813" y="449905"/>
                </a:lnTo>
                <a:lnTo>
                  <a:pt x="3525079" y="435171"/>
                </a:lnTo>
                <a:lnTo>
                  <a:pt x="3518791" y="421708"/>
                </a:lnTo>
                <a:lnTo>
                  <a:pt x="3510161" y="386355"/>
                </a:lnTo>
                <a:lnTo>
                  <a:pt x="3482839" y="338935"/>
                </a:lnTo>
                <a:lnTo>
                  <a:pt x="3463419" y="285532"/>
                </a:lnTo>
                <a:lnTo>
                  <a:pt x="3463356" y="274489"/>
                </a:lnTo>
                <a:lnTo>
                  <a:pt x="3466588" y="268717"/>
                </a:lnTo>
                <a:lnTo>
                  <a:pt x="3486226" y="279774"/>
                </a:lnTo>
                <a:lnTo>
                  <a:pt x="3499167" y="277100"/>
                </a:lnTo>
                <a:lnTo>
                  <a:pt x="3491871" y="252226"/>
                </a:lnTo>
                <a:lnTo>
                  <a:pt x="3485323" y="239129"/>
                </a:lnTo>
                <a:lnTo>
                  <a:pt x="3477448" y="232136"/>
                </a:lnTo>
                <a:lnTo>
                  <a:pt x="3466588" y="232517"/>
                </a:lnTo>
                <a:lnTo>
                  <a:pt x="3460434" y="242502"/>
                </a:lnTo>
                <a:lnTo>
                  <a:pt x="3457061" y="243377"/>
                </a:lnTo>
                <a:lnTo>
                  <a:pt x="3449250" y="239185"/>
                </a:lnTo>
                <a:lnTo>
                  <a:pt x="3444677" y="231565"/>
                </a:lnTo>
                <a:lnTo>
                  <a:pt x="3459919" y="183552"/>
                </a:lnTo>
                <a:lnTo>
                  <a:pt x="3491546" y="152116"/>
                </a:lnTo>
                <a:lnTo>
                  <a:pt x="3522602" y="130206"/>
                </a:lnTo>
                <a:lnTo>
                  <a:pt x="3523554" y="97435"/>
                </a:lnTo>
                <a:lnTo>
                  <a:pt x="3516886" y="71905"/>
                </a:lnTo>
                <a:lnTo>
                  <a:pt x="3504968" y="51484"/>
                </a:lnTo>
                <a:lnTo>
                  <a:pt x="3480948" y="30540"/>
                </a:lnTo>
                <a:lnTo>
                  <a:pt x="3466016" y="34563"/>
                </a:lnTo>
                <a:lnTo>
                  <a:pt x="3456299" y="30752"/>
                </a:lnTo>
                <a:lnTo>
                  <a:pt x="3426387" y="30752"/>
                </a:lnTo>
                <a:lnTo>
                  <a:pt x="3411145" y="36468"/>
                </a:lnTo>
                <a:lnTo>
                  <a:pt x="3384091" y="24655"/>
                </a:lnTo>
                <a:lnTo>
                  <a:pt x="3357742" y="24726"/>
                </a:lnTo>
                <a:lnTo>
                  <a:pt x="3354750" y="25798"/>
                </a:lnTo>
                <a:lnTo>
                  <a:pt x="3350580" y="48111"/>
                </a:lnTo>
                <a:lnTo>
                  <a:pt x="3328839" y="60855"/>
                </a:lnTo>
                <a:lnTo>
                  <a:pt x="3312016" y="52726"/>
                </a:lnTo>
                <a:lnTo>
                  <a:pt x="3305595" y="45422"/>
                </a:lnTo>
                <a:lnTo>
                  <a:pt x="3305016" y="35395"/>
                </a:lnTo>
                <a:lnTo>
                  <a:pt x="3315121" y="21226"/>
                </a:lnTo>
                <a:lnTo>
                  <a:pt x="3311960" y="19758"/>
                </a:lnTo>
                <a:lnTo>
                  <a:pt x="3275111" y="17796"/>
                </a:lnTo>
                <a:lnTo>
                  <a:pt x="3262339" y="12984"/>
                </a:lnTo>
                <a:lnTo>
                  <a:pt x="3249016" y="12194"/>
                </a:lnTo>
                <a:lnTo>
                  <a:pt x="3179849" y="12462"/>
                </a:lnTo>
                <a:lnTo>
                  <a:pt x="3170323" y="15129"/>
                </a:lnTo>
                <a:close/>
                <a:moveTo>
                  <a:pt x="3056008" y="789419"/>
                </a:moveTo>
                <a:lnTo>
                  <a:pt x="3068371" y="797661"/>
                </a:lnTo>
                <a:lnTo>
                  <a:pt x="3083062" y="813235"/>
                </a:lnTo>
                <a:lnTo>
                  <a:pt x="3097726" y="860661"/>
                </a:lnTo>
                <a:lnTo>
                  <a:pt x="3108021" y="874774"/>
                </a:lnTo>
                <a:lnTo>
                  <a:pt x="3122882" y="917452"/>
                </a:lnTo>
                <a:lnTo>
                  <a:pt x="3158729" y="976620"/>
                </a:lnTo>
                <a:lnTo>
                  <a:pt x="3214905" y="1046627"/>
                </a:lnTo>
                <a:lnTo>
                  <a:pt x="3267871" y="1083017"/>
                </a:lnTo>
                <a:lnTo>
                  <a:pt x="3289972" y="1104927"/>
                </a:lnTo>
                <a:lnTo>
                  <a:pt x="3298242" y="1131403"/>
                </a:lnTo>
                <a:lnTo>
                  <a:pt x="3297974" y="1158274"/>
                </a:lnTo>
                <a:lnTo>
                  <a:pt x="3291637" y="1177750"/>
                </a:lnTo>
                <a:lnTo>
                  <a:pt x="3276395" y="1193895"/>
                </a:lnTo>
                <a:lnTo>
                  <a:pt x="3233541" y="1209095"/>
                </a:lnTo>
                <a:lnTo>
                  <a:pt x="3213790" y="1228274"/>
                </a:lnTo>
                <a:lnTo>
                  <a:pt x="3196043" y="1252774"/>
                </a:lnTo>
                <a:lnTo>
                  <a:pt x="3181564" y="1300596"/>
                </a:lnTo>
                <a:lnTo>
                  <a:pt x="3169179" y="1325300"/>
                </a:lnTo>
                <a:lnTo>
                  <a:pt x="3154446" y="1340034"/>
                </a:lnTo>
                <a:lnTo>
                  <a:pt x="3142097" y="1345242"/>
                </a:lnTo>
                <a:lnTo>
                  <a:pt x="3130877" y="1339583"/>
                </a:lnTo>
                <a:lnTo>
                  <a:pt x="3115000" y="1324468"/>
                </a:lnTo>
                <a:lnTo>
                  <a:pt x="3101339" y="1301210"/>
                </a:lnTo>
                <a:lnTo>
                  <a:pt x="3073677" y="1269484"/>
                </a:lnTo>
                <a:lnTo>
                  <a:pt x="3067058" y="1249726"/>
                </a:lnTo>
                <a:lnTo>
                  <a:pt x="3066296" y="1219242"/>
                </a:lnTo>
                <a:lnTo>
                  <a:pt x="3060962" y="1207810"/>
                </a:lnTo>
                <a:lnTo>
                  <a:pt x="3060200" y="1187996"/>
                </a:lnTo>
                <a:lnTo>
                  <a:pt x="3054865" y="1175040"/>
                </a:lnTo>
                <a:lnTo>
                  <a:pt x="3053581" y="1119548"/>
                </a:lnTo>
                <a:lnTo>
                  <a:pt x="3048768" y="1110262"/>
                </a:lnTo>
                <a:lnTo>
                  <a:pt x="3047484" y="1088387"/>
                </a:lnTo>
                <a:lnTo>
                  <a:pt x="3041147" y="1075777"/>
                </a:lnTo>
                <a:lnTo>
                  <a:pt x="3033935" y="1068177"/>
                </a:lnTo>
                <a:lnTo>
                  <a:pt x="3024346" y="1066844"/>
                </a:lnTo>
                <a:lnTo>
                  <a:pt x="3005329" y="1067204"/>
                </a:lnTo>
                <a:lnTo>
                  <a:pt x="2980179" y="1073872"/>
                </a:lnTo>
                <a:lnTo>
                  <a:pt x="2945871" y="1087597"/>
                </a:lnTo>
                <a:lnTo>
                  <a:pt x="2924758" y="1102500"/>
                </a:lnTo>
                <a:lnTo>
                  <a:pt x="2908161" y="1118645"/>
                </a:lnTo>
                <a:lnTo>
                  <a:pt x="2907710" y="1132984"/>
                </a:lnTo>
                <a:lnTo>
                  <a:pt x="2902446" y="1147986"/>
                </a:lnTo>
                <a:lnTo>
                  <a:pt x="2901683" y="1205143"/>
                </a:lnTo>
                <a:lnTo>
                  <a:pt x="2896349" y="1221528"/>
                </a:lnTo>
                <a:lnTo>
                  <a:pt x="2895065" y="1288226"/>
                </a:lnTo>
                <a:lnTo>
                  <a:pt x="2884931" y="1312451"/>
                </a:lnTo>
                <a:lnTo>
                  <a:pt x="2874008" y="1321927"/>
                </a:lnTo>
                <a:lnTo>
                  <a:pt x="2861645" y="1326952"/>
                </a:lnTo>
                <a:lnTo>
                  <a:pt x="2847081" y="1319274"/>
                </a:lnTo>
                <a:lnTo>
                  <a:pt x="2835621" y="1305782"/>
                </a:lnTo>
                <a:lnTo>
                  <a:pt x="2829284" y="1286306"/>
                </a:lnTo>
                <a:lnTo>
                  <a:pt x="2828000" y="1253226"/>
                </a:lnTo>
                <a:lnTo>
                  <a:pt x="2810994" y="1200952"/>
                </a:lnTo>
                <a:lnTo>
                  <a:pt x="2810232" y="1170468"/>
                </a:lnTo>
                <a:lnTo>
                  <a:pt x="2804897" y="1155988"/>
                </a:lnTo>
                <a:lnTo>
                  <a:pt x="2804530" y="1110375"/>
                </a:lnTo>
                <a:lnTo>
                  <a:pt x="2805419" y="1089290"/>
                </a:lnTo>
                <a:lnTo>
                  <a:pt x="2811516" y="1071452"/>
                </a:lnTo>
                <a:lnTo>
                  <a:pt x="2839177" y="1039726"/>
                </a:lnTo>
                <a:lnTo>
                  <a:pt x="2858844" y="1010590"/>
                </a:lnTo>
                <a:lnTo>
                  <a:pt x="2891205" y="976705"/>
                </a:lnTo>
                <a:lnTo>
                  <a:pt x="2925090" y="944344"/>
                </a:lnTo>
                <a:lnTo>
                  <a:pt x="2977512" y="902019"/>
                </a:lnTo>
                <a:lnTo>
                  <a:pt x="3017903" y="862581"/>
                </a:lnTo>
                <a:lnTo>
                  <a:pt x="3018284" y="829048"/>
                </a:lnTo>
                <a:lnTo>
                  <a:pt x="3025524" y="807519"/>
                </a:lnTo>
                <a:lnTo>
                  <a:pt x="3039863" y="793427"/>
                </a:lnTo>
                <a:lnTo>
                  <a:pt x="3051435" y="787895"/>
                </a:lnTo>
                <a:lnTo>
                  <a:pt x="3056008" y="789419"/>
                </a:lnTo>
                <a:close/>
                <a:moveTo>
                  <a:pt x="3950710" y="1197903"/>
                </a:moveTo>
                <a:lnTo>
                  <a:pt x="3972726" y="1212242"/>
                </a:lnTo>
                <a:lnTo>
                  <a:pt x="3997113" y="1220823"/>
                </a:lnTo>
                <a:lnTo>
                  <a:pt x="4013978" y="1230807"/>
                </a:lnTo>
                <a:lnTo>
                  <a:pt x="4023250" y="1242444"/>
                </a:lnTo>
                <a:lnTo>
                  <a:pt x="4029954" y="1270500"/>
                </a:lnTo>
                <a:lnTo>
                  <a:pt x="4029065" y="1295000"/>
                </a:lnTo>
                <a:lnTo>
                  <a:pt x="4020442" y="1316409"/>
                </a:lnTo>
                <a:lnTo>
                  <a:pt x="3979782" y="1356250"/>
                </a:lnTo>
                <a:lnTo>
                  <a:pt x="3953758" y="1369756"/>
                </a:lnTo>
                <a:lnTo>
                  <a:pt x="3906910" y="1353004"/>
                </a:lnTo>
                <a:lnTo>
                  <a:pt x="3887484" y="1335306"/>
                </a:lnTo>
                <a:lnTo>
                  <a:pt x="3878452" y="1313516"/>
                </a:lnTo>
                <a:lnTo>
                  <a:pt x="3877167" y="1291641"/>
                </a:lnTo>
                <a:lnTo>
                  <a:pt x="3871565" y="1274790"/>
                </a:lnTo>
                <a:lnTo>
                  <a:pt x="3872355" y="1235161"/>
                </a:lnTo>
                <a:lnTo>
                  <a:pt x="3879073" y="1216003"/>
                </a:lnTo>
                <a:lnTo>
                  <a:pt x="3885169" y="1208573"/>
                </a:lnTo>
                <a:lnTo>
                  <a:pt x="3908413" y="1195236"/>
                </a:lnTo>
                <a:lnTo>
                  <a:pt x="3940097" y="1194968"/>
                </a:lnTo>
                <a:lnTo>
                  <a:pt x="3950710" y="1197903"/>
                </a:lnTo>
                <a:close/>
                <a:moveTo>
                  <a:pt x="6177556" y="1490548"/>
                </a:moveTo>
                <a:lnTo>
                  <a:pt x="6190526" y="1499066"/>
                </a:lnTo>
                <a:lnTo>
                  <a:pt x="6199798" y="1510702"/>
                </a:lnTo>
                <a:lnTo>
                  <a:pt x="6206135" y="1530177"/>
                </a:lnTo>
                <a:lnTo>
                  <a:pt x="6206135" y="1560661"/>
                </a:lnTo>
                <a:lnTo>
                  <a:pt x="6191387" y="1602661"/>
                </a:lnTo>
                <a:lnTo>
                  <a:pt x="6180224" y="1613436"/>
                </a:lnTo>
                <a:lnTo>
                  <a:pt x="6166887" y="1619724"/>
                </a:lnTo>
                <a:lnTo>
                  <a:pt x="6153550" y="1613436"/>
                </a:lnTo>
                <a:lnTo>
                  <a:pt x="6140976" y="1600481"/>
                </a:lnTo>
                <a:lnTo>
                  <a:pt x="6133736" y="1578952"/>
                </a:lnTo>
                <a:lnTo>
                  <a:pt x="6133736" y="1548468"/>
                </a:lnTo>
                <a:lnTo>
                  <a:pt x="6148484" y="1506468"/>
                </a:lnTo>
                <a:lnTo>
                  <a:pt x="6168411" y="1490548"/>
                </a:lnTo>
                <a:lnTo>
                  <a:pt x="6177556" y="1490548"/>
                </a:lnTo>
                <a:close/>
                <a:moveTo>
                  <a:pt x="6104395" y="1734419"/>
                </a:moveTo>
                <a:lnTo>
                  <a:pt x="6117365" y="1742936"/>
                </a:lnTo>
                <a:lnTo>
                  <a:pt x="6126637" y="1754573"/>
                </a:lnTo>
                <a:lnTo>
                  <a:pt x="6132974" y="1775954"/>
                </a:lnTo>
                <a:lnTo>
                  <a:pt x="6133355" y="1838065"/>
                </a:lnTo>
                <a:lnTo>
                  <a:pt x="6143643" y="1849305"/>
                </a:lnTo>
                <a:lnTo>
                  <a:pt x="6150065" y="1861774"/>
                </a:lnTo>
                <a:lnTo>
                  <a:pt x="6157629" y="1887403"/>
                </a:lnTo>
                <a:lnTo>
                  <a:pt x="6157361" y="1914274"/>
                </a:lnTo>
                <a:lnTo>
                  <a:pt x="6150798" y="1934653"/>
                </a:lnTo>
                <a:lnTo>
                  <a:pt x="6127258" y="1959047"/>
                </a:lnTo>
                <a:lnTo>
                  <a:pt x="6112016" y="1967240"/>
                </a:lnTo>
                <a:lnTo>
                  <a:pt x="6100458" y="1961905"/>
                </a:lnTo>
                <a:lnTo>
                  <a:pt x="6085724" y="1947171"/>
                </a:lnTo>
                <a:lnTo>
                  <a:pt x="6077150" y="1923419"/>
                </a:lnTo>
                <a:lnTo>
                  <a:pt x="6066855" y="1909306"/>
                </a:lnTo>
                <a:lnTo>
                  <a:pt x="6054210" y="1860081"/>
                </a:lnTo>
                <a:lnTo>
                  <a:pt x="6055000" y="1820452"/>
                </a:lnTo>
                <a:lnTo>
                  <a:pt x="6065387" y="1795161"/>
                </a:lnTo>
                <a:lnTo>
                  <a:pt x="6066671" y="1773286"/>
                </a:lnTo>
                <a:lnTo>
                  <a:pt x="6073008" y="1754573"/>
                </a:lnTo>
                <a:lnTo>
                  <a:pt x="6088250" y="1738427"/>
                </a:lnTo>
                <a:lnTo>
                  <a:pt x="6099823" y="1732895"/>
                </a:lnTo>
                <a:lnTo>
                  <a:pt x="6104395" y="1734419"/>
                </a:lnTo>
                <a:close/>
                <a:moveTo>
                  <a:pt x="6104395" y="2008774"/>
                </a:moveTo>
                <a:lnTo>
                  <a:pt x="6124323" y="2024694"/>
                </a:lnTo>
                <a:lnTo>
                  <a:pt x="6132974" y="2048784"/>
                </a:lnTo>
                <a:lnTo>
                  <a:pt x="6132974" y="2084603"/>
                </a:lnTo>
                <a:lnTo>
                  <a:pt x="6127639" y="2098702"/>
                </a:lnTo>
                <a:lnTo>
                  <a:pt x="6126877" y="2150524"/>
                </a:lnTo>
                <a:lnTo>
                  <a:pt x="6119976" y="2172766"/>
                </a:lnTo>
                <a:lnTo>
                  <a:pt x="6077073" y="2215895"/>
                </a:lnTo>
                <a:lnTo>
                  <a:pt x="6015992" y="2260266"/>
                </a:lnTo>
                <a:lnTo>
                  <a:pt x="6006677" y="2281548"/>
                </a:lnTo>
                <a:lnTo>
                  <a:pt x="5973696" y="2309421"/>
                </a:lnTo>
                <a:lnTo>
                  <a:pt x="5957226" y="2330887"/>
                </a:lnTo>
                <a:lnTo>
                  <a:pt x="5929903" y="2345113"/>
                </a:lnTo>
                <a:lnTo>
                  <a:pt x="5917540" y="2340089"/>
                </a:lnTo>
                <a:lnTo>
                  <a:pt x="5903202" y="2325997"/>
                </a:lnTo>
                <a:lnTo>
                  <a:pt x="5895962" y="2304468"/>
                </a:lnTo>
                <a:lnTo>
                  <a:pt x="5895962" y="2273984"/>
                </a:lnTo>
                <a:lnTo>
                  <a:pt x="5902694" y="2253435"/>
                </a:lnTo>
                <a:lnTo>
                  <a:pt x="5954834" y="2193011"/>
                </a:lnTo>
                <a:lnTo>
                  <a:pt x="5983857" y="2170332"/>
                </a:lnTo>
                <a:lnTo>
                  <a:pt x="5989890" y="2153001"/>
                </a:lnTo>
                <a:lnTo>
                  <a:pt x="6021242" y="2119306"/>
                </a:lnTo>
                <a:lnTo>
                  <a:pt x="6045516" y="2083855"/>
                </a:lnTo>
                <a:lnTo>
                  <a:pt x="6049334" y="2069742"/>
                </a:lnTo>
                <a:lnTo>
                  <a:pt x="6058860" y="2057548"/>
                </a:lnTo>
                <a:lnTo>
                  <a:pt x="6061527" y="2045355"/>
                </a:lnTo>
                <a:lnTo>
                  <a:pt x="6076452" y="2024016"/>
                </a:lnTo>
                <a:lnTo>
                  <a:pt x="6095250" y="2008774"/>
                </a:lnTo>
                <a:lnTo>
                  <a:pt x="6104395" y="2008774"/>
                </a:lnTo>
                <a:close/>
                <a:moveTo>
                  <a:pt x="1694903" y="4234097"/>
                </a:moveTo>
                <a:lnTo>
                  <a:pt x="1707210" y="4240758"/>
                </a:lnTo>
                <a:lnTo>
                  <a:pt x="1718669" y="4254250"/>
                </a:lnTo>
                <a:lnTo>
                  <a:pt x="1725006" y="4273726"/>
                </a:lnTo>
                <a:lnTo>
                  <a:pt x="1724484" y="4306806"/>
                </a:lnTo>
                <a:lnTo>
                  <a:pt x="1717766" y="4325739"/>
                </a:lnTo>
                <a:lnTo>
                  <a:pt x="1705192" y="4338695"/>
                </a:lnTo>
                <a:lnTo>
                  <a:pt x="1684996" y="4352222"/>
                </a:lnTo>
                <a:lnTo>
                  <a:pt x="1661371" y="4352984"/>
                </a:lnTo>
                <a:lnTo>
                  <a:pt x="1640032" y="4331645"/>
                </a:lnTo>
                <a:lnTo>
                  <a:pt x="1641613" y="4313242"/>
                </a:lnTo>
                <a:lnTo>
                  <a:pt x="1649177" y="4308331"/>
                </a:lnTo>
                <a:lnTo>
                  <a:pt x="1651210" y="4303137"/>
                </a:lnTo>
                <a:lnTo>
                  <a:pt x="1653129" y="4271524"/>
                </a:lnTo>
                <a:lnTo>
                  <a:pt x="1659847" y="4252197"/>
                </a:lnTo>
                <a:lnTo>
                  <a:pt x="1668216" y="4242614"/>
                </a:lnTo>
                <a:lnTo>
                  <a:pt x="1686887" y="4231500"/>
                </a:lnTo>
                <a:lnTo>
                  <a:pt x="1694903" y="4234097"/>
                </a:lnTo>
                <a:close/>
                <a:moveTo>
                  <a:pt x="1944871" y="4234097"/>
                </a:moveTo>
                <a:lnTo>
                  <a:pt x="1955159" y="4239241"/>
                </a:lnTo>
                <a:lnTo>
                  <a:pt x="1966323" y="4250016"/>
                </a:lnTo>
                <a:lnTo>
                  <a:pt x="1974452" y="4271129"/>
                </a:lnTo>
                <a:lnTo>
                  <a:pt x="1974974" y="4304210"/>
                </a:lnTo>
                <a:lnTo>
                  <a:pt x="1967353" y="4326120"/>
                </a:lnTo>
                <a:lnTo>
                  <a:pt x="1950015" y="4343839"/>
                </a:lnTo>
                <a:lnTo>
                  <a:pt x="1933552" y="4352864"/>
                </a:lnTo>
                <a:lnTo>
                  <a:pt x="1921246" y="4347268"/>
                </a:lnTo>
                <a:lnTo>
                  <a:pt x="1901431" y="4347268"/>
                </a:lnTo>
                <a:lnTo>
                  <a:pt x="1877806" y="4359081"/>
                </a:lnTo>
                <a:lnTo>
                  <a:pt x="1862282" y="4351121"/>
                </a:lnTo>
                <a:lnTo>
                  <a:pt x="1837415" y="4327073"/>
                </a:lnTo>
                <a:lnTo>
                  <a:pt x="1829935" y="4306806"/>
                </a:lnTo>
                <a:lnTo>
                  <a:pt x="1829413" y="4273726"/>
                </a:lnTo>
                <a:lnTo>
                  <a:pt x="1838065" y="4250016"/>
                </a:lnTo>
                <a:lnTo>
                  <a:pt x="1849228" y="4239241"/>
                </a:lnTo>
                <a:lnTo>
                  <a:pt x="1863806" y="4231952"/>
                </a:lnTo>
                <a:lnTo>
                  <a:pt x="1928839" y="4231161"/>
                </a:lnTo>
                <a:lnTo>
                  <a:pt x="1944871" y="4234097"/>
                </a:lnTo>
                <a:close/>
                <a:moveTo>
                  <a:pt x="163089" y="1094258"/>
                </a:moveTo>
                <a:lnTo>
                  <a:pt x="148185" y="1101145"/>
                </a:lnTo>
                <a:lnTo>
                  <a:pt x="138511" y="1097688"/>
                </a:lnTo>
                <a:lnTo>
                  <a:pt x="108161" y="1097419"/>
                </a:lnTo>
                <a:lnTo>
                  <a:pt x="90308" y="1103022"/>
                </a:lnTo>
                <a:lnTo>
                  <a:pt x="40419" y="1104306"/>
                </a:lnTo>
                <a:lnTo>
                  <a:pt x="2646" y="1126174"/>
                </a:lnTo>
                <a:lnTo>
                  <a:pt x="169" y="1131065"/>
                </a:lnTo>
                <a:lnTo>
                  <a:pt x="1355" y="1146306"/>
                </a:lnTo>
                <a:lnTo>
                  <a:pt x="15588" y="1153772"/>
                </a:lnTo>
                <a:lnTo>
                  <a:pt x="35092" y="1173700"/>
                </a:lnTo>
                <a:lnTo>
                  <a:pt x="56776" y="1211049"/>
                </a:lnTo>
                <a:lnTo>
                  <a:pt x="112600" y="1291260"/>
                </a:lnTo>
                <a:lnTo>
                  <a:pt x="217388" y="1432629"/>
                </a:lnTo>
                <a:lnTo>
                  <a:pt x="240823" y="1457016"/>
                </a:lnTo>
                <a:lnTo>
                  <a:pt x="312855" y="1456113"/>
                </a:lnTo>
                <a:lnTo>
                  <a:pt x="360853" y="1443870"/>
                </a:lnTo>
                <a:lnTo>
                  <a:pt x="392565" y="1428113"/>
                </a:lnTo>
                <a:lnTo>
                  <a:pt x="408477" y="1423357"/>
                </a:lnTo>
                <a:lnTo>
                  <a:pt x="414009" y="1415863"/>
                </a:lnTo>
                <a:lnTo>
                  <a:pt x="414567" y="1401101"/>
                </a:lnTo>
                <a:lnTo>
                  <a:pt x="408865" y="1384617"/>
                </a:lnTo>
                <a:lnTo>
                  <a:pt x="407581" y="1362742"/>
                </a:lnTo>
                <a:lnTo>
                  <a:pt x="397243" y="1336224"/>
                </a:lnTo>
                <a:lnTo>
                  <a:pt x="383144" y="1272970"/>
                </a:lnTo>
                <a:lnTo>
                  <a:pt x="366759" y="1226482"/>
                </a:lnTo>
                <a:lnTo>
                  <a:pt x="364854" y="1212002"/>
                </a:lnTo>
                <a:lnTo>
                  <a:pt x="333290" y="1141452"/>
                </a:lnTo>
                <a:lnTo>
                  <a:pt x="325034" y="1134459"/>
                </a:lnTo>
                <a:lnTo>
                  <a:pt x="309792" y="1134840"/>
                </a:lnTo>
                <a:lnTo>
                  <a:pt x="295919" y="1141339"/>
                </a:lnTo>
                <a:lnTo>
                  <a:pt x="277177" y="1156919"/>
                </a:lnTo>
                <a:lnTo>
                  <a:pt x="261286" y="1164251"/>
                </a:lnTo>
                <a:lnTo>
                  <a:pt x="240032" y="1151048"/>
                </a:lnTo>
                <a:lnTo>
                  <a:pt x="211806" y="1118081"/>
                </a:lnTo>
                <a:lnTo>
                  <a:pt x="182021" y="1103163"/>
                </a:lnTo>
                <a:lnTo>
                  <a:pt x="168543" y="1092967"/>
                </a:lnTo>
                <a:lnTo>
                  <a:pt x="163089" y="1094258"/>
                </a:lnTo>
                <a:close/>
              </a:path>
            </a:pathLst>
          </a:custGeom>
          <a:solidFill>
            <a:srgbClr val="3029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map"/>
          <p:cNvSpPr/>
          <p:nvPr/>
        </p:nvSpPr>
        <p:spPr>
          <a:xfrm>
            <a:off x="914629" y="3498210"/>
            <a:ext cx="5816090" cy="4474468"/>
          </a:xfrm>
          <a:custGeom>
            <a:avLst/>
            <a:gdLst/>
            <a:ahLst/>
            <a:cxnLst/>
            <a:rect l="0" t="0" r="r" b="b"/>
            <a:pathLst>
              <a:path w="5816090" h="4474468">
                <a:moveTo>
                  <a:pt x="2261790" y="2935"/>
                </a:moveTo>
                <a:lnTo>
                  <a:pt x="2240677" y="13435"/>
                </a:lnTo>
                <a:lnTo>
                  <a:pt x="2214442" y="33666"/>
                </a:lnTo>
                <a:lnTo>
                  <a:pt x="2173740" y="73945"/>
                </a:lnTo>
                <a:lnTo>
                  <a:pt x="2165823" y="87613"/>
                </a:lnTo>
                <a:lnTo>
                  <a:pt x="2153001" y="126776"/>
                </a:lnTo>
                <a:lnTo>
                  <a:pt x="2151096" y="141256"/>
                </a:lnTo>
                <a:lnTo>
                  <a:pt x="2140758" y="167774"/>
                </a:lnTo>
                <a:lnTo>
                  <a:pt x="2138952" y="191710"/>
                </a:lnTo>
                <a:lnTo>
                  <a:pt x="2129242" y="209548"/>
                </a:lnTo>
                <a:lnTo>
                  <a:pt x="2123470" y="228516"/>
                </a:lnTo>
                <a:lnTo>
                  <a:pt x="2129567" y="247378"/>
                </a:lnTo>
                <a:lnTo>
                  <a:pt x="2149000" y="268145"/>
                </a:lnTo>
                <a:lnTo>
                  <a:pt x="2291131" y="268526"/>
                </a:lnTo>
                <a:lnTo>
                  <a:pt x="2310946" y="273861"/>
                </a:lnTo>
                <a:lnTo>
                  <a:pt x="2342629" y="274129"/>
                </a:lnTo>
                <a:lnTo>
                  <a:pt x="2366198" y="268526"/>
                </a:lnTo>
                <a:lnTo>
                  <a:pt x="2500129" y="267242"/>
                </a:lnTo>
                <a:lnTo>
                  <a:pt x="2522046" y="254046"/>
                </a:lnTo>
                <a:lnTo>
                  <a:pt x="2530048" y="243758"/>
                </a:lnTo>
                <a:lnTo>
                  <a:pt x="2512661" y="191032"/>
                </a:lnTo>
                <a:lnTo>
                  <a:pt x="2511871" y="141242"/>
                </a:lnTo>
                <a:lnTo>
                  <a:pt x="2512661" y="131871"/>
                </a:lnTo>
                <a:lnTo>
                  <a:pt x="2529145" y="94161"/>
                </a:lnTo>
                <a:lnTo>
                  <a:pt x="2529935" y="74855"/>
                </a:lnTo>
                <a:lnTo>
                  <a:pt x="2522357" y="57461"/>
                </a:lnTo>
                <a:lnTo>
                  <a:pt x="2512901" y="46947"/>
                </a:lnTo>
                <a:lnTo>
                  <a:pt x="2476292" y="18537"/>
                </a:lnTo>
                <a:lnTo>
                  <a:pt x="2464127" y="13033"/>
                </a:lnTo>
                <a:lnTo>
                  <a:pt x="2447855" y="10500"/>
                </a:lnTo>
                <a:lnTo>
                  <a:pt x="2426629" y="790"/>
                </a:lnTo>
                <a:lnTo>
                  <a:pt x="2290468" y="0"/>
                </a:lnTo>
                <a:lnTo>
                  <a:pt x="2261790" y="2935"/>
                </a:lnTo>
                <a:close/>
                <a:moveTo>
                  <a:pt x="2557484" y="323016"/>
                </a:moveTo>
                <a:lnTo>
                  <a:pt x="2551387" y="329113"/>
                </a:lnTo>
                <a:lnTo>
                  <a:pt x="2067808" y="329995"/>
                </a:lnTo>
                <a:lnTo>
                  <a:pt x="2062121" y="330637"/>
                </a:lnTo>
                <a:lnTo>
                  <a:pt x="2042645" y="358919"/>
                </a:lnTo>
                <a:lnTo>
                  <a:pt x="2043069" y="373886"/>
                </a:lnTo>
                <a:lnTo>
                  <a:pt x="2053597" y="387710"/>
                </a:lnTo>
                <a:lnTo>
                  <a:pt x="2079924" y="435171"/>
                </a:lnTo>
                <a:lnTo>
                  <a:pt x="2090403" y="446984"/>
                </a:lnTo>
                <a:lnTo>
                  <a:pt x="2112229" y="458098"/>
                </a:lnTo>
                <a:lnTo>
                  <a:pt x="2117839" y="467758"/>
                </a:lnTo>
                <a:lnTo>
                  <a:pt x="2129376" y="474292"/>
                </a:lnTo>
                <a:lnTo>
                  <a:pt x="2193823" y="570613"/>
                </a:lnTo>
                <a:lnTo>
                  <a:pt x="2205339" y="593645"/>
                </a:lnTo>
                <a:lnTo>
                  <a:pt x="2218210" y="631129"/>
                </a:lnTo>
                <a:lnTo>
                  <a:pt x="2219494" y="653004"/>
                </a:lnTo>
                <a:lnTo>
                  <a:pt x="2224257" y="663292"/>
                </a:lnTo>
                <a:lnTo>
                  <a:pt x="2232887" y="703952"/>
                </a:lnTo>
                <a:lnTo>
                  <a:pt x="2300869" y="832817"/>
                </a:lnTo>
                <a:lnTo>
                  <a:pt x="2331183" y="863131"/>
                </a:lnTo>
                <a:lnTo>
                  <a:pt x="2349968" y="873081"/>
                </a:lnTo>
                <a:lnTo>
                  <a:pt x="2370417" y="889656"/>
                </a:lnTo>
                <a:lnTo>
                  <a:pt x="2428774" y="918919"/>
                </a:lnTo>
                <a:lnTo>
                  <a:pt x="2490659" y="938670"/>
                </a:lnTo>
                <a:lnTo>
                  <a:pt x="2526887" y="931113"/>
                </a:lnTo>
                <a:lnTo>
                  <a:pt x="2577475" y="905463"/>
                </a:lnTo>
                <a:lnTo>
                  <a:pt x="2605355" y="878726"/>
                </a:lnTo>
                <a:lnTo>
                  <a:pt x="2616984" y="861903"/>
                </a:lnTo>
                <a:lnTo>
                  <a:pt x="2626016" y="857161"/>
                </a:lnTo>
                <a:lnTo>
                  <a:pt x="2659097" y="813242"/>
                </a:lnTo>
                <a:lnTo>
                  <a:pt x="2673083" y="809876"/>
                </a:lnTo>
                <a:lnTo>
                  <a:pt x="2672045" y="794352"/>
                </a:lnTo>
                <a:lnTo>
                  <a:pt x="2691422" y="809043"/>
                </a:lnTo>
                <a:lnTo>
                  <a:pt x="2709903" y="815331"/>
                </a:lnTo>
                <a:lnTo>
                  <a:pt x="2717905" y="808239"/>
                </a:lnTo>
                <a:lnTo>
                  <a:pt x="2719429" y="802184"/>
                </a:lnTo>
                <a:lnTo>
                  <a:pt x="2711427" y="769605"/>
                </a:lnTo>
                <a:lnTo>
                  <a:pt x="2699996" y="773415"/>
                </a:lnTo>
                <a:lnTo>
                  <a:pt x="2686151" y="766938"/>
                </a:lnTo>
                <a:lnTo>
                  <a:pt x="2671417" y="752204"/>
                </a:lnTo>
                <a:lnTo>
                  <a:pt x="2665081" y="739968"/>
                </a:lnTo>
                <a:lnTo>
                  <a:pt x="2663796" y="695681"/>
                </a:lnTo>
                <a:lnTo>
                  <a:pt x="2658462" y="682726"/>
                </a:lnTo>
                <a:lnTo>
                  <a:pt x="2657700" y="652242"/>
                </a:lnTo>
                <a:lnTo>
                  <a:pt x="2652365" y="640429"/>
                </a:lnTo>
                <a:lnTo>
                  <a:pt x="2651603" y="615280"/>
                </a:lnTo>
                <a:lnTo>
                  <a:pt x="2638457" y="576032"/>
                </a:lnTo>
                <a:lnTo>
                  <a:pt x="2628161" y="561919"/>
                </a:lnTo>
                <a:lnTo>
                  <a:pt x="2615784" y="517732"/>
                </a:lnTo>
                <a:lnTo>
                  <a:pt x="2615022" y="481913"/>
                </a:lnTo>
                <a:lnTo>
                  <a:pt x="2609688" y="467815"/>
                </a:lnTo>
                <a:lnTo>
                  <a:pt x="2608925" y="415992"/>
                </a:lnTo>
                <a:lnTo>
                  <a:pt x="2603591" y="402274"/>
                </a:lnTo>
                <a:lnTo>
                  <a:pt x="2602306" y="369194"/>
                </a:lnTo>
                <a:lnTo>
                  <a:pt x="2583776" y="332796"/>
                </a:lnTo>
                <a:lnTo>
                  <a:pt x="2576917" y="324921"/>
                </a:lnTo>
                <a:lnTo>
                  <a:pt x="2566629" y="316919"/>
                </a:lnTo>
                <a:lnTo>
                  <a:pt x="2557484" y="323016"/>
                </a:lnTo>
                <a:close/>
                <a:moveTo>
                  <a:pt x="2674847" y="572984"/>
                </a:moveTo>
                <a:lnTo>
                  <a:pt x="2670782" y="577161"/>
                </a:lnTo>
                <a:lnTo>
                  <a:pt x="2671234" y="582016"/>
                </a:lnTo>
                <a:lnTo>
                  <a:pt x="2687040" y="589750"/>
                </a:lnTo>
                <a:lnTo>
                  <a:pt x="2680174" y="568771"/>
                </a:lnTo>
                <a:lnTo>
                  <a:pt x="2674847" y="572984"/>
                </a:lnTo>
                <a:close/>
                <a:moveTo>
                  <a:pt x="5471742" y="1072919"/>
                </a:moveTo>
                <a:lnTo>
                  <a:pt x="5469653" y="1081444"/>
                </a:lnTo>
                <a:lnTo>
                  <a:pt x="5485798" y="1096685"/>
                </a:lnTo>
                <a:lnTo>
                  <a:pt x="5501464" y="1093115"/>
                </a:lnTo>
                <a:lnTo>
                  <a:pt x="5510355" y="1094653"/>
                </a:lnTo>
                <a:lnTo>
                  <a:pt x="5514419" y="1091323"/>
                </a:lnTo>
                <a:lnTo>
                  <a:pt x="5512726" y="1083306"/>
                </a:lnTo>
                <a:lnTo>
                  <a:pt x="5496806" y="1074500"/>
                </a:lnTo>
                <a:lnTo>
                  <a:pt x="5477839" y="1068347"/>
                </a:lnTo>
                <a:lnTo>
                  <a:pt x="5471742" y="1072919"/>
                </a:lnTo>
                <a:close/>
                <a:moveTo>
                  <a:pt x="5778105" y="1181137"/>
                </a:moveTo>
                <a:lnTo>
                  <a:pt x="5769538" y="1205736"/>
                </a:lnTo>
                <a:lnTo>
                  <a:pt x="5795548" y="1224435"/>
                </a:lnTo>
                <a:lnTo>
                  <a:pt x="5801158" y="1224196"/>
                </a:lnTo>
                <a:lnTo>
                  <a:pt x="5808970" y="1216003"/>
                </a:lnTo>
                <a:lnTo>
                  <a:pt x="5816090" y="1195730"/>
                </a:lnTo>
                <a:lnTo>
                  <a:pt x="5815067" y="1191616"/>
                </a:lnTo>
                <a:lnTo>
                  <a:pt x="5806874" y="1183804"/>
                </a:lnTo>
                <a:lnTo>
                  <a:pt x="5786601" y="1176684"/>
                </a:lnTo>
                <a:lnTo>
                  <a:pt x="5778105" y="1181137"/>
                </a:lnTo>
                <a:close/>
                <a:moveTo>
                  <a:pt x="4747750" y="1455492"/>
                </a:moveTo>
                <a:lnTo>
                  <a:pt x="4744702" y="1460065"/>
                </a:lnTo>
                <a:lnTo>
                  <a:pt x="4751229" y="1467227"/>
                </a:lnTo>
                <a:lnTo>
                  <a:pt x="4759485" y="1461158"/>
                </a:lnTo>
                <a:lnTo>
                  <a:pt x="4753416" y="1452902"/>
                </a:lnTo>
                <a:lnTo>
                  <a:pt x="4747750" y="1455492"/>
                </a:lnTo>
                <a:close/>
                <a:moveTo>
                  <a:pt x="585177" y="1545419"/>
                </a:moveTo>
                <a:lnTo>
                  <a:pt x="568792" y="1556470"/>
                </a:lnTo>
                <a:lnTo>
                  <a:pt x="550403" y="1580645"/>
                </a:lnTo>
                <a:lnTo>
                  <a:pt x="547694" y="1606161"/>
                </a:lnTo>
                <a:lnTo>
                  <a:pt x="543453" y="1614389"/>
                </a:lnTo>
                <a:lnTo>
                  <a:pt x="540919" y="1630661"/>
                </a:lnTo>
                <a:lnTo>
                  <a:pt x="534696" y="1642382"/>
                </a:lnTo>
                <a:lnTo>
                  <a:pt x="445403" y="1735548"/>
                </a:lnTo>
                <a:lnTo>
                  <a:pt x="434522" y="1751214"/>
                </a:lnTo>
                <a:lnTo>
                  <a:pt x="433520" y="1776335"/>
                </a:lnTo>
                <a:lnTo>
                  <a:pt x="446998" y="1796184"/>
                </a:lnTo>
                <a:lnTo>
                  <a:pt x="472119" y="1820882"/>
                </a:lnTo>
                <a:lnTo>
                  <a:pt x="509419" y="1846306"/>
                </a:lnTo>
                <a:lnTo>
                  <a:pt x="545097" y="1848113"/>
                </a:lnTo>
                <a:lnTo>
                  <a:pt x="588226" y="1860737"/>
                </a:lnTo>
                <a:lnTo>
                  <a:pt x="601372" y="1870835"/>
                </a:lnTo>
                <a:lnTo>
                  <a:pt x="616804" y="1872549"/>
                </a:lnTo>
                <a:lnTo>
                  <a:pt x="627093" y="1877313"/>
                </a:lnTo>
                <a:lnTo>
                  <a:pt x="646907" y="1878075"/>
                </a:lnTo>
                <a:lnTo>
                  <a:pt x="661627" y="1883670"/>
                </a:lnTo>
                <a:lnTo>
                  <a:pt x="714353" y="1870644"/>
                </a:lnTo>
                <a:lnTo>
                  <a:pt x="744569" y="1859523"/>
                </a:lnTo>
                <a:lnTo>
                  <a:pt x="776435" y="1877242"/>
                </a:lnTo>
                <a:lnTo>
                  <a:pt x="805995" y="1912941"/>
                </a:lnTo>
                <a:lnTo>
                  <a:pt x="844290" y="1944758"/>
                </a:lnTo>
                <a:lnTo>
                  <a:pt x="883538" y="1944377"/>
                </a:lnTo>
                <a:lnTo>
                  <a:pt x="902323" y="1935048"/>
                </a:lnTo>
                <a:lnTo>
                  <a:pt x="913782" y="1921556"/>
                </a:lnTo>
                <a:lnTo>
                  <a:pt x="921453" y="1893888"/>
                </a:lnTo>
                <a:lnTo>
                  <a:pt x="931741" y="1873693"/>
                </a:lnTo>
                <a:lnTo>
                  <a:pt x="938670" y="1844401"/>
                </a:lnTo>
                <a:lnTo>
                  <a:pt x="933075" y="1828919"/>
                </a:lnTo>
                <a:lnTo>
                  <a:pt x="931790" y="1795839"/>
                </a:lnTo>
                <a:lnTo>
                  <a:pt x="915984" y="1765581"/>
                </a:lnTo>
                <a:lnTo>
                  <a:pt x="912823" y="1752032"/>
                </a:lnTo>
                <a:lnTo>
                  <a:pt x="900403" y="1728097"/>
                </a:lnTo>
                <a:lnTo>
                  <a:pt x="870935" y="1690952"/>
                </a:lnTo>
                <a:lnTo>
                  <a:pt x="837629" y="1662726"/>
                </a:lnTo>
                <a:lnTo>
                  <a:pt x="821089" y="1630492"/>
                </a:lnTo>
                <a:lnTo>
                  <a:pt x="795516" y="1603339"/>
                </a:lnTo>
                <a:lnTo>
                  <a:pt x="773415" y="1602958"/>
                </a:lnTo>
                <a:lnTo>
                  <a:pt x="734323" y="1585952"/>
                </a:lnTo>
                <a:lnTo>
                  <a:pt x="710387" y="1584145"/>
                </a:lnTo>
                <a:lnTo>
                  <a:pt x="692548" y="1574435"/>
                </a:lnTo>
                <a:lnTo>
                  <a:pt x="679296" y="1571140"/>
                </a:lnTo>
                <a:lnTo>
                  <a:pt x="661161" y="1555919"/>
                </a:lnTo>
                <a:lnTo>
                  <a:pt x="636323" y="1543274"/>
                </a:lnTo>
                <a:lnTo>
                  <a:pt x="596694" y="1542484"/>
                </a:lnTo>
                <a:lnTo>
                  <a:pt x="585177" y="1545419"/>
                </a:lnTo>
                <a:close/>
                <a:moveTo>
                  <a:pt x="5413823" y="1831968"/>
                </a:moveTo>
                <a:lnTo>
                  <a:pt x="5408290" y="1839984"/>
                </a:lnTo>
                <a:lnTo>
                  <a:pt x="5408290" y="1848339"/>
                </a:lnTo>
                <a:lnTo>
                  <a:pt x="5422079" y="1863729"/>
                </a:lnTo>
                <a:lnTo>
                  <a:pt x="5442274" y="1857823"/>
                </a:lnTo>
                <a:lnTo>
                  <a:pt x="5448371" y="1851839"/>
                </a:lnTo>
                <a:lnTo>
                  <a:pt x="5444687" y="1844542"/>
                </a:lnTo>
                <a:lnTo>
                  <a:pt x="5433637" y="1839589"/>
                </a:lnTo>
                <a:lnTo>
                  <a:pt x="5424704" y="1824925"/>
                </a:lnTo>
                <a:lnTo>
                  <a:pt x="5413823" y="1831968"/>
                </a:lnTo>
                <a:close/>
                <a:moveTo>
                  <a:pt x="114202" y="1876169"/>
                </a:moveTo>
                <a:lnTo>
                  <a:pt x="111612" y="1881836"/>
                </a:lnTo>
                <a:lnTo>
                  <a:pt x="119868" y="1887904"/>
                </a:lnTo>
                <a:lnTo>
                  <a:pt x="125936" y="1879648"/>
                </a:lnTo>
                <a:lnTo>
                  <a:pt x="118774" y="1873121"/>
                </a:lnTo>
                <a:lnTo>
                  <a:pt x="114202" y="1876169"/>
                </a:lnTo>
                <a:close/>
                <a:moveTo>
                  <a:pt x="225468" y="1941710"/>
                </a:moveTo>
                <a:lnTo>
                  <a:pt x="204355" y="1952210"/>
                </a:lnTo>
                <a:lnTo>
                  <a:pt x="146887" y="1995903"/>
                </a:lnTo>
                <a:lnTo>
                  <a:pt x="124215" y="2019719"/>
                </a:lnTo>
                <a:lnTo>
                  <a:pt x="103892" y="2047288"/>
                </a:lnTo>
                <a:lnTo>
                  <a:pt x="74001" y="2107275"/>
                </a:lnTo>
                <a:lnTo>
                  <a:pt x="61236" y="2145190"/>
                </a:lnTo>
                <a:lnTo>
                  <a:pt x="59952" y="2167065"/>
                </a:lnTo>
                <a:lnTo>
                  <a:pt x="55139" y="2175673"/>
                </a:lnTo>
                <a:lnTo>
                  <a:pt x="55139" y="2195488"/>
                </a:lnTo>
                <a:lnTo>
                  <a:pt x="60474" y="2208825"/>
                </a:lnTo>
                <a:lnTo>
                  <a:pt x="59952" y="2269919"/>
                </a:lnTo>
                <a:lnTo>
                  <a:pt x="52839" y="2283468"/>
                </a:lnTo>
                <a:lnTo>
                  <a:pt x="7339" y="2338226"/>
                </a:lnTo>
                <a:lnTo>
                  <a:pt x="0" y="2356855"/>
                </a:lnTo>
                <a:lnTo>
                  <a:pt x="268" y="2383726"/>
                </a:lnTo>
                <a:lnTo>
                  <a:pt x="14565" y="2431371"/>
                </a:lnTo>
                <a:lnTo>
                  <a:pt x="34323" y="2457790"/>
                </a:lnTo>
                <a:lnTo>
                  <a:pt x="62203" y="2484527"/>
                </a:lnTo>
                <a:lnTo>
                  <a:pt x="70677" y="2488952"/>
                </a:lnTo>
                <a:lnTo>
                  <a:pt x="75419" y="2497984"/>
                </a:lnTo>
                <a:lnTo>
                  <a:pt x="102199" y="2519189"/>
                </a:lnTo>
                <a:lnTo>
                  <a:pt x="134016" y="2557484"/>
                </a:lnTo>
                <a:lnTo>
                  <a:pt x="134397" y="2608163"/>
                </a:lnTo>
                <a:lnTo>
                  <a:pt x="139732" y="2623786"/>
                </a:lnTo>
                <a:lnTo>
                  <a:pt x="141016" y="2690484"/>
                </a:lnTo>
                <a:lnTo>
                  <a:pt x="145829" y="2699996"/>
                </a:lnTo>
                <a:lnTo>
                  <a:pt x="147113" y="2721871"/>
                </a:lnTo>
                <a:lnTo>
                  <a:pt x="158968" y="2756758"/>
                </a:lnTo>
                <a:lnTo>
                  <a:pt x="174661" y="2780016"/>
                </a:lnTo>
                <a:lnTo>
                  <a:pt x="186474" y="2791067"/>
                </a:lnTo>
                <a:lnTo>
                  <a:pt x="212131" y="2803451"/>
                </a:lnTo>
                <a:lnTo>
                  <a:pt x="237280" y="2810119"/>
                </a:lnTo>
                <a:lnTo>
                  <a:pt x="262429" y="2810881"/>
                </a:lnTo>
                <a:lnTo>
                  <a:pt x="281468" y="2816484"/>
                </a:lnTo>
                <a:lnTo>
                  <a:pt x="327589" y="2816216"/>
                </a:lnTo>
                <a:lnTo>
                  <a:pt x="342069" y="2810881"/>
                </a:lnTo>
                <a:lnTo>
                  <a:pt x="383222" y="2810119"/>
                </a:lnTo>
                <a:lnTo>
                  <a:pt x="395415" y="2804784"/>
                </a:lnTo>
                <a:lnTo>
                  <a:pt x="415230" y="2804022"/>
                </a:lnTo>
                <a:lnTo>
                  <a:pt x="429329" y="2798688"/>
                </a:lnTo>
                <a:lnTo>
                  <a:pt x="497155" y="2797925"/>
                </a:lnTo>
                <a:lnTo>
                  <a:pt x="512016" y="2792591"/>
                </a:lnTo>
                <a:lnTo>
                  <a:pt x="542500" y="2792591"/>
                </a:lnTo>
                <a:lnTo>
                  <a:pt x="584034" y="2809547"/>
                </a:lnTo>
                <a:lnTo>
                  <a:pt x="689966" y="2835840"/>
                </a:lnTo>
                <a:lnTo>
                  <a:pt x="717401" y="2849176"/>
                </a:lnTo>
                <a:lnTo>
                  <a:pt x="731500" y="2862323"/>
                </a:lnTo>
                <a:lnTo>
                  <a:pt x="731881" y="2993022"/>
                </a:lnTo>
                <a:lnTo>
                  <a:pt x="737216" y="3011313"/>
                </a:lnTo>
                <a:lnTo>
                  <a:pt x="737978" y="3036462"/>
                </a:lnTo>
                <a:lnTo>
                  <a:pt x="745274" y="3058097"/>
                </a:lnTo>
                <a:lnTo>
                  <a:pt x="766500" y="3094113"/>
                </a:lnTo>
                <a:lnTo>
                  <a:pt x="773274" y="3118726"/>
                </a:lnTo>
                <a:lnTo>
                  <a:pt x="774558" y="3146204"/>
                </a:lnTo>
                <a:lnTo>
                  <a:pt x="779893" y="3158778"/>
                </a:lnTo>
                <a:lnTo>
                  <a:pt x="780274" y="3203742"/>
                </a:lnTo>
                <a:lnTo>
                  <a:pt x="804661" y="3227176"/>
                </a:lnTo>
                <a:lnTo>
                  <a:pt x="825047" y="3241466"/>
                </a:lnTo>
                <a:lnTo>
                  <a:pt x="856935" y="3254661"/>
                </a:lnTo>
                <a:lnTo>
                  <a:pt x="892613" y="3254661"/>
                </a:lnTo>
                <a:lnTo>
                  <a:pt x="922871" y="3242468"/>
                </a:lnTo>
                <a:lnTo>
                  <a:pt x="935742" y="3232511"/>
                </a:lnTo>
                <a:lnTo>
                  <a:pt x="985194" y="3217403"/>
                </a:lnTo>
                <a:lnTo>
                  <a:pt x="1020419" y="3199790"/>
                </a:lnTo>
                <a:lnTo>
                  <a:pt x="1034052" y="3189262"/>
                </a:lnTo>
                <a:lnTo>
                  <a:pt x="1057452" y="3187597"/>
                </a:lnTo>
                <a:lnTo>
                  <a:pt x="1082855" y="3173935"/>
                </a:lnTo>
                <a:lnTo>
                  <a:pt x="1125419" y="3138145"/>
                </a:lnTo>
                <a:lnTo>
                  <a:pt x="1130387" y="3129113"/>
                </a:lnTo>
                <a:lnTo>
                  <a:pt x="1166629" y="3120419"/>
                </a:lnTo>
                <a:lnTo>
                  <a:pt x="1201904" y="3087713"/>
                </a:lnTo>
                <a:lnTo>
                  <a:pt x="1216871" y="3083274"/>
                </a:lnTo>
                <a:lnTo>
                  <a:pt x="1235274" y="3071532"/>
                </a:lnTo>
                <a:lnTo>
                  <a:pt x="1268016" y="3033032"/>
                </a:lnTo>
                <a:lnTo>
                  <a:pt x="1267903" y="2987532"/>
                </a:lnTo>
                <a:lnTo>
                  <a:pt x="1260967" y="2955679"/>
                </a:lnTo>
                <a:lnTo>
                  <a:pt x="1254870" y="2941581"/>
                </a:lnTo>
                <a:lnTo>
                  <a:pt x="1242218" y="2917363"/>
                </a:lnTo>
                <a:lnTo>
                  <a:pt x="1228860" y="2902558"/>
                </a:lnTo>
                <a:lnTo>
                  <a:pt x="1203435" y="2890661"/>
                </a:lnTo>
                <a:lnTo>
                  <a:pt x="1164752" y="2889377"/>
                </a:lnTo>
                <a:lnTo>
                  <a:pt x="1142694" y="2878468"/>
                </a:lnTo>
                <a:lnTo>
                  <a:pt x="1115216" y="2877183"/>
                </a:lnTo>
                <a:lnTo>
                  <a:pt x="1104165" y="2871849"/>
                </a:lnTo>
                <a:lnTo>
                  <a:pt x="1082290" y="2870565"/>
                </a:lnTo>
                <a:lnTo>
                  <a:pt x="1064452" y="2860855"/>
                </a:lnTo>
                <a:lnTo>
                  <a:pt x="1039387" y="2852225"/>
                </a:lnTo>
                <a:lnTo>
                  <a:pt x="953355" y="2793113"/>
                </a:lnTo>
                <a:lnTo>
                  <a:pt x="936419" y="2785210"/>
                </a:lnTo>
                <a:lnTo>
                  <a:pt x="923548" y="2775253"/>
                </a:lnTo>
                <a:lnTo>
                  <a:pt x="899796" y="2766679"/>
                </a:lnTo>
                <a:lnTo>
                  <a:pt x="885063" y="2751946"/>
                </a:lnTo>
                <a:lnTo>
                  <a:pt x="877935" y="2731919"/>
                </a:lnTo>
                <a:lnTo>
                  <a:pt x="878204" y="2696567"/>
                </a:lnTo>
                <a:lnTo>
                  <a:pt x="882014" y="2685516"/>
                </a:lnTo>
                <a:lnTo>
                  <a:pt x="878585" y="2675799"/>
                </a:lnTo>
                <a:lnTo>
                  <a:pt x="883538" y="2661891"/>
                </a:lnTo>
                <a:lnTo>
                  <a:pt x="884823" y="2595194"/>
                </a:lnTo>
                <a:lnTo>
                  <a:pt x="892683" y="2573869"/>
                </a:lnTo>
                <a:lnTo>
                  <a:pt x="918129" y="2547887"/>
                </a:lnTo>
                <a:lnTo>
                  <a:pt x="947258" y="2535242"/>
                </a:lnTo>
                <a:lnTo>
                  <a:pt x="1016919" y="2487935"/>
                </a:lnTo>
                <a:lnTo>
                  <a:pt x="1039768" y="2481655"/>
                </a:lnTo>
                <a:lnTo>
                  <a:pt x="1123274" y="2480371"/>
                </a:lnTo>
                <a:lnTo>
                  <a:pt x="1151034" y="2470033"/>
                </a:lnTo>
                <a:lnTo>
                  <a:pt x="1184750" y="2462137"/>
                </a:lnTo>
                <a:lnTo>
                  <a:pt x="1212658" y="2433742"/>
                </a:lnTo>
                <a:lnTo>
                  <a:pt x="1218289" y="2421450"/>
                </a:lnTo>
                <a:lnTo>
                  <a:pt x="1220823" y="2405177"/>
                </a:lnTo>
                <a:lnTo>
                  <a:pt x="1236629" y="2374129"/>
                </a:lnTo>
                <a:lnTo>
                  <a:pt x="1237419" y="2344661"/>
                </a:lnTo>
                <a:lnTo>
                  <a:pt x="1225452" y="2306952"/>
                </a:lnTo>
                <a:lnTo>
                  <a:pt x="1231435" y="2228258"/>
                </a:lnTo>
                <a:lnTo>
                  <a:pt x="1207676" y="2198522"/>
                </a:lnTo>
                <a:lnTo>
                  <a:pt x="1198094" y="2190153"/>
                </a:lnTo>
                <a:lnTo>
                  <a:pt x="1185032" y="2187048"/>
                </a:lnTo>
                <a:lnTo>
                  <a:pt x="1155903" y="2171919"/>
                </a:lnTo>
                <a:lnTo>
                  <a:pt x="1131516" y="2163339"/>
                </a:lnTo>
                <a:lnTo>
                  <a:pt x="1118645" y="2152048"/>
                </a:lnTo>
                <a:lnTo>
                  <a:pt x="1051581" y="2152048"/>
                </a:lnTo>
                <a:lnTo>
                  <a:pt x="1035196" y="2167481"/>
                </a:lnTo>
                <a:lnTo>
                  <a:pt x="998629" y="2192242"/>
                </a:lnTo>
                <a:lnTo>
                  <a:pt x="972944" y="2201782"/>
                </a:lnTo>
                <a:lnTo>
                  <a:pt x="962020" y="2211259"/>
                </a:lnTo>
                <a:lnTo>
                  <a:pt x="945790" y="2246774"/>
                </a:lnTo>
                <a:lnTo>
                  <a:pt x="944506" y="2268649"/>
                </a:lnTo>
                <a:lnTo>
                  <a:pt x="939171" y="2279319"/>
                </a:lnTo>
                <a:lnTo>
                  <a:pt x="938409" y="2299133"/>
                </a:lnTo>
                <a:lnTo>
                  <a:pt x="929744" y="2314784"/>
                </a:lnTo>
                <a:lnTo>
                  <a:pt x="890016" y="2353242"/>
                </a:lnTo>
                <a:lnTo>
                  <a:pt x="866772" y="2364483"/>
                </a:lnTo>
                <a:lnTo>
                  <a:pt x="851340" y="2364673"/>
                </a:lnTo>
                <a:lnTo>
                  <a:pt x="837516" y="2354145"/>
                </a:lnTo>
                <a:lnTo>
                  <a:pt x="783097" y="2323661"/>
                </a:lnTo>
                <a:lnTo>
                  <a:pt x="761222" y="2322377"/>
                </a:lnTo>
                <a:lnTo>
                  <a:pt x="750171" y="2317042"/>
                </a:lnTo>
                <a:lnTo>
                  <a:pt x="725022" y="2316280"/>
                </a:lnTo>
                <a:lnTo>
                  <a:pt x="710839" y="2309661"/>
                </a:lnTo>
                <a:lnTo>
                  <a:pt x="679452" y="2290468"/>
                </a:lnTo>
                <a:lnTo>
                  <a:pt x="606516" y="2231306"/>
                </a:lnTo>
                <a:lnTo>
                  <a:pt x="578700" y="2230925"/>
                </a:lnTo>
                <a:lnTo>
                  <a:pt x="540538" y="2218421"/>
                </a:lnTo>
                <a:lnTo>
                  <a:pt x="486839" y="2154984"/>
                </a:lnTo>
                <a:lnTo>
                  <a:pt x="467088" y="2135804"/>
                </a:lnTo>
                <a:lnTo>
                  <a:pt x="404645" y="2113887"/>
                </a:lnTo>
                <a:lnTo>
                  <a:pt x="367599" y="2089175"/>
                </a:lnTo>
                <a:lnTo>
                  <a:pt x="337115" y="2046307"/>
                </a:lnTo>
                <a:lnTo>
                  <a:pt x="320158" y="2012966"/>
                </a:lnTo>
                <a:lnTo>
                  <a:pt x="288531" y="1969145"/>
                </a:lnTo>
                <a:lnTo>
                  <a:pt x="265097" y="1944758"/>
                </a:lnTo>
                <a:lnTo>
                  <a:pt x="250758" y="1944306"/>
                </a:lnTo>
                <a:lnTo>
                  <a:pt x="236243" y="1938781"/>
                </a:lnTo>
                <a:lnTo>
                  <a:pt x="225468" y="1941710"/>
                </a:lnTo>
                <a:close/>
                <a:moveTo>
                  <a:pt x="7508" y="2155097"/>
                </a:moveTo>
                <a:lnTo>
                  <a:pt x="16653" y="2162718"/>
                </a:lnTo>
                <a:lnTo>
                  <a:pt x="10669" y="2154645"/>
                </a:lnTo>
                <a:lnTo>
                  <a:pt x="7508" y="2155097"/>
                </a:lnTo>
                <a:close/>
                <a:moveTo>
                  <a:pt x="3772266" y="2408113"/>
                </a:moveTo>
                <a:lnTo>
                  <a:pt x="3769218" y="2412685"/>
                </a:lnTo>
                <a:lnTo>
                  <a:pt x="3772266" y="2411048"/>
                </a:lnTo>
                <a:lnTo>
                  <a:pt x="3778123" y="2403914"/>
                </a:lnTo>
                <a:lnTo>
                  <a:pt x="3772266" y="2408113"/>
                </a:lnTo>
                <a:close/>
                <a:moveTo>
                  <a:pt x="187363" y="2991879"/>
                </a:moveTo>
                <a:lnTo>
                  <a:pt x="182917" y="3000382"/>
                </a:lnTo>
                <a:lnTo>
                  <a:pt x="184371" y="3009323"/>
                </a:lnTo>
                <a:lnTo>
                  <a:pt x="192952" y="3023887"/>
                </a:lnTo>
                <a:lnTo>
                  <a:pt x="204764" y="3034938"/>
                </a:lnTo>
                <a:lnTo>
                  <a:pt x="209026" y="3035615"/>
                </a:lnTo>
                <a:lnTo>
                  <a:pt x="217847" y="3026935"/>
                </a:lnTo>
                <a:lnTo>
                  <a:pt x="207368" y="3003310"/>
                </a:lnTo>
                <a:lnTo>
                  <a:pt x="211750" y="2988831"/>
                </a:lnTo>
                <a:lnTo>
                  <a:pt x="195153" y="2987476"/>
                </a:lnTo>
                <a:lnTo>
                  <a:pt x="187363" y="2991879"/>
                </a:lnTo>
                <a:close/>
                <a:moveTo>
                  <a:pt x="568411" y="3020839"/>
                </a:moveTo>
                <a:lnTo>
                  <a:pt x="577556" y="3028460"/>
                </a:lnTo>
                <a:lnTo>
                  <a:pt x="571573" y="3020387"/>
                </a:lnTo>
                <a:lnTo>
                  <a:pt x="568411" y="3020839"/>
                </a:lnTo>
                <a:close/>
                <a:moveTo>
                  <a:pt x="469339" y="3063516"/>
                </a:moveTo>
                <a:lnTo>
                  <a:pt x="463242" y="3072661"/>
                </a:lnTo>
                <a:lnTo>
                  <a:pt x="472387" y="3083331"/>
                </a:lnTo>
                <a:lnTo>
                  <a:pt x="485653" y="3077065"/>
                </a:lnTo>
                <a:lnTo>
                  <a:pt x="492202" y="3069613"/>
                </a:lnTo>
                <a:lnTo>
                  <a:pt x="478484" y="3055895"/>
                </a:lnTo>
                <a:lnTo>
                  <a:pt x="469339" y="3063516"/>
                </a:lnTo>
                <a:close/>
                <a:moveTo>
                  <a:pt x="234613" y="3072661"/>
                </a:moveTo>
                <a:lnTo>
                  <a:pt x="232814" y="3082681"/>
                </a:lnTo>
                <a:lnTo>
                  <a:pt x="241091" y="3097429"/>
                </a:lnTo>
                <a:lnTo>
                  <a:pt x="248542" y="3101042"/>
                </a:lnTo>
                <a:lnTo>
                  <a:pt x="255486" y="3092800"/>
                </a:lnTo>
                <a:lnTo>
                  <a:pt x="254999" y="3087903"/>
                </a:lnTo>
                <a:lnTo>
                  <a:pt x="242446" y="3068667"/>
                </a:lnTo>
                <a:lnTo>
                  <a:pt x="234613" y="3072661"/>
                </a:lnTo>
                <a:close/>
                <a:moveTo>
                  <a:pt x="399226" y="3097048"/>
                </a:moveTo>
                <a:lnTo>
                  <a:pt x="391732" y="3106963"/>
                </a:lnTo>
                <a:lnTo>
                  <a:pt x="403163" y="3115219"/>
                </a:lnTo>
                <a:lnTo>
                  <a:pt x="413339" y="3112855"/>
                </a:lnTo>
                <a:lnTo>
                  <a:pt x="425137" y="3100097"/>
                </a:lnTo>
                <a:lnTo>
                  <a:pt x="419675" y="3093245"/>
                </a:lnTo>
                <a:lnTo>
                  <a:pt x="413579" y="3091072"/>
                </a:lnTo>
                <a:lnTo>
                  <a:pt x="405323" y="3092285"/>
                </a:lnTo>
                <a:lnTo>
                  <a:pt x="399226" y="3097048"/>
                </a:lnTo>
                <a:close/>
                <a:moveTo>
                  <a:pt x="351976" y="3119911"/>
                </a:moveTo>
                <a:lnTo>
                  <a:pt x="348927" y="3124484"/>
                </a:lnTo>
                <a:lnTo>
                  <a:pt x="355455" y="3131646"/>
                </a:lnTo>
                <a:lnTo>
                  <a:pt x="363711" y="3125578"/>
                </a:lnTo>
                <a:lnTo>
                  <a:pt x="357642" y="3117322"/>
                </a:lnTo>
                <a:lnTo>
                  <a:pt x="351976" y="3119911"/>
                </a:lnTo>
                <a:close/>
                <a:moveTo>
                  <a:pt x="272718" y="3132105"/>
                </a:moveTo>
                <a:lnTo>
                  <a:pt x="270177" y="3138258"/>
                </a:lnTo>
                <a:lnTo>
                  <a:pt x="280000" y="3145766"/>
                </a:lnTo>
                <a:lnTo>
                  <a:pt x="289907" y="3143797"/>
                </a:lnTo>
                <a:lnTo>
                  <a:pt x="297105" y="3136677"/>
                </a:lnTo>
                <a:lnTo>
                  <a:pt x="278137" y="3129621"/>
                </a:lnTo>
                <a:lnTo>
                  <a:pt x="272718" y="3132105"/>
                </a:lnTo>
                <a:close/>
                <a:moveTo>
                  <a:pt x="207177" y="3417129"/>
                </a:moveTo>
                <a:lnTo>
                  <a:pt x="186516" y="3427177"/>
                </a:lnTo>
                <a:lnTo>
                  <a:pt x="173645" y="3437134"/>
                </a:lnTo>
                <a:lnTo>
                  <a:pt x="129444" y="3452948"/>
                </a:lnTo>
                <a:lnTo>
                  <a:pt x="107533" y="3475048"/>
                </a:lnTo>
                <a:lnTo>
                  <a:pt x="98339" y="3490516"/>
                </a:lnTo>
                <a:lnTo>
                  <a:pt x="97054" y="3512391"/>
                </a:lnTo>
                <a:lnTo>
                  <a:pt x="91720" y="3524585"/>
                </a:lnTo>
                <a:lnTo>
                  <a:pt x="90958" y="3565738"/>
                </a:lnTo>
                <a:lnTo>
                  <a:pt x="85623" y="3578694"/>
                </a:lnTo>
                <a:lnTo>
                  <a:pt x="84861" y="3609177"/>
                </a:lnTo>
                <a:lnTo>
                  <a:pt x="79526" y="3620990"/>
                </a:lnTo>
                <a:lnTo>
                  <a:pt x="78764" y="3646139"/>
                </a:lnTo>
                <a:lnTo>
                  <a:pt x="61758" y="3685952"/>
                </a:lnTo>
                <a:lnTo>
                  <a:pt x="60474" y="3724635"/>
                </a:lnTo>
                <a:lnTo>
                  <a:pt x="55661" y="3734500"/>
                </a:lnTo>
                <a:lnTo>
                  <a:pt x="54377" y="3761978"/>
                </a:lnTo>
                <a:lnTo>
                  <a:pt x="48661" y="3776839"/>
                </a:lnTo>
                <a:lnTo>
                  <a:pt x="54306" y="3792984"/>
                </a:lnTo>
                <a:lnTo>
                  <a:pt x="54758" y="3807323"/>
                </a:lnTo>
                <a:lnTo>
                  <a:pt x="95954" y="3846225"/>
                </a:lnTo>
                <a:lnTo>
                  <a:pt x="135434" y="3865122"/>
                </a:lnTo>
                <a:lnTo>
                  <a:pt x="154593" y="3859526"/>
                </a:lnTo>
                <a:lnTo>
                  <a:pt x="222419" y="3859145"/>
                </a:lnTo>
                <a:lnTo>
                  <a:pt x="236758" y="3880935"/>
                </a:lnTo>
                <a:lnTo>
                  <a:pt x="238042" y="3914016"/>
                </a:lnTo>
                <a:lnTo>
                  <a:pt x="243377" y="3925829"/>
                </a:lnTo>
                <a:lnTo>
                  <a:pt x="244661" y="3953306"/>
                </a:lnTo>
                <a:lnTo>
                  <a:pt x="249855" y="3962790"/>
                </a:lnTo>
                <a:lnTo>
                  <a:pt x="244210" y="3975887"/>
                </a:lnTo>
                <a:lnTo>
                  <a:pt x="243758" y="3990226"/>
                </a:lnTo>
                <a:lnTo>
                  <a:pt x="223181" y="4011755"/>
                </a:lnTo>
                <a:lnTo>
                  <a:pt x="217466" y="4021853"/>
                </a:lnTo>
                <a:lnTo>
                  <a:pt x="197242" y="4037081"/>
                </a:lnTo>
                <a:lnTo>
                  <a:pt x="190792" y="4063387"/>
                </a:lnTo>
                <a:lnTo>
                  <a:pt x="194603" y="4073675"/>
                </a:lnTo>
                <a:lnTo>
                  <a:pt x="195365" y="4103016"/>
                </a:lnTo>
                <a:lnTo>
                  <a:pt x="200700" y="4114448"/>
                </a:lnTo>
                <a:lnTo>
                  <a:pt x="201462" y="4134262"/>
                </a:lnTo>
                <a:lnTo>
                  <a:pt x="208081" y="4148629"/>
                </a:lnTo>
                <a:lnTo>
                  <a:pt x="228968" y="4156984"/>
                </a:lnTo>
                <a:lnTo>
                  <a:pt x="546882" y="4158268"/>
                </a:lnTo>
                <a:lnTo>
                  <a:pt x="570578" y="4159651"/>
                </a:lnTo>
                <a:lnTo>
                  <a:pt x="580887" y="4163871"/>
                </a:lnTo>
                <a:lnTo>
                  <a:pt x="600984" y="4162629"/>
                </a:lnTo>
                <a:lnTo>
                  <a:pt x="608421" y="4154648"/>
                </a:lnTo>
                <a:lnTo>
                  <a:pt x="622711" y="4112161"/>
                </a:lnTo>
                <a:lnTo>
                  <a:pt x="640048" y="4087774"/>
                </a:lnTo>
                <a:lnTo>
                  <a:pt x="639145" y="4039677"/>
                </a:lnTo>
                <a:lnTo>
                  <a:pt x="630099" y="4024203"/>
                </a:lnTo>
                <a:lnTo>
                  <a:pt x="594661" y="3988194"/>
                </a:lnTo>
                <a:lnTo>
                  <a:pt x="564791" y="3964696"/>
                </a:lnTo>
                <a:lnTo>
                  <a:pt x="526115" y="3942595"/>
                </a:lnTo>
                <a:lnTo>
                  <a:pt x="507274" y="3916839"/>
                </a:lnTo>
                <a:lnTo>
                  <a:pt x="494678" y="3884675"/>
                </a:lnTo>
                <a:lnTo>
                  <a:pt x="492145" y="3868403"/>
                </a:lnTo>
                <a:lnTo>
                  <a:pt x="482485" y="3848095"/>
                </a:lnTo>
                <a:lnTo>
                  <a:pt x="463623" y="3772647"/>
                </a:lnTo>
                <a:lnTo>
                  <a:pt x="464145" y="3722758"/>
                </a:lnTo>
                <a:lnTo>
                  <a:pt x="470919" y="3697694"/>
                </a:lnTo>
                <a:lnTo>
                  <a:pt x="510435" y="3619000"/>
                </a:lnTo>
                <a:lnTo>
                  <a:pt x="523758" y="3580613"/>
                </a:lnTo>
                <a:lnTo>
                  <a:pt x="517160" y="3563452"/>
                </a:lnTo>
                <a:lnTo>
                  <a:pt x="506484" y="3547306"/>
                </a:lnTo>
                <a:lnTo>
                  <a:pt x="444571" y="3482860"/>
                </a:lnTo>
                <a:lnTo>
                  <a:pt x="430853" y="3464760"/>
                </a:lnTo>
                <a:lnTo>
                  <a:pt x="399903" y="3446145"/>
                </a:lnTo>
                <a:lnTo>
                  <a:pt x="361968" y="3433274"/>
                </a:lnTo>
                <a:lnTo>
                  <a:pt x="314548" y="3431468"/>
                </a:lnTo>
                <a:lnTo>
                  <a:pt x="270290" y="3414984"/>
                </a:lnTo>
                <a:lnTo>
                  <a:pt x="220500" y="3414194"/>
                </a:lnTo>
                <a:lnTo>
                  <a:pt x="207177" y="3417129"/>
                </a:lnTo>
                <a:close/>
                <a:moveTo>
                  <a:pt x="969274" y="3520774"/>
                </a:moveTo>
                <a:lnTo>
                  <a:pt x="972323" y="3534492"/>
                </a:lnTo>
                <a:lnTo>
                  <a:pt x="979944" y="3526871"/>
                </a:lnTo>
                <a:lnTo>
                  <a:pt x="973416" y="3519709"/>
                </a:lnTo>
                <a:lnTo>
                  <a:pt x="969274" y="3520774"/>
                </a:lnTo>
                <a:close/>
                <a:moveTo>
                  <a:pt x="626331" y="4223427"/>
                </a:moveTo>
                <a:lnTo>
                  <a:pt x="620234" y="4241718"/>
                </a:lnTo>
                <a:lnTo>
                  <a:pt x="592290" y="4248435"/>
                </a:lnTo>
                <a:lnTo>
                  <a:pt x="202795" y="4248958"/>
                </a:lnTo>
                <a:lnTo>
                  <a:pt x="161452" y="4245147"/>
                </a:lnTo>
                <a:lnTo>
                  <a:pt x="150401" y="4248958"/>
                </a:lnTo>
                <a:lnTo>
                  <a:pt x="121738" y="4249325"/>
                </a:lnTo>
                <a:lnTo>
                  <a:pt x="107258" y="4248435"/>
                </a:lnTo>
                <a:lnTo>
                  <a:pt x="97817" y="4243623"/>
                </a:lnTo>
                <a:lnTo>
                  <a:pt x="71334" y="4243814"/>
                </a:lnTo>
                <a:lnTo>
                  <a:pt x="62887" y="4250919"/>
                </a:lnTo>
                <a:lnTo>
                  <a:pt x="59274" y="4265258"/>
                </a:lnTo>
                <a:lnTo>
                  <a:pt x="49565" y="4283210"/>
                </a:lnTo>
                <a:lnTo>
                  <a:pt x="48280" y="4310688"/>
                </a:lnTo>
                <a:lnTo>
                  <a:pt x="42684" y="4327178"/>
                </a:lnTo>
                <a:lnTo>
                  <a:pt x="49614" y="4343839"/>
                </a:lnTo>
                <a:lnTo>
                  <a:pt x="61984" y="4362242"/>
                </a:lnTo>
                <a:lnTo>
                  <a:pt x="81925" y="4381421"/>
                </a:lnTo>
                <a:lnTo>
                  <a:pt x="96292" y="4388612"/>
                </a:lnTo>
                <a:lnTo>
                  <a:pt x="121442" y="4395280"/>
                </a:lnTo>
                <a:lnTo>
                  <a:pt x="143500" y="4395548"/>
                </a:lnTo>
                <a:lnTo>
                  <a:pt x="182790" y="4383849"/>
                </a:lnTo>
                <a:lnTo>
                  <a:pt x="213274" y="4383849"/>
                </a:lnTo>
                <a:lnTo>
                  <a:pt x="228290" y="4390919"/>
                </a:lnTo>
                <a:lnTo>
                  <a:pt x="259000" y="4412999"/>
                </a:lnTo>
                <a:lnTo>
                  <a:pt x="292194" y="4425694"/>
                </a:lnTo>
                <a:lnTo>
                  <a:pt x="312728" y="4420429"/>
                </a:lnTo>
                <a:lnTo>
                  <a:pt x="354389" y="4420063"/>
                </a:lnTo>
                <a:lnTo>
                  <a:pt x="373823" y="4420952"/>
                </a:lnTo>
                <a:lnTo>
                  <a:pt x="383603" y="4425764"/>
                </a:lnTo>
                <a:lnTo>
                  <a:pt x="408752" y="4426526"/>
                </a:lnTo>
                <a:lnTo>
                  <a:pt x="454774" y="4439919"/>
                </a:lnTo>
                <a:lnTo>
                  <a:pt x="502984" y="4467242"/>
                </a:lnTo>
                <a:lnTo>
                  <a:pt x="531210" y="4474468"/>
                </a:lnTo>
                <a:lnTo>
                  <a:pt x="541597" y="4474468"/>
                </a:lnTo>
                <a:lnTo>
                  <a:pt x="560339" y="4464645"/>
                </a:lnTo>
                <a:lnTo>
                  <a:pt x="610708" y="4416809"/>
                </a:lnTo>
                <a:lnTo>
                  <a:pt x="636047" y="4397567"/>
                </a:lnTo>
                <a:lnTo>
                  <a:pt x="660710" y="4385048"/>
                </a:lnTo>
                <a:lnTo>
                  <a:pt x="703387" y="4370371"/>
                </a:lnTo>
                <a:lnTo>
                  <a:pt x="726546" y="4354127"/>
                </a:lnTo>
                <a:lnTo>
                  <a:pt x="736694" y="4337290"/>
                </a:lnTo>
                <a:lnTo>
                  <a:pt x="736694" y="4301613"/>
                </a:lnTo>
                <a:lnTo>
                  <a:pt x="711876" y="4263438"/>
                </a:lnTo>
                <a:lnTo>
                  <a:pt x="697290" y="4253855"/>
                </a:lnTo>
                <a:lnTo>
                  <a:pt x="692548" y="4244823"/>
                </a:lnTo>
                <a:lnTo>
                  <a:pt x="655065" y="4219758"/>
                </a:lnTo>
                <a:lnTo>
                  <a:pt x="635024" y="4219024"/>
                </a:lnTo>
                <a:lnTo>
                  <a:pt x="626331" y="4223427"/>
                </a:lnTo>
                <a:close/>
              </a:path>
            </a:pathLst>
          </a:custGeom>
          <a:solidFill>
            <a:srgbClr val="CA762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marker"/>
          <p:cNvSpPr/>
          <p:nvPr/>
        </p:nvSpPr>
        <p:spPr>
          <a:xfrm>
            <a:off x="576000" y="1080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hero: ГЕОГРАФИЯ"/>
          <p:cNvSpPr txBox="1"/>
          <p:nvPr/>
        </p:nvSpPr>
        <p:spPr>
          <a:xfrm>
            <a:off x="576000" y="1360575"/>
            <a:ext cx="6336000" cy="967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 spc="-60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ГЕОГРАФИЯ</a:t>
            </a:r>
          </a:p>
          <a:p>
            <a:pPr algn="l">
              <a:lnSpc>
                <a:spcPts val="3360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 spc="-60">
                <a:solidFill>
                  <a:srgbClr val="F7F5F1"/>
                </a:solidFill>
                <a:latin typeface="Unbounded"/>
                <a:ea typeface="Unbounded"/>
                <a:cs typeface="Unbounded"/>
              </a:rPr>
              <a:t>ПРОЕКТОВ</a:t>
            </a:r>
          </a:p>
        </p:txBody>
      </p:sp>
      <p:sp>
        <p:nvSpPr>
          <p:cNvPr id="7" name="folio: 28"/>
          <p:cNvSpPr txBox="1"/>
          <p:nvPr/>
        </p:nvSpPr>
        <p:spPr>
          <a:xfrm>
            <a:off x="576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B0A9C4"/>
                </a:solidFill>
                <a:latin typeface="Onest SemiBold"/>
                <a:ea typeface="Onest SemiBold"/>
                <a:cs typeface="Onest SemiBold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map"/>
          <p:cNvSpPr/>
          <p:nvPr/>
        </p:nvSpPr>
        <p:spPr>
          <a:xfrm>
            <a:off x="-7560000" y="3418952"/>
            <a:ext cx="7560000" cy="6303952"/>
          </a:xfrm>
          <a:custGeom>
            <a:avLst/>
            <a:gdLst/>
            <a:ahLst/>
            <a:cxnLst/>
            <a:rect l="0" t="0" r="r" b="b"/>
            <a:pathLst>
              <a:path w="7560000" h="6303952">
                <a:moveTo>
                  <a:pt x="6188226" y="2935"/>
                </a:moveTo>
                <a:lnTo>
                  <a:pt x="6182891" y="5603"/>
                </a:lnTo>
                <a:lnTo>
                  <a:pt x="6163077" y="6365"/>
                </a:lnTo>
                <a:lnTo>
                  <a:pt x="6080968" y="29468"/>
                </a:lnTo>
                <a:lnTo>
                  <a:pt x="6042284" y="30752"/>
                </a:lnTo>
                <a:lnTo>
                  <a:pt x="6005894" y="41802"/>
                </a:lnTo>
                <a:lnTo>
                  <a:pt x="5996177" y="38373"/>
                </a:lnTo>
                <a:lnTo>
                  <a:pt x="5981698" y="42183"/>
                </a:lnTo>
                <a:lnTo>
                  <a:pt x="5910823" y="42946"/>
                </a:lnTo>
                <a:lnTo>
                  <a:pt x="5895200" y="48280"/>
                </a:lnTo>
                <a:lnTo>
                  <a:pt x="5859381" y="49042"/>
                </a:lnTo>
                <a:lnTo>
                  <a:pt x="5844139" y="54377"/>
                </a:lnTo>
                <a:lnTo>
                  <a:pt x="5776312" y="55139"/>
                </a:lnTo>
                <a:lnTo>
                  <a:pt x="5762023" y="60093"/>
                </a:lnTo>
                <a:lnTo>
                  <a:pt x="5752306" y="56663"/>
                </a:lnTo>
                <a:lnTo>
                  <a:pt x="5724871" y="66571"/>
                </a:lnTo>
                <a:lnTo>
                  <a:pt x="5694387" y="67333"/>
                </a:lnTo>
                <a:lnTo>
                  <a:pt x="5681812" y="72667"/>
                </a:lnTo>
                <a:lnTo>
                  <a:pt x="5645994" y="73429"/>
                </a:lnTo>
                <a:lnTo>
                  <a:pt x="5593452" y="90435"/>
                </a:lnTo>
                <a:lnTo>
                  <a:pt x="5563645" y="92242"/>
                </a:lnTo>
                <a:lnTo>
                  <a:pt x="5533500" y="108048"/>
                </a:lnTo>
                <a:lnTo>
                  <a:pt x="5518710" y="112113"/>
                </a:lnTo>
                <a:lnTo>
                  <a:pt x="5416758" y="187532"/>
                </a:lnTo>
                <a:lnTo>
                  <a:pt x="5396788" y="197842"/>
                </a:lnTo>
                <a:lnTo>
                  <a:pt x="5265517" y="298629"/>
                </a:lnTo>
                <a:lnTo>
                  <a:pt x="5201882" y="354834"/>
                </a:lnTo>
                <a:lnTo>
                  <a:pt x="5161265" y="400679"/>
                </a:lnTo>
                <a:lnTo>
                  <a:pt x="5136419" y="412887"/>
                </a:lnTo>
                <a:lnTo>
                  <a:pt x="5098032" y="423048"/>
                </a:lnTo>
                <a:lnTo>
                  <a:pt x="5075677" y="440323"/>
                </a:lnTo>
                <a:lnTo>
                  <a:pt x="4980683" y="532783"/>
                </a:lnTo>
                <a:lnTo>
                  <a:pt x="4938197" y="569173"/>
                </a:lnTo>
                <a:lnTo>
                  <a:pt x="4914995" y="584938"/>
                </a:lnTo>
                <a:lnTo>
                  <a:pt x="4902950" y="590322"/>
                </a:lnTo>
                <a:lnTo>
                  <a:pt x="4886677" y="592855"/>
                </a:lnTo>
                <a:lnTo>
                  <a:pt x="4851071" y="610256"/>
                </a:lnTo>
                <a:lnTo>
                  <a:pt x="4830550" y="636047"/>
                </a:lnTo>
                <a:lnTo>
                  <a:pt x="4811935" y="679790"/>
                </a:lnTo>
                <a:lnTo>
                  <a:pt x="4805161" y="705419"/>
                </a:lnTo>
                <a:lnTo>
                  <a:pt x="4804639" y="783323"/>
                </a:lnTo>
                <a:lnTo>
                  <a:pt x="4809974" y="797802"/>
                </a:lnTo>
                <a:lnTo>
                  <a:pt x="4811258" y="819677"/>
                </a:lnTo>
                <a:lnTo>
                  <a:pt x="4822167" y="846577"/>
                </a:lnTo>
                <a:lnTo>
                  <a:pt x="4822929" y="866391"/>
                </a:lnTo>
                <a:lnTo>
                  <a:pt x="4834361" y="901829"/>
                </a:lnTo>
                <a:lnTo>
                  <a:pt x="4835123" y="926978"/>
                </a:lnTo>
                <a:lnTo>
                  <a:pt x="4840458" y="938409"/>
                </a:lnTo>
                <a:lnTo>
                  <a:pt x="4841742" y="965887"/>
                </a:lnTo>
                <a:lnTo>
                  <a:pt x="4863328" y="999765"/>
                </a:lnTo>
                <a:lnTo>
                  <a:pt x="4913993" y="1050430"/>
                </a:lnTo>
                <a:lnTo>
                  <a:pt x="5010433" y="1121334"/>
                </a:lnTo>
                <a:lnTo>
                  <a:pt x="5033452" y="1132984"/>
                </a:lnTo>
                <a:lnTo>
                  <a:pt x="5040452" y="1133774"/>
                </a:lnTo>
                <a:lnTo>
                  <a:pt x="5075000" y="1132984"/>
                </a:lnTo>
                <a:lnTo>
                  <a:pt x="5090919" y="1124177"/>
                </a:lnTo>
                <a:lnTo>
                  <a:pt x="5103000" y="1112548"/>
                </a:lnTo>
                <a:lnTo>
                  <a:pt x="5102619" y="1061869"/>
                </a:lnTo>
                <a:lnTo>
                  <a:pt x="5097284" y="1045865"/>
                </a:lnTo>
                <a:lnTo>
                  <a:pt x="5096522" y="978038"/>
                </a:lnTo>
                <a:lnTo>
                  <a:pt x="5091188" y="956700"/>
                </a:lnTo>
                <a:lnTo>
                  <a:pt x="5091710" y="828371"/>
                </a:lnTo>
                <a:lnTo>
                  <a:pt x="5112336" y="774749"/>
                </a:lnTo>
                <a:lnTo>
                  <a:pt x="5182371" y="697855"/>
                </a:lnTo>
                <a:lnTo>
                  <a:pt x="5263090" y="618279"/>
                </a:lnTo>
                <a:lnTo>
                  <a:pt x="5357258" y="545774"/>
                </a:lnTo>
                <a:lnTo>
                  <a:pt x="5397452" y="508742"/>
                </a:lnTo>
                <a:lnTo>
                  <a:pt x="5415184" y="499223"/>
                </a:lnTo>
                <a:lnTo>
                  <a:pt x="5464805" y="459050"/>
                </a:lnTo>
                <a:lnTo>
                  <a:pt x="5483823" y="449694"/>
                </a:lnTo>
                <a:lnTo>
                  <a:pt x="5514532" y="427614"/>
                </a:lnTo>
                <a:lnTo>
                  <a:pt x="5550435" y="409952"/>
                </a:lnTo>
                <a:lnTo>
                  <a:pt x="5563306" y="407037"/>
                </a:lnTo>
                <a:lnTo>
                  <a:pt x="5576177" y="397081"/>
                </a:lnTo>
                <a:lnTo>
                  <a:pt x="5623597" y="373371"/>
                </a:lnTo>
                <a:lnTo>
                  <a:pt x="5637230" y="369695"/>
                </a:lnTo>
                <a:lnTo>
                  <a:pt x="5679823" y="336113"/>
                </a:lnTo>
                <a:lnTo>
                  <a:pt x="5794984" y="275195"/>
                </a:lnTo>
                <a:lnTo>
                  <a:pt x="5825806" y="262952"/>
                </a:lnTo>
                <a:lnTo>
                  <a:pt x="5853284" y="261667"/>
                </a:lnTo>
                <a:lnTo>
                  <a:pt x="5880903" y="250758"/>
                </a:lnTo>
                <a:lnTo>
                  <a:pt x="5919587" y="249474"/>
                </a:lnTo>
                <a:lnTo>
                  <a:pt x="5932542" y="244139"/>
                </a:lnTo>
                <a:lnTo>
                  <a:pt x="5968361" y="243377"/>
                </a:lnTo>
                <a:lnTo>
                  <a:pt x="5981839" y="238113"/>
                </a:lnTo>
                <a:lnTo>
                  <a:pt x="5993806" y="237323"/>
                </a:lnTo>
                <a:lnTo>
                  <a:pt x="6025871" y="215306"/>
                </a:lnTo>
                <a:lnTo>
                  <a:pt x="6039807" y="221276"/>
                </a:lnTo>
                <a:lnTo>
                  <a:pt x="6051048" y="231565"/>
                </a:lnTo>
                <a:lnTo>
                  <a:pt x="6086161" y="231452"/>
                </a:lnTo>
                <a:lnTo>
                  <a:pt x="6140595" y="218418"/>
                </a:lnTo>
                <a:lnTo>
                  <a:pt x="6150770" y="213394"/>
                </a:lnTo>
                <a:lnTo>
                  <a:pt x="6164714" y="219251"/>
                </a:lnTo>
                <a:lnTo>
                  <a:pt x="6191048" y="205823"/>
                </a:lnTo>
                <a:lnTo>
                  <a:pt x="6227629" y="176468"/>
                </a:lnTo>
                <a:lnTo>
                  <a:pt x="6266185" y="136556"/>
                </a:lnTo>
                <a:lnTo>
                  <a:pt x="6278774" y="99581"/>
                </a:lnTo>
                <a:lnTo>
                  <a:pt x="6279565" y="49790"/>
                </a:lnTo>
                <a:lnTo>
                  <a:pt x="6278774" y="40419"/>
                </a:lnTo>
                <a:lnTo>
                  <a:pt x="6272628" y="27323"/>
                </a:lnTo>
                <a:lnTo>
                  <a:pt x="6265452" y="13548"/>
                </a:lnTo>
                <a:lnTo>
                  <a:pt x="6258148" y="7127"/>
                </a:lnTo>
                <a:lnTo>
                  <a:pt x="6236238" y="268"/>
                </a:lnTo>
                <a:lnTo>
                  <a:pt x="6199742" y="0"/>
                </a:lnTo>
                <a:lnTo>
                  <a:pt x="6188226" y="2935"/>
                </a:lnTo>
                <a:close/>
                <a:moveTo>
                  <a:pt x="3170323" y="15129"/>
                </a:moveTo>
                <a:lnTo>
                  <a:pt x="3149936" y="18940"/>
                </a:lnTo>
                <a:lnTo>
                  <a:pt x="3127758" y="34054"/>
                </a:lnTo>
                <a:lnTo>
                  <a:pt x="3116581" y="32403"/>
                </a:lnTo>
                <a:lnTo>
                  <a:pt x="3063629" y="49614"/>
                </a:lnTo>
                <a:lnTo>
                  <a:pt x="3032411" y="69266"/>
                </a:lnTo>
                <a:lnTo>
                  <a:pt x="3002280" y="98579"/>
                </a:lnTo>
                <a:lnTo>
                  <a:pt x="2987800" y="145829"/>
                </a:lnTo>
                <a:lnTo>
                  <a:pt x="2987038" y="170978"/>
                </a:lnTo>
                <a:lnTo>
                  <a:pt x="2981704" y="182409"/>
                </a:lnTo>
                <a:lnTo>
                  <a:pt x="2980942" y="207558"/>
                </a:lnTo>
                <a:lnTo>
                  <a:pt x="2975607" y="218609"/>
                </a:lnTo>
                <a:lnTo>
                  <a:pt x="2974845" y="238423"/>
                </a:lnTo>
                <a:lnTo>
                  <a:pt x="2957839" y="277742"/>
                </a:lnTo>
                <a:lnTo>
                  <a:pt x="2956935" y="313871"/>
                </a:lnTo>
                <a:lnTo>
                  <a:pt x="2949315" y="321492"/>
                </a:lnTo>
                <a:lnTo>
                  <a:pt x="2930940" y="333446"/>
                </a:lnTo>
                <a:lnTo>
                  <a:pt x="2921032" y="335097"/>
                </a:lnTo>
                <a:lnTo>
                  <a:pt x="2880726" y="335210"/>
                </a:lnTo>
                <a:lnTo>
                  <a:pt x="2856339" y="312347"/>
                </a:lnTo>
                <a:lnTo>
                  <a:pt x="2805645" y="325274"/>
                </a:lnTo>
                <a:lnTo>
                  <a:pt x="2794418" y="337115"/>
                </a:lnTo>
                <a:lnTo>
                  <a:pt x="2769841" y="373886"/>
                </a:lnTo>
                <a:lnTo>
                  <a:pt x="2760935" y="392452"/>
                </a:lnTo>
                <a:lnTo>
                  <a:pt x="2732689" y="435806"/>
                </a:lnTo>
                <a:lnTo>
                  <a:pt x="2729259" y="448762"/>
                </a:lnTo>
                <a:lnTo>
                  <a:pt x="2709064" y="471625"/>
                </a:lnTo>
                <a:lnTo>
                  <a:pt x="2705253" y="484962"/>
                </a:lnTo>
                <a:lnTo>
                  <a:pt x="2683576" y="512926"/>
                </a:lnTo>
                <a:lnTo>
                  <a:pt x="2622523" y="573979"/>
                </a:lnTo>
                <a:lnTo>
                  <a:pt x="2593952" y="596016"/>
                </a:lnTo>
                <a:lnTo>
                  <a:pt x="2563468" y="611371"/>
                </a:lnTo>
                <a:lnTo>
                  <a:pt x="2539532" y="632145"/>
                </a:lnTo>
                <a:lnTo>
                  <a:pt x="2518920" y="643097"/>
                </a:lnTo>
                <a:lnTo>
                  <a:pt x="2503516" y="657774"/>
                </a:lnTo>
                <a:lnTo>
                  <a:pt x="2497582" y="674343"/>
                </a:lnTo>
                <a:lnTo>
                  <a:pt x="2477097" y="697742"/>
                </a:lnTo>
                <a:lnTo>
                  <a:pt x="2458334" y="728452"/>
                </a:lnTo>
                <a:lnTo>
                  <a:pt x="2449570" y="758935"/>
                </a:lnTo>
                <a:lnTo>
                  <a:pt x="2416037" y="805804"/>
                </a:lnTo>
                <a:lnTo>
                  <a:pt x="2393661" y="821371"/>
                </a:lnTo>
                <a:lnTo>
                  <a:pt x="2380113" y="824532"/>
                </a:lnTo>
                <a:lnTo>
                  <a:pt x="2360595" y="834193"/>
                </a:lnTo>
                <a:lnTo>
                  <a:pt x="2327895" y="841750"/>
                </a:lnTo>
                <a:lnTo>
                  <a:pt x="2319950" y="847332"/>
                </a:lnTo>
                <a:lnTo>
                  <a:pt x="2311630" y="863533"/>
                </a:lnTo>
                <a:lnTo>
                  <a:pt x="2293290" y="924226"/>
                </a:lnTo>
                <a:lnTo>
                  <a:pt x="2292006" y="968512"/>
                </a:lnTo>
                <a:lnTo>
                  <a:pt x="2281146" y="998615"/>
                </a:lnTo>
                <a:lnTo>
                  <a:pt x="2279241" y="1013095"/>
                </a:lnTo>
                <a:lnTo>
                  <a:pt x="2266476" y="1051771"/>
                </a:lnTo>
                <a:lnTo>
                  <a:pt x="2253901" y="1064727"/>
                </a:lnTo>
                <a:lnTo>
                  <a:pt x="2228032" y="1078113"/>
                </a:lnTo>
                <a:lnTo>
                  <a:pt x="2200554" y="1079397"/>
                </a:lnTo>
                <a:lnTo>
                  <a:pt x="2171214" y="1090829"/>
                </a:lnTo>
                <a:lnTo>
                  <a:pt x="2151399" y="1091591"/>
                </a:lnTo>
                <a:lnTo>
                  <a:pt x="2142790" y="1096403"/>
                </a:lnTo>
                <a:lnTo>
                  <a:pt x="2120915" y="1097688"/>
                </a:lnTo>
                <a:lnTo>
                  <a:pt x="2109103" y="1103022"/>
                </a:lnTo>
                <a:lnTo>
                  <a:pt x="2073284" y="1103784"/>
                </a:lnTo>
                <a:lnTo>
                  <a:pt x="2060710" y="1109119"/>
                </a:lnTo>
                <a:lnTo>
                  <a:pt x="2030226" y="1109881"/>
                </a:lnTo>
                <a:lnTo>
                  <a:pt x="2016127" y="1115216"/>
                </a:lnTo>
                <a:lnTo>
                  <a:pt x="1958970" y="1115978"/>
                </a:lnTo>
                <a:lnTo>
                  <a:pt x="1948801" y="1119929"/>
                </a:lnTo>
                <a:lnTo>
                  <a:pt x="1931344" y="1121313"/>
                </a:lnTo>
                <a:lnTo>
                  <a:pt x="1720624" y="1122075"/>
                </a:lnTo>
                <a:lnTo>
                  <a:pt x="1703166" y="1123458"/>
                </a:lnTo>
                <a:lnTo>
                  <a:pt x="1685949" y="1128933"/>
                </a:lnTo>
                <a:lnTo>
                  <a:pt x="1676613" y="1136935"/>
                </a:lnTo>
                <a:lnTo>
                  <a:pt x="1676232" y="1187615"/>
                </a:lnTo>
                <a:lnTo>
                  <a:pt x="1666325" y="1216194"/>
                </a:lnTo>
                <a:lnTo>
                  <a:pt x="1670135" y="1227625"/>
                </a:lnTo>
                <a:lnTo>
                  <a:pt x="1669613" y="1276371"/>
                </a:lnTo>
                <a:lnTo>
                  <a:pt x="1662895" y="1295642"/>
                </a:lnTo>
                <a:lnTo>
                  <a:pt x="1648556" y="1309734"/>
                </a:lnTo>
                <a:lnTo>
                  <a:pt x="1636984" y="1314885"/>
                </a:lnTo>
                <a:lnTo>
                  <a:pt x="1619646" y="1309741"/>
                </a:lnTo>
                <a:lnTo>
                  <a:pt x="1594306" y="1293737"/>
                </a:lnTo>
                <a:lnTo>
                  <a:pt x="1581435" y="1290823"/>
                </a:lnTo>
                <a:lnTo>
                  <a:pt x="1550726" y="1275016"/>
                </a:lnTo>
                <a:lnTo>
                  <a:pt x="1541355" y="1274226"/>
                </a:lnTo>
                <a:lnTo>
                  <a:pt x="1491565" y="1275016"/>
                </a:lnTo>
                <a:lnTo>
                  <a:pt x="1400162" y="1299453"/>
                </a:lnTo>
                <a:lnTo>
                  <a:pt x="1379967" y="1309741"/>
                </a:lnTo>
                <a:lnTo>
                  <a:pt x="1313177" y="1330565"/>
                </a:lnTo>
                <a:lnTo>
                  <a:pt x="1289122" y="1342772"/>
                </a:lnTo>
                <a:lnTo>
                  <a:pt x="1273435" y="1357887"/>
                </a:lnTo>
                <a:lnTo>
                  <a:pt x="1224661" y="1423597"/>
                </a:lnTo>
                <a:lnTo>
                  <a:pt x="1204910" y="1442776"/>
                </a:lnTo>
                <a:lnTo>
                  <a:pt x="1188871" y="1450538"/>
                </a:lnTo>
                <a:lnTo>
                  <a:pt x="1153871" y="1452683"/>
                </a:lnTo>
                <a:lnTo>
                  <a:pt x="1123606" y="1471708"/>
                </a:lnTo>
                <a:lnTo>
                  <a:pt x="1107898" y="1486357"/>
                </a:lnTo>
                <a:lnTo>
                  <a:pt x="1074747" y="1526748"/>
                </a:lnTo>
                <a:lnTo>
                  <a:pt x="1071318" y="1539704"/>
                </a:lnTo>
                <a:lnTo>
                  <a:pt x="1056097" y="1557839"/>
                </a:lnTo>
                <a:lnTo>
                  <a:pt x="1046740" y="1576856"/>
                </a:lnTo>
                <a:lnTo>
                  <a:pt x="1026742" y="1604468"/>
                </a:lnTo>
                <a:lnTo>
                  <a:pt x="1022924" y="1618581"/>
                </a:lnTo>
                <a:lnTo>
                  <a:pt x="994677" y="1661935"/>
                </a:lnTo>
                <a:lnTo>
                  <a:pt x="980226" y="1691516"/>
                </a:lnTo>
                <a:lnTo>
                  <a:pt x="946715" y="1734038"/>
                </a:lnTo>
                <a:lnTo>
                  <a:pt x="939023" y="1754883"/>
                </a:lnTo>
                <a:lnTo>
                  <a:pt x="946581" y="1777774"/>
                </a:lnTo>
                <a:lnTo>
                  <a:pt x="973903" y="1837387"/>
                </a:lnTo>
                <a:lnTo>
                  <a:pt x="983161" y="1869226"/>
                </a:lnTo>
                <a:lnTo>
                  <a:pt x="998290" y="1898355"/>
                </a:lnTo>
                <a:lnTo>
                  <a:pt x="1013645" y="1942387"/>
                </a:lnTo>
                <a:lnTo>
                  <a:pt x="1022677" y="1959323"/>
                </a:lnTo>
                <a:lnTo>
                  <a:pt x="1037129" y="2006968"/>
                </a:lnTo>
                <a:lnTo>
                  <a:pt x="1054382" y="2028998"/>
                </a:lnTo>
                <a:lnTo>
                  <a:pt x="1061220" y="2048403"/>
                </a:lnTo>
                <a:lnTo>
                  <a:pt x="1053839" y="2069065"/>
                </a:lnTo>
                <a:lnTo>
                  <a:pt x="1043452" y="2082613"/>
                </a:lnTo>
                <a:lnTo>
                  <a:pt x="1029000" y="2112194"/>
                </a:lnTo>
                <a:lnTo>
                  <a:pt x="1013779" y="2130329"/>
                </a:lnTo>
                <a:lnTo>
                  <a:pt x="1005065" y="2154419"/>
                </a:lnTo>
                <a:lnTo>
                  <a:pt x="971871" y="2207032"/>
                </a:lnTo>
                <a:lnTo>
                  <a:pt x="960242" y="2219113"/>
                </a:lnTo>
                <a:lnTo>
                  <a:pt x="933188" y="2218732"/>
                </a:lnTo>
                <a:lnTo>
                  <a:pt x="923661" y="2214540"/>
                </a:lnTo>
                <a:lnTo>
                  <a:pt x="915469" y="2222542"/>
                </a:lnTo>
                <a:lnTo>
                  <a:pt x="901370" y="2281224"/>
                </a:lnTo>
                <a:lnTo>
                  <a:pt x="888548" y="2320387"/>
                </a:lnTo>
                <a:lnTo>
                  <a:pt x="878839" y="2338339"/>
                </a:lnTo>
                <a:lnTo>
                  <a:pt x="877554" y="2365817"/>
                </a:lnTo>
                <a:lnTo>
                  <a:pt x="871839" y="2380677"/>
                </a:lnTo>
                <a:lnTo>
                  <a:pt x="879460" y="2394395"/>
                </a:lnTo>
                <a:lnTo>
                  <a:pt x="894321" y="2403921"/>
                </a:lnTo>
                <a:lnTo>
                  <a:pt x="901419" y="2417597"/>
                </a:lnTo>
                <a:lnTo>
                  <a:pt x="902704" y="2445075"/>
                </a:lnTo>
                <a:lnTo>
                  <a:pt x="914135" y="2474796"/>
                </a:lnTo>
                <a:lnTo>
                  <a:pt x="914516" y="2502613"/>
                </a:lnTo>
                <a:lnTo>
                  <a:pt x="896847" y="2517573"/>
                </a:lnTo>
                <a:lnTo>
                  <a:pt x="882889" y="2518807"/>
                </a:lnTo>
                <a:lnTo>
                  <a:pt x="847833" y="2529667"/>
                </a:lnTo>
                <a:lnTo>
                  <a:pt x="820355" y="2529145"/>
                </a:lnTo>
                <a:lnTo>
                  <a:pt x="807554" y="2521905"/>
                </a:lnTo>
                <a:lnTo>
                  <a:pt x="782433" y="2496784"/>
                </a:lnTo>
                <a:lnTo>
                  <a:pt x="775243" y="2483370"/>
                </a:lnTo>
                <a:lnTo>
                  <a:pt x="772957" y="2472129"/>
                </a:lnTo>
                <a:lnTo>
                  <a:pt x="752161" y="2443790"/>
                </a:lnTo>
                <a:lnTo>
                  <a:pt x="746855" y="2440121"/>
                </a:lnTo>
                <a:lnTo>
                  <a:pt x="730427" y="2445315"/>
                </a:lnTo>
                <a:lnTo>
                  <a:pt x="716935" y="2456774"/>
                </a:lnTo>
                <a:lnTo>
                  <a:pt x="690841" y="2493658"/>
                </a:lnTo>
                <a:lnTo>
                  <a:pt x="644452" y="2547661"/>
                </a:lnTo>
                <a:lnTo>
                  <a:pt x="630790" y="2577468"/>
                </a:lnTo>
                <a:lnTo>
                  <a:pt x="586532" y="2625113"/>
                </a:lnTo>
                <a:lnTo>
                  <a:pt x="579208" y="2652704"/>
                </a:lnTo>
                <a:lnTo>
                  <a:pt x="579575" y="2670655"/>
                </a:lnTo>
                <a:lnTo>
                  <a:pt x="585982" y="2684429"/>
                </a:lnTo>
                <a:lnTo>
                  <a:pt x="626062" y="2720382"/>
                </a:lnTo>
                <a:lnTo>
                  <a:pt x="652355" y="2749532"/>
                </a:lnTo>
                <a:lnTo>
                  <a:pt x="674484" y="2816823"/>
                </a:lnTo>
                <a:lnTo>
                  <a:pt x="692153" y="2833476"/>
                </a:lnTo>
                <a:lnTo>
                  <a:pt x="717048" y="2842565"/>
                </a:lnTo>
                <a:lnTo>
                  <a:pt x="733913" y="2852549"/>
                </a:lnTo>
                <a:lnTo>
                  <a:pt x="742282" y="2862132"/>
                </a:lnTo>
                <a:lnTo>
                  <a:pt x="749522" y="2883661"/>
                </a:lnTo>
                <a:lnTo>
                  <a:pt x="749522" y="2914145"/>
                </a:lnTo>
                <a:lnTo>
                  <a:pt x="742282" y="2935674"/>
                </a:lnTo>
                <a:lnTo>
                  <a:pt x="731726" y="2947113"/>
                </a:lnTo>
                <a:lnTo>
                  <a:pt x="692111" y="2975120"/>
                </a:lnTo>
                <a:lnTo>
                  <a:pt x="683290" y="3000403"/>
                </a:lnTo>
                <a:lnTo>
                  <a:pt x="683290" y="3010790"/>
                </a:lnTo>
                <a:lnTo>
                  <a:pt x="688554" y="3023125"/>
                </a:lnTo>
                <a:lnTo>
                  <a:pt x="689317" y="3042940"/>
                </a:lnTo>
                <a:lnTo>
                  <a:pt x="706845" y="3096286"/>
                </a:lnTo>
                <a:lnTo>
                  <a:pt x="708129" y="3118161"/>
                </a:lnTo>
                <a:lnTo>
                  <a:pt x="718516" y="3143565"/>
                </a:lnTo>
                <a:lnTo>
                  <a:pt x="719405" y="3180724"/>
                </a:lnTo>
                <a:lnTo>
                  <a:pt x="718516" y="3196855"/>
                </a:lnTo>
                <a:lnTo>
                  <a:pt x="712370" y="3214983"/>
                </a:lnTo>
                <a:lnTo>
                  <a:pt x="683742" y="3277355"/>
                </a:lnTo>
                <a:lnTo>
                  <a:pt x="682839" y="3313484"/>
                </a:lnTo>
                <a:lnTo>
                  <a:pt x="694129" y="3326355"/>
                </a:lnTo>
                <a:lnTo>
                  <a:pt x="726871" y="3386419"/>
                </a:lnTo>
                <a:lnTo>
                  <a:pt x="748760" y="3415224"/>
                </a:lnTo>
                <a:lnTo>
                  <a:pt x="807823" y="3455424"/>
                </a:lnTo>
                <a:lnTo>
                  <a:pt x="832040" y="3464266"/>
                </a:lnTo>
                <a:lnTo>
                  <a:pt x="851643" y="3483622"/>
                </a:lnTo>
                <a:lnTo>
                  <a:pt x="864839" y="3527210"/>
                </a:lnTo>
                <a:lnTo>
                  <a:pt x="866123" y="3554688"/>
                </a:lnTo>
                <a:lnTo>
                  <a:pt x="870935" y="3564468"/>
                </a:lnTo>
                <a:lnTo>
                  <a:pt x="872220" y="3625563"/>
                </a:lnTo>
                <a:lnTo>
                  <a:pt x="877554" y="3638899"/>
                </a:lnTo>
                <a:lnTo>
                  <a:pt x="878818" y="3660520"/>
                </a:lnTo>
                <a:lnTo>
                  <a:pt x="885556" y="3658855"/>
                </a:lnTo>
                <a:lnTo>
                  <a:pt x="893368" y="3646711"/>
                </a:lnTo>
                <a:lnTo>
                  <a:pt x="920994" y="3633946"/>
                </a:lnTo>
                <a:lnTo>
                  <a:pt x="955479" y="3633183"/>
                </a:lnTo>
                <a:lnTo>
                  <a:pt x="966339" y="3628992"/>
                </a:lnTo>
                <a:lnTo>
                  <a:pt x="980819" y="3643662"/>
                </a:lnTo>
                <a:lnTo>
                  <a:pt x="987296" y="3671669"/>
                </a:lnTo>
                <a:lnTo>
                  <a:pt x="987296" y="3723492"/>
                </a:lnTo>
                <a:lnTo>
                  <a:pt x="976387" y="3759000"/>
                </a:lnTo>
                <a:lnTo>
                  <a:pt x="975103" y="3792081"/>
                </a:lnTo>
                <a:lnTo>
                  <a:pt x="963671" y="3821802"/>
                </a:lnTo>
                <a:lnTo>
                  <a:pt x="962909" y="3841617"/>
                </a:lnTo>
                <a:lnTo>
                  <a:pt x="958146" y="3851905"/>
                </a:lnTo>
                <a:lnTo>
                  <a:pt x="956431" y="3867338"/>
                </a:lnTo>
                <a:lnTo>
                  <a:pt x="940046" y="3890772"/>
                </a:lnTo>
                <a:lnTo>
                  <a:pt x="918517" y="3906014"/>
                </a:lnTo>
                <a:lnTo>
                  <a:pt x="903085" y="3913635"/>
                </a:lnTo>
                <a:lnTo>
                  <a:pt x="879488" y="3915780"/>
                </a:lnTo>
                <a:lnTo>
                  <a:pt x="838038" y="3946441"/>
                </a:lnTo>
                <a:lnTo>
                  <a:pt x="812917" y="3971138"/>
                </a:lnTo>
                <a:lnTo>
                  <a:pt x="797083" y="4002765"/>
                </a:lnTo>
                <a:lnTo>
                  <a:pt x="787627" y="4013279"/>
                </a:lnTo>
                <a:lnTo>
                  <a:pt x="754857" y="4039191"/>
                </a:lnTo>
                <a:lnTo>
                  <a:pt x="739805" y="4047193"/>
                </a:lnTo>
                <a:lnTo>
                  <a:pt x="729517" y="4047193"/>
                </a:lnTo>
                <a:lnTo>
                  <a:pt x="716145" y="4040242"/>
                </a:lnTo>
                <a:lnTo>
                  <a:pt x="692210" y="4019468"/>
                </a:lnTo>
                <a:lnTo>
                  <a:pt x="673355" y="4009306"/>
                </a:lnTo>
                <a:lnTo>
                  <a:pt x="643210" y="3981081"/>
                </a:lnTo>
                <a:lnTo>
                  <a:pt x="613065" y="3980177"/>
                </a:lnTo>
                <a:lnTo>
                  <a:pt x="591387" y="3969268"/>
                </a:lnTo>
                <a:lnTo>
                  <a:pt x="560903" y="3969268"/>
                </a:lnTo>
                <a:lnTo>
                  <a:pt x="527032" y="3989097"/>
                </a:lnTo>
                <a:lnTo>
                  <a:pt x="479959" y="4028535"/>
                </a:lnTo>
                <a:lnTo>
                  <a:pt x="475831" y="4035331"/>
                </a:lnTo>
                <a:lnTo>
                  <a:pt x="475097" y="4047242"/>
                </a:lnTo>
                <a:lnTo>
                  <a:pt x="467927" y="4069674"/>
                </a:lnTo>
                <a:lnTo>
                  <a:pt x="453589" y="4083766"/>
                </a:lnTo>
                <a:lnTo>
                  <a:pt x="441113" y="4089919"/>
                </a:lnTo>
                <a:lnTo>
                  <a:pt x="431742" y="4090710"/>
                </a:lnTo>
                <a:lnTo>
                  <a:pt x="385621" y="4090442"/>
                </a:lnTo>
                <a:lnTo>
                  <a:pt x="362998" y="4084846"/>
                </a:lnTo>
                <a:lnTo>
                  <a:pt x="336903" y="4092855"/>
                </a:lnTo>
                <a:lnTo>
                  <a:pt x="329226" y="4099968"/>
                </a:lnTo>
                <a:lnTo>
                  <a:pt x="328323" y="4154048"/>
                </a:lnTo>
                <a:lnTo>
                  <a:pt x="321605" y="4173320"/>
                </a:lnTo>
                <a:lnTo>
                  <a:pt x="311048" y="4184758"/>
                </a:lnTo>
                <a:lnTo>
                  <a:pt x="295694" y="4192563"/>
                </a:lnTo>
                <a:lnTo>
                  <a:pt x="284262" y="4188752"/>
                </a:lnTo>
                <a:lnTo>
                  <a:pt x="235516" y="4189274"/>
                </a:lnTo>
                <a:lnTo>
                  <a:pt x="217113" y="4198984"/>
                </a:lnTo>
                <a:lnTo>
                  <a:pt x="202323" y="4203048"/>
                </a:lnTo>
                <a:lnTo>
                  <a:pt x="183298" y="4216032"/>
                </a:lnTo>
                <a:lnTo>
                  <a:pt x="172234" y="4228000"/>
                </a:lnTo>
                <a:lnTo>
                  <a:pt x="179855" y="4235621"/>
                </a:lnTo>
                <a:lnTo>
                  <a:pt x="203565" y="4220435"/>
                </a:lnTo>
                <a:lnTo>
                  <a:pt x="225581" y="4213520"/>
                </a:lnTo>
                <a:lnTo>
                  <a:pt x="242918" y="4221903"/>
                </a:lnTo>
                <a:lnTo>
                  <a:pt x="260256" y="4239622"/>
                </a:lnTo>
                <a:lnTo>
                  <a:pt x="267877" y="4261532"/>
                </a:lnTo>
                <a:lnTo>
                  <a:pt x="267355" y="4294613"/>
                </a:lnTo>
                <a:lnTo>
                  <a:pt x="259226" y="4315726"/>
                </a:lnTo>
                <a:lnTo>
                  <a:pt x="248062" y="4326501"/>
                </a:lnTo>
                <a:lnTo>
                  <a:pt x="236208" y="4332929"/>
                </a:lnTo>
                <a:lnTo>
                  <a:pt x="204581" y="4333790"/>
                </a:lnTo>
                <a:lnTo>
                  <a:pt x="179855" y="4317927"/>
                </a:lnTo>
                <a:lnTo>
                  <a:pt x="155440" y="4333550"/>
                </a:lnTo>
                <a:lnTo>
                  <a:pt x="141468" y="4334694"/>
                </a:lnTo>
                <a:lnTo>
                  <a:pt x="117363" y="4320976"/>
                </a:lnTo>
                <a:lnTo>
                  <a:pt x="111266" y="4313545"/>
                </a:lnTo>
                <a:lnTo>
                  <a:pt x="106694" y="4299637"/>
                </a:lnTo>
                <a:lnTo>
                  <a:pt x="98706" y="4318160"/>
                </a:lnTo>
                <a:lnTo>
                  <a:pt x="77085" y="4332915"/>
                </a:lnTo>
                <a:lnTo>
                  <a:pt x="69238" y="4332915"/>
                </a:lnTo>
                <a:lnTo>
                  <a:pt x="52571" y="4323128"/>
                </a:lnTo>
                <a:lnTo>
                  <a:pt x="44202" y="4313545"/>
                </a:lnTo>
                <a:lnTo>
                  <a:pt x="36962" y="4292016"/>
                </a:lnTo>
                <a:lnTo>
                  <a:pt x="36962" y="4261532"/>
                </a:lnTo>
                <a:lnTo>
                  <a:pt x="45613" y="4237823"/>
                </a:lnTo>
                <a:lnTo>
                  <a:pt x="58540" y="4225911"/>
                </a:lnTo>
                <a:lnTo>
                  <a:pt x="75081" y="4219871"/>
                </a:lnTo>
                <a:lnTo>
                  <a:pt x="96024" y="4232573"/>
                </a:lnTo>
                <a:lnTo>
                  <a:pt x="106694" y="4252387"/>
                </a:lnTo>
                <a:lnTo>
                  <a:pt x="111076" y="4240384"/>
                </a:lnTo>
                <a:lnTo>
                  <a:pt x="120411" y="4228000"/>
                </a:lnTo>
                <a:lnTo>
                  <a:pt x="92976" y="4192944"/>
                </a:lnTo>
                <a:lnTo>
                  <a:pt x="79604" y="4188392"/>
                </a:lnTo>
                <a:lnTo>
                  <a:pt x="57919" y="4188371"/>
                </a:lnTo>
                <a:lnTo>
                  <a:pt x="35438" y="4205518"/>
                </a:lnTo>
                <a:lnTo>
                  <a:pt x="18968" y="4226984"/>
                </a:lnTo>
                <a:lnTo>
                  <a:pt x="0" y="4237145"/>
                </a:lnTo>
                <a:lnTo>
                  <a:pt x="0" y="4327073"/>
                </a:lnTo>
                <a:lnTo>
                  <a:pt x="18403" y="4338306"/>
                </a:lnTo>
                <a:lnTo>
                  <a:pt x="28960" y="4349745"/>
                </a:lnTo>
                <a:lnTo>
                  <a:pt x="48393" y="4407093"/>
                </a:lnTo>
                <a:lnTo>
                  <a:pt x="49155" y="4426907"/>
                </a:lnTo>
                <a:lnTo>
                  <a:pt x="54490" y="4437577"/>
                </a:lnTo>
                <a:lnTo>
                  <a:pt x="55774" y="4459452"/>
                </a:lnTo>
                <a:lnTo>
                  <a:pt x="71828" y="4484065"/>
                </a:lnTo>
                <a:lnTo>
                  <a:pt x="78355" y="4502806"/>
                </a:lnTo>
                <a:lnTo>
                  <a:pt x="80161" y="4538484"/>
                </a:lnTo>
                <a:lnTo>
                  <a:pt x="96645" y="4582968"/>
                </a:lnTo>
                <a:lnTo>
                  <a:pt x="97929" y="4660871"/>
                </a:lnTo>
                <a:lnTo>
                  <a:pt x="108839" y="4692597"/>
                </a:lnTo>
                <a:lnTo>
                  <a:pt x="110123" y="4764897"/>
                </a:lnTo>
                <a:lnTo>
                  <a:pt x="115458" y="4780520"/>
                </a:lnTo>
                <a:lnTo>
                  <a:pt x="117603" y="4826923"/>
                </a:lnTo>
                <a:lnTo>
                  <a:pt x="124419" y="4839145"/>
                </a:lnTo>
                <a:lnTo>
                  <a:pt x="132167" y="4846131"/>
                </a:lnTo>
                <a:lnTo>
                  <a:pt x="192394" y="4872804"/>
                </a:lnTo>
                <a:lnTo>
                  <a:pt x="208081" y="4887919"/>
                </a:lnTo>
                <a:lnTo>
                  <a:pt x="229772" y="4920174"/>
                </a:lnTo>
                <a:lnTo>
                  <a:pt x="253588" y="4945705"/>
                </a:lnTo>
                <a:lnTo>
                  <a:pt x="258160" y="4960375"/>
                </a:lnTo>
                <a:lnTo>
                  <a:pt x="279661" y="4985694"/>
                </a:lnTo>
                <a:lnTo>
                  <a:pt x="289025" y="5015627"/>
                </a:lnTo>
                <a:lnTo>
                  <a:pt x="316432" y="5046767"/>
                </a:lnTo>
                <a:lnTo>
                  <a:pt x="342562" y="5087539"/>
                </a:lnTo>
                <a:lnTo>
                  <a:pt x="385811" y="5125559"/>
                </a:lnTo>
                <a:lnTo>
                  <a:pt x="418194" y="5164984"/>
                </a:lnTo>
                <a:lnTo>
                  <a:pt x="422011" y="5179097"/>
                </a:lnTo>
                <a:lnTo>
                  <a:pt x="438015" y="5204436"/>
                </a:lnTo>
                <a:lnTo>
                  <a:pt x="463919" y="5299113"/>
                </a:lnTo>
                <a:lnTo>
                  <a:pt x="474215" y="5313226"/>
                </a:lnTo>
                <a:lnTo>
                  <a:pt x="486789" y="5351712"/>
                </a:lnTo>
                <a:lnTo>
                  <a:pt x="487742" y="5368097"/>
                </a:lnTo>
                <a:lnTo>
                  <a:pt x="512129" y="5391531"/>
                </a:lnTo>
                <a:lnTo>
                  <a:pt x="534420" y="5406964"/>
                </a:lnTo>
                <a:lnTo>
                  <a:pt x="549853" y="5408678"/>
                </a:lnTo>
                <a:lnTo>
                  <a:pt x="560141" y="5413442"/>
                </a:lnTo>
                <a:lnTo>
                  <a:pt x="582016" y="5414726"/>
                </a:lnTo>
                <a:lnTo>
                  <a:pt x="590244" y="5418967"/>
                </a:lnTo>
                <a:lnTo>
                  <a:pt x="606516" y="5421500"/>
                </a:lnTo>
                <a:lnTo>
                  <a:pt x="621984" y="5429629"/>
                </a:lnTo>
                <a:lnTo>
                  <a:pt x="632540" y="5441068"/>
                </a:lnTo>
                <a:lnTo>
                  <a:pt x="636541" y="5455166"/>
                </a:lnTo>
                <a:lnTo>
                  <a:pt x="663949" y="5485735"/>
                </a:lnTo>
                <a:lnTo>
                  <a:pt x="681505" y="5514419"/>
                </a:lnTo>
                <a:lnTo>
                  <a:pt x="688032" y="5533726"/>
                </a:lnTo>
                <a:lnTo>
                  <a:pt x="688921" y="5553159"/>
                </a:lnTo>
                <a:lnTo>
                  <a:pt x="688554" y="5594821"/>
                </a:lnTo>
                <a:lnTo>
                  <a:pt x="683220" y="5608919"/>
                </a:lnTo>
                <a:lnTo>
                  <a:pt x="682839" y="5642452"/>
                </a:lnTo>
                <a:lnTo>
                  <a:pt x="694129" y="5655323"/>
                </a:lnTo>
                <a:lnTo>
                  <a:pt x="703613" y="5680952"/>
                </a:lnTo>
                <a:lnTo>
                  <a:pt x="731253" y="5717546"/>
                </a:lnTo>
                <a:lnTo>
                  <a:pt x="746290" y="5754113"/>
                </a:lnTo>
                <a:lnTo>
                  <a:pt x="773613" y="5790581"/>
                </a:lnTo>
                <a:lnTo>
                  <a:pt x="780006" y="5816210"/>
                </a:lnTo>
                <a:lnTo>
                  <a:pt x="781290" y="5938935"/>
                </a:lnTo>
                <a:lnTo>
                  <a:pt x="788516" y="5960952"/>
                </a:lnTo>
                <a:lnTo>
                  <a:pt x="795820" y="5967486"/>
                </a:lnTo>
                <a:lnTo>
                  <a:pt x="819790" y="5976081"/>
                </a:lnTo>
                <a:lnTo>
                  <a:pt x="838306" y="5993016"/>
                </a:lnTo>
                <a:lnTo>
                  <a:pt x="868790" y="5993016"/>
                </a:lnTo>
                <a:lnTo>
                  <a:pt x="880031" y="5982728"/>
                </a:lnTo>
                <a:lnTo>
                  <a:pt x="893855" y="5975629"/>
                </a:lnTo>
                <a:lnTo>
                  <a:pt x="938141" y="5974345"/>
                </a:lnTo>
                <a:lnTo>
                  <a:pt x="956149" y="5968643"/>
                </a:lnTo>
                <a:lnTo>
                  <a:pt x="970149" y="5969010"/>
                </a:lnTo>
                <a:lnTo>
                  <a:pt x="983500" y="5973710"/>
                </a:lnTo>
                <a:lnTo>
                  <a:pt x="1002242" y="5964113"/>
                </a:lnTo>
                <a:lnTo>
                  <a:pt x="1014922" y="5961389"/>
                </a:lnTo>
                <a:lnTo>
                  <a:pt x="1023115" y="5953578"/>
                </a:lnTo>
                <a:lnTo>
                  <a:pt x="1029452" y="5940629"/>
                </a:lnTo>
                <a:lnTo>
                  <a:pt x="1030736" y="5901946"/>
                </a:lnTo>
                <a:lnTo>
                  <a:pt x="1036071" y="5882893"/>
                </a:lnTo>
                <a:lnTo>
                  <a:pt x="1036339" y="5774210"/>
                </a:lnTo>
                <a:lnTo>
                  <a:pt x="1035548" y="5754565"/>
                </a:lnTo>
                <a:lnTo>
                  <a:pt x="1030736" y="5739619"/>
                </a:lnTo>
                <a:lnTo>
                  <a:pt x="1031258" y="5656113"/>
                </a:lnTo>
                <a:lnTo>
                  <a:pt x="1038935" y="5634435"/>
                </a:lnTo>
                <a:lnTo>
                  <a:pt x="1084612" y="5579804"/>
                </a:lnTo>
                <a:lnTo>
                  <a:pt x="1094561" y="5554620"/>
                </a:lnTo>
                <a:lnTo>
                  <a:pt x="1134000" y="5514419"/>
                </a:lnTo>
                <a:lnTo>
                  <a:pt x="1133619" y="5418014"/>
                </a:lnTo>
                <a:lnTo>
                  <a:pt x="1128284" y="5398962"/>
                </a:lnTo>
                <a:lnTo>
                  <a:pt x="1128284" y="5331135"/>
                </a:lnTo>
                <a:lnTo>
                  <a:pt x="1135905" y="5306557"/>
                </a:lnTo>
                <a:lnTo>
                  <a:pt x="1150597" y="5290984"/>
                </a:lnTo>
                <a:lnTo>
                  <a:pt x="1179839" y="5275177"/>
                </a:lnTo>
                <a:lnTo>
                  <a:pt x="1197064" y="5272835"/>
                </a:lnTo>
                <a:lnTo>
                  <a:pt x="1210887" y="5262306"/>
                </a:lnTo>
                <a:lnTo>
                  <a:pt x="1246903" y="5244694"/>
                </a:lnTo>
                <a:lnTo>
                  <a:pt x="1265081" y="5241970"/>
                </a:lnTo>
                <a:lnTo>
                  <a:pt x="1283597" y="5226177"/>
                </a:lnTo>
                <a:lnTo>
                  <a:pt x="1357323" y="5183048"/>
                </a:lnTo>
                <a:lnTo>
                  <a:pt x="1407212" y="5182526"/>
                </a:lnTo>
                <a:lnTo>
                  <a:pt x="1422835" y="5187861"/>
                </a:lnTo>
                <a:lnTo>
                  <a:pt x="1485327" y="5188623"/>
                </a:lnTo>
                <a:lnTo>
                  <a:pt x="1501331" y="5193958"/>
                </a:lnTo>
                <a:lnTo>
                  <a:pt x="1553153" y="5194720"/>
                </a:lnTo>
                <a:lnTo>
                  <a:pt x="1565290" y="5199532"/>
                </a:lnTo>
                <a:lnTo>
                  <a:pt x="1591329" y="5200421"/>
                </a:lnTo>
                <a:lnTo>
                  <a:pt x="1655274" y="5200435"/>
                </a:lnTo>
                <a:lnTo>
                  <a:pt x="1670516" y="5185194"/>
                </a:lnTo>
                <a:lnTo>
                  <a:pt x="1670897" y="5140230"/>
                </a:lnTo>
                <a:lnTo>
                  <a:pt x="1677742" y="5118806"/>
                </a:lnTo>
                <a:lnTo>
                  <a:pt x="1716468" y="5076694"/>
                </a:lnTo>
                <a:lnTo>
                  <a:pt x="1724484" y="5061790"/>
                </a:lnTo>
                <a:lnTo>
                  <a:pt x="1725006" y="4978284"/>
                </a:lnTo>
                <a:lnTo>
                  <a:pt x="1719671" y="4961518"/>
                </a:lnTo>
                <a:lnTo>
                  <a:pt x="1718387" y="4911629"/>
                </a:lnTo>
                <a:lnTo>
                  <a:pt x="1708049" y="4878450"/>
                </a:lnTo>
                <a:lnTo>
                  <a:pt x="1706335" y="4863017"/>
                </a:lnTo>
                <a:lnTo>
                  <a:pt x="1695806" y="4849194"/>
                </a:lnTo>
                <a:lnTo>
                  <a:pt x="1685631" y="4822443"/>
                </a:lnTo>
                <a:lnTo>
                  <a:pt x="1660637" y="4807927"/>
                </a:lnTo>
                <a:lnTo>
                  <a:pt x="1638071" y="4786913"/>
                </a:lnTo>
                <a:lnTo>
                  <a:pt x="1628798" y="4775863"/>
                </a:lnTo>
                <a:lnTo>
                  <a:pt x="1622645" y="4757968"/>
                </a:lnTo>
                <a:lnTo>
                  <a:pt x="1622645" y="4722290"/>
                </a:lnTo>
                <a:lnTo>
                  <a:pt x="1639919" y="4679500"/>
                </a:lnTo>
                <a:lnTo>
                  <a:pt x="1639651" y="4657442"/>
                </a:lnTo>
                <a:lnTo>
                  <a:pt x="1634317" y="4645629"/>
                </a:lnTo>
                <a:lnTo>
                  <a:pt x="1634317" y="4615145"/>
                </a:lnTo>
                <a:lnTo>
                  <a:pt x="1641556" y="4593616"/>
                </a:lnTo>
                <a:lnTo>
                  <a:pt x="1649925" y="4584033"/>
                </a:lnTo>
                <a:lnTo>
                  <a:pt x="1704274" y="4546274"/>
                </a:lnTo>
                <a:lnTo>
                  <a:pt x="1728210" y="4525500"/>
                </a:lnTo>
                <a:lnTo>
                  <a:pt x="1753387" y="4509919"/>
                </a:lnTo>
                <a:lnTo>
                  <a:pt x="1761065" y="4496032"/>
                </a:lnTo>
                <a:lnTo>
                  <a:pt x="1762349" y="4474157"/>
                </a:lnTo>
                <a:lnTo>
                  <a:pt x="1768911" y="4454540"/>
                </a:lnTo>
                <a:lnTo>
                  <a:pt x="1776532" y="4445141"/>
                </a:lnTo>
                <a:lnTo>
                  <a:pt x="1795218" y="4428008"/>
                </a:lnTo>
                <a:lnTo>
                  <a:pt x="1842475" y="4401158"/>
                </a:lnTo>
                <a:lnTo>
                  <a:pt x="1874419" y="4373194"/>
                </a:lnTo>
                <a:lnTo>
                  <a:pt x="1891919" y="4366194"/>
                </a:lnTo>
                <a:lnTo>
                  <a:pt x="1907338" y="4374323"/>
                </a:lnTo>
                <a:lnTo>
                  <a:pt x="1924675" y="4392041"/>
                </a:lnTo>
                <a:lnTo>
                  <a:pt x="1951532" y="4476048"/>
                </a:lnTo>
                <a:lnTo>
                  <a:pt x="1968115" y="4500450"/>
                </a:lnTo>
                <a:lnTo>
                  <a:pt x="1997032" y="4516694"/>
                </a:lnTo>
                <a:lnTo>
                  <a:pt x="2024510" y="4517978"/>
                </a:lnTo>
                <a:lnTo>
                  <a:pt x="2037198" y="4523574"/>
                </a:lnTo>
                <a:lnTo>
                  <a:pt x="2062671" y="4510808"/>
                </a:lnTo>
                <a:lnTo>
                  <a:pt x="2070419" y="4503823"/>
                </a:lnTo>
                <a:lnTo>
                  <a:pt x="2083516" y="4478645"/>
                </a:lnTo>
                <a:lnTo>
                  <a:pt x="2086430" y="4465774"/>
                </a:lnTo>
                <a:lnTo>
                  <a:pt x="2095957" y="4453581"/>
                </a:lnTo>
                <a:lnTo>
                  <a:pt x="2099196" y="4440244"/>
                </a:lnTo>
                <a:lnTo>
                  <a:pt x="2118798" y="4421460"/>
                </a:lnTo>
                <a:lnTo>
                  <a:pt x="2143694" y="4408758"/>
                </a:lnTo>
                <a:lnTo>
                  <a:pt x="2187980" y="4407474"/>
                </a:lnTo>
                <a:lnTo>
                  <a:pt x="2201317" y="4402139"/>
                </a:lnTo>
                <a:lnTo>
                  <a:pt x="2240565" y="4401758"/>
                </a:lnTo>
                <a:lnTo>
                  <a:pt x="2247677" y="4394194"/>
                </a:lnTo>
                <a:lnTo>
                  <a:pt x="2249710" y="4389565"/>
                </a:lnTo>
                <a:lnTo>
                  <a:pt x="2243994" y="4377371"/>
                </a:lnTo>
                <a:lnTo>
                  <a:pt x="2243613" y="4343839"/>
                </a:lnTo>
                <a:lnTo>
                  <a:pt x="2227037" y="4325929"/>
                </a:lnTo>
                <a:lnTo>
                  <a:pt x="2219339" y="4300597"/>
                </a:lnTo>
                <a:lnTo>
                  <a:pt x="2220129" y="4271129"/>
                </a:lnTo>
                <a:lnTo>
                  <a:pt x="2226847" y="4252197"/>
                </a:lnTo>
                <a:lnTo>
                  <a:pt x="2239421" y="4239241"/>
                </a:lnTo>
                <a:lnTo>
                  <a:pt x="2251488" y="4232813"/>
                </a:lnTo>
                <a:lnTo>
                  <a:pt x="2261141" y="4231429"/>
                </a:lnTo>
                <a:lnTo>
                  <a:pt x="2366310" y="4231429"/>
                </a:lnTo>
                <a:lnTo>
                  <a:pt x="2375964" y="4232813"/>
                </a:lnTo>
                <a:lnTo>
                  <a:pt x="2399081" y="4247815"/>
                </a:lnTo>
                <a:lnTo>
                  <a:pt x="2424032" y="4231952"/>
                </a:lnTo>
                <a:lnTo>
                  <a:pt x="2458581" y="4231161"/>
                </a:lnTo>
                <a:lnTo>
                  <a:pt x="2467599" y="4232813"/>
                </a:lnTo>
                <a:lnTo>
                  <a:pt x="2485960" y="4244766"/>
                </a:lnTo>
                <a:lnTo>
                  <a:pt x="2492056" y="4252197"/>
                </a:lnTo>
                <a:lnTo>
                  <a:pt x="2498774" y="4271129"/>
                </a:lnTo>
                <a:lnTo>
                  <a:pt x="2499296" y="4304210"/>
                </a:lnTo>
                <a:lnTo>
                  <a:pt x="2488641" y="4330354"/>
                </a:lnTo>
                <a:lnTo>
                  <a:pt x="2477718" y="4339831"/>
                </a:lnTo>
                <a:lnTo>
                  <a:pt x="2457113" y="4350571"/>
                </a:lnTo>
                <a:lnTo>
                  <a:pt x="2447093" y="4348792"/>
                </a:lnTo>
                <a:lnTo>
                  <a:pt x="2434899" y="4352793"/>
                </a:lnTo>
                <a:lnTo>
                  <a:pt x="2417992" y="4345871"/>
                </a:lnTo>
                <a:lnTo>
                  <a:pt x="2399081" y="4330121"/>
                </a:lnTo>
                <a:lnTo>
                  <a:pt x="2374524" y="4351573"/>
                </a:lnTo>
                <a:lnTo>
                  <a:pt x="2348147" y="4361374"/>
                </a:lnTo>
                <a:lnTo>
                  <a:pt x="2343194" y="4369806"/>
                </a:lnTo>
                <a:lnTo>
                  <a:pt x="2352402" y="4376990"/>
                </a:lnTo>
                <a:lnTo>
                  <a:pt x="2378123" y="4376990"/>
                </a:lnTo>
                <a:lnTo>
                  <a:pt x="2400986" y="4366130"/>
                </a:lnTo>
                <a:lnTo>
                  <a:pt x="2427758" y="4359081"/>
                </a:lnTo>
                <a:lnTo>
                  <a:pt x="2441730" y="4360224"/>
                </a:lnTo>
                <a:lnTo>
                  <a:pt x="2455095" y="4367273"/>
                </a:lnTo>
                <a:lnTo>
                  <a:pt x="2466258" y="4378048"/>
                </a:lnTo>
                <a:lnTo>
                  <a:pt x="2477958" y="4412808"/>
                </a:lnTo>
                <a:lnTo>
                  <a:pt x="2508823" y="4444435"/>
                </a:lnTo>
                <a:lnTo>
                  <a:pt x="2533210" y="4440244"/>
                </a:lnTo>
                <a:lnTo>
                  <a:pt x="2544274" y="4444097"/>
                </a:lnTo>
                <a:lnTo>
                  <a:pt x="2553645" y="4443758"/>
                </a:lnTo>
                <a:lnTo>
                  <a:pt x="2581984" y="4434147"/>
                </a:lnTo>
                <a:lnTo>
                  <a:pt x="2601798" y="4445960"/>
                </a:lnTo>
                <a:lnTo>
                  <a:pt x="2607895" y="4453390"/>
                </a:lnTo>
                <a:lnTo>
                  <a:pt x="2614613" y="4472097"/>
                </a:lnTo>
                <a:lnTo>
                  <a:pt x="2616419" y="4496032"/>
                </a:lnTo>
                <a:lnTo>
                  <a:pt x="2630194" y="4522113"/>
                </a:lnTo>
                <a:lnTo>
                  <a:pt x="2637942" y="4529099"/>
                </a:lnTo>
                <a:lnTo>
                  <a:pt x="2685897" y="4556224"/>
                </a:lnTo>
                <a:lnTo>
                  <a:pt x="2711018" y="4581345"/>
                </a:lnTo>
                <a:lnTo>
                  <a:pt x="2717581" y="4593129"/>
                </a:lnTo>
                <a:lnTo>
                  <a:pt x="2730974" y="4632673"/>
                </a:lnTo>
                <a:lnTo>
                  <a:pt x="2732258" y="4654548"/>
                </a:lnTo>
                <a:lnTo>
                  <a:pt x="2742645" y="4679952"/>
                </a:lnTo>
                <a:lnTo>
                  <a:pt x="2744452" y="4733242"/>
                </a:lnTo>
                <a:lnTo>
                  <a:pt x="2762982" y="4788713"/>
                </a:lnTo>
                <a:lnTo>
                  <a:pt x="2770984" y="4798048"/>
                </a:lnTo>
                <a:lnTo>
                  <a:pt x="2821663" y="4798429"/>
                </a:lnTo>
                <a:lnTo>
                  <a:pt x="2837865" y="4805740"/>
                </a:lnTo>
                <a:lnTo>
                  <a:pt x="2857792" y="4825667"/>
                </a:lnTo>
                <a:lnTo>
                  <a:pt x="2875645" y="4865113"/>
                </a:lnTo>
                <a:lnTo>
                  <a:pt x="2887458" y="4876163"/>
                </a:lnTo>
                <a:lnTo>
                  <a:pt x="2901302" y="4883022"/>
                </a:lnTo>
                <a:lnTo>
                  <a:pt x="2921117" y="4883784"/>
                </a:lnTo>
                <a:lnTo>
                  <a:pt x="2937227" y="4889380"/>
                </a:lnTo>
                <a:lnTo>
                  <a:pt x="2960323" y="4878210"/>
                </a:lnTo>
                <a:lnTo>
                  <a:pt x="2987800" y="4876925"/>
                </a:lnTo>
                <a:lnTo>
                  <a:pt x="2998851" y="4871591"/>
                </a:lnTo>
                <a:lnTo>
                  <a:pt x="3018665" y="4870829"/>
                </a:lnTo>
                <a:lnTo>
                  <a:pt x="3041528" y="4859397"/>
                </a:lnTo>
                <a:lnTo>
                  <a:pt x="3063403" y="4859919"/>
                </a:lnTo>
                <a:lnTo>
                  <a:pt x="3086682" y="4876163"/>
                </a:lnTo>
                <a:lnTo>
                  <a:pt x="3128435" y="4929242"/>
                </a:lnTo>
                <a:lnTo>
                  <a:pt x="3156605" y="4953516"/>
                </a:lnTo>
                <a:lnTo>
                  <a:pt x="3212619" y="4956183"/>
                </a:lnTo>
                <a:lnTo>
                  <a:pt x="3237387" y="4944371"/>
                </a:lnTo>
                <a:lnTo>
                  <a:pt x="3258952" y="4957242"/>
                </a:lnTo>
                <a:lnTo>
                  <a:pt x="3279218" y="4978863"/>
                </a:lnTo>
                <a:lnTo>
                  <a:pt x="3285780" y="4998480"/>
                </a:lnTo>
                <a:lnTo>
                  <a:pt x="3286923" y="5019819"/>
                </a:lnTo>
                <a:lnTo>
                  <a:pt x="3297021" y="5032774"/>
                </a:lnTo>
                <a:lnTo>
                  <a:pt x="3301742" y="5047790"/>
                </a:lnTo>
                <a:lnTo>
                  <a:pt x="3352083" y="5110127"/>
                </a:lnTo>
                <a:lnTo>
                  <a:pt x="3391712" y="5143088"/>
                </a:lnTo>
                <a:lnTo>
                  <a:pt x="3424129" y="5155726"/>
                </a:lnTo>
                <a:lnTo>
                  <a:pt x="3466694" y="5128177"/>
                </a:lnTo>
                <a:lnTo>
                  <a:pt x="3479162" y="5122130"/>
                </a:lnTo>
                <a:lnTo>
                  <a:pt x="3487694" y="5121629"/>
                </a:lnTo>
                <a:lnTo>
                  <a:pt x="3514113" y="5134274"/>
                </a:lnTo>
                <a:lnTo>
                  <a:pt x="3563339" y="5165210"/>
                </a:lnTo>
                <a:lnTo>
                  <a:pt x="3582081" y="5180790"/>
                </a:lnTo>
                <a:lnTo>
                  <a:pt x="3598000" y="5187790"/>
                </a:lnTo>
                <a:lnTo>
                  <a:pt x="3613468" y="5186435"/>
                </a:lnTo>
                <a:lnTo>
                  <a:pt x="3650062" y="5156424"/>
                </a:lnTo>
                <a:lnTo>
                  <a:pt x="3667308" y="5138120"/>
                </a:lnTo>
                <a:lnTo>
                  <a:pt x="3689903" y="5100065"/>
                </a:lnTo>
                <a:lnTo>
                  <a:pt x="3706839" y="5081548"/>
                </a:lnTo>
                <a:lnTo>
                  <a:pt x="3706839" y="5044968"/>
                </a:lnTo>
                <a:lnTo>
                  <a:pt x="3689903" y="5026452"/>
                </a:lnTo>
                <a:lnTo>
                  <a:pt x="3680356" y="5001528"/>
                </a:lnTo>
                <a:lnTo>
                  <a:pt x="3660160" y="4978665"/>
                </a:lnTo>
                <a:lnTo>
                  <a:pt x="3652871" y="4958935"/>
                </a:lnTo>
                <a:lnTo>
                  <a:pt x="3652349" y="4914649"/>
                </a:lnTo>
                <a:lnTo>
                  <a:pt x="3659589" y="4892358"/>
                </a:lnTo>
                <a:lnTo>
                  <a:pt x="3665685" y="4884927"/>
                </a:lnTo>
                <a:lnTo>
                  <a:pt x="3684823" y="4872790"/>
                </a:lnTo>
                <a:lnTo>
                  <a:pt x="3699161" y="4869177"/>
                </a:lnTo>
                <a:lnTo>
                  <a:pt x="3705484" y="4862742"/>
                </a:lnTo>
                <a:lnTo>
                  <a:pt x="3707791" y="4845679"/>
                </a:lnTo>
                <a:lnTo>
                  <a:pt x="3718651" y="4817101"/>
                </a:lnTo>
                <a:lnTo>
                  <a:pt x="3719935" y="4795226"/>
                </a:lnTo>
                <a:lnTo>
                  <a:pt x="3728065" y="4774339"/>
                </a:lnTo>
                <a:lnTo>
                  <a:pt x="3740992" y="4762427"/>
                </a:lnTo>
                <a:lnTo>
                  <a:pt x="3753581" y="4756274"/>
                </a:lnTo>
                <a:lnTo>
                  <a:pt x="3763742" y="4755484"/>
                </a:lnTo>
                <a:lnTo>
                  <a:pt x="3818613" y="4756274"/>
                </a:lnTo>
                <a:lnTo>
                  <a:pt x="3849435" y="4772081"/>
                </a:lnTo>
                <a:lnTo>
                  <a:pt x="3885452" y="4785742"/>
                </a:lnTo>
                <a:lnTo>
                  <a:pt x="3904984" y="4785855"/>
                </a:lnTo>
                <a:lnTo>
                  <a:pt x="3919266" y="4769992"/>
                </a:lnTo>
                <a:lnTo>
                  <a:pt x="3914510" y="4755752"/>
                </a:lnTo>
                <a:lnTo>
                  <a:pt x="3913226" y="4728274"/>
                </a:lnTo>
                <a:lnTo>
                  <a:pt x="3902888" y="4701643"/>
                </a:lnTo>
                <a:lnTo>
                  <a:pt x="3900355" y="4685371"/>
                </a:lnTo>
                <a:lnTo>
                  <a:pt x="3884548" y="4648113"/>
                </a:lnTo>
                <a:lnTo>
                  <a:pt x="3883659" y="4635284"/>
                </a:lnTo>
                <a:lnTo>
                  <a:pt x="3884026" y="4609429"/>
                </a:lnTo>
                <a:lnTo>
                  <a:pt x="3891266" y="4587519"/>
                </a:lnTo>
                <a:lnTo>
                  <a:pt x="3901823" y="4576081"/>
                </a:lnTo>
                <a:lnTo>
                  <a:pt x="3917290" y="4567952"/>
                </a:lnTo>
                <a:lnTo>
                  <a:pt x="3933562" y="4567324"/>
                </a:lnTo>
                <a:lnTo>
                  <a:pt x="3955663" y="4577612"/>
                </a:lnTo>
                <a:lnTo>
                  <a:pt x="3970143" y="4579517"/>
                </a:lnTo>
                <a:lnTo>
                  <a:pt x="4041018" y="4601999"/>
                </a:lnTo>
                <a:lnTo>
                  <a:pt x="4055498" y="4603904"/>
                </a:lnTo>
                <a:lnTo>
                  <a:pt x="4065786" y="4608667"/>
                </a:lnTo>
                <a:lnTo>
                  <a:pt x="4085601" y="4609429"/>
                </a:lnTo>
                <a:lnTo>
                  <a:pt x="4096651" y="4614764"/>
                </a:lnTo>
                <a:lnTo>
                  <a:pt x="4124129" y="4616048"/>
                </a:lnTo>
                <a:lnTo>
                  <a:pt x="4149532" y="4626435"/>
                </a:lnTo>
                <a:lnTo>
                  <a:pt x="4193819" y="4627720"/>
                </a:lnTo>
                <a:lnTo>
                  <a:pt x="4234210" y="4639532"/>
                </a:lnTo>
                <a:lnTo>
                  <a:pt x="4258357" y="4633555"/>
                </a:lnTo>
                <a:lnTo>
                  <a:pt x="4295742" y="4644726"/>
                </a:lnTo>
                <a:lnTo>
                  <a:pt x="4334425" y="4646010"/>
                </a:lnTo>
                <a:lnTo>
                  <a:pt x="4347381" y="4651345"/>
                </a:lnTo>
                <a:lnTo>
                  <a:pt x="4383200" y="4651345"/>
                </a:lnTo>
                <a:lnTo>
                  <a:pt x="4396155" y="4646010"/>
                </a:lnTo>
                <a:lnTo>
                  <a:pt x="4431974" y="4645248"/>
                </a:lnTo>
                <a:lnTo>
                  <a:pt x="4448359" y="4639913"/>
                </a:lnTo>
                <a:lnTo>
                  <a:pt x="4532190" y="4639913"/>
                </a:lnTo>
                <a:lnTo>
                  <a:pt x="4549337" y="4645248"/>
                </a:lnTo>
                <a:lnTo>
                  <a:pt x="4599226" y="4646532"/>
                </a:lnTo>
                <a:lnTo>
                  <a:pt x="4635835" y="4657442"/>
                </a:lnTo>
                <a:lnTo>
                  <a:pt x="4698327" y="4658204"/>
                </a:lnTo>
                <a:lnTo>
                  <a:pt x="4712806" y="4663538"/>
                </a:lnTo>
                <a:lnTo>
                  <a:pt x="4739677" y="4663806"/>
                </a:lnTo>
                <a:lnTo>
                  <a:pt x="4747806" y="4662155"/>
                </a:lnTo>
                <a:lnTo>
                  <a:pt x="4814356" y="4628291"/>
                </a:lnTo>
                <a:lnTo>
                  <a:pt x="4834742" y="4621623"/>
                </a:lnTo>
                <a:lnTo>
                  <a:pt x="4861613" y="4621355"/>
                </a:lnTo>
                <a:lnTo>
                  <a:pt x="4899435" y="4635016"/>
                </a:lnTo>
                <a:lnTo>
                  <a:pt x="4917274" y="4644726"/>
                </a:lnTo>
                <a:lnTo>
                  <a:pt x="4941210" y="4646532"/>
                </a:lnTo>
                <a:lnTo>
                  <a:pt x="4996984" y="4665500"/>
                </a:lnTo>
                <a:lnTo>
                  <a:pt x="5020510" y="4677708"/>
                </a:lnTo>
                <a:lnTo>
                  <a:pt x="5036387" y="4692823"/>
                </a:lnTo>
                <a:lnTo>
                  <a:pt x="5046548" y="4708968"/>
                </a:lnTo>
                <a:lnTo>
                  <a:pt x="5053323" y="4728500"/>
                </a:lnTo>
                <a:lnTo>
                  <a:pt x="5054607" y="4767183"/>
                </a:lnTo>
                <a:lnTo>
                  <a:pt x="5059942" y="4781663"/>
                </a:lnTo>
                <a:lnTo>
                  <a:pt x="5061226" y="4842758"/>
                </a:lnTo>
                <a:lnTo>
                  <a:pt x="5066038" y="4852157"/>
                </a:lnTo>
                <a:lnTo>
                  <a:pt x="5066800" y="4871972"/>
                </a:lnTo>
                <a:lnTo>
                  <a:pt x="5072135" y="4882641"/>
                </a:lnTo>
                <a:lnTo>
                  <a:pt x="5072897" y="4902456"/>
                </a:lnTo>
                <a:lnTo>
                  <a:pt x="5083757" y="4931034"/>
                </a:lnTo>
                <a:lnTo>
                  <a:pt x="5086065" y="4948097"/>
                </a:lnTo>
                <a:lnTo>
                  <a:pt x="5094998" y="4955993"/>
                </a:lnTo>
                <a:lnTo>
                  <a:pt x="5118242" y="4960756"/>
                </a:lnTo>
                <a:lnTo>
                  <a:pt x="5128911" y="4956946"/>
                </a:lnTo>
                <a:lnTo>
                  <a:pt x="5163587" y="4956183"/>
                </a:lnTo>
                <a:lnTo>
                  <a:pt x="5178081" y="4951484"/>
                </a:lnTo>
                <a:lnTo>
                  <a:pt x="5235266" y="4983718"/>
                </a:lnTo>
                <a:lnTo>
                  <a:pt x="5270661" y="5018294"/>
                </a:lnTo>
                <a:lnTo>
                  <a:pt x="5278903" y="5039323"/>
                </a:lnTo>
                <a:lnTo>
                  <a:pt x="5279694" y="5068790"/>
                </a:lnTo>
                <a:lnTo>
                  <a:pt x="5274161" y="5085500"/>
                </a:lnTo>
                <a:lnTo>
                  <a:pt x="5274662" y="5099648"/>
                </a:lnTo>
                <a:lnTo>
                  <a:pt x="5285790" y="5111468"/>
                </a:lnTo>
                <a:lnTo>
                  <a:pt x="5307016" y="5122532"/>
                </a:lnTo>
                <a:lnTo>
                  <a:pt x="5325532" y="5139468"/>
                </a:lnTo>
                <a:lnTo>
                  <a:pt x="5457403" y="5138565"/>
                </a:lnTo>
                <a:lnTo>
                  <a:pt x="5514758" y="5115984"/>
                </a:lnTo>
                <a:lnTo>
                  <a:pt x="5538694" y="5114177"/>
                </a:lnTo>
                <a:lnTo>
                  <a:pt x="5569629" y="5097694"/>
                </a:lnTo>
                <a:lnTo>
                  <a:pt x="5593565" y="5095887"/>
                </a:lnTo>
                <a:lnTo>
                  <a:pt x="5601792" y="5091646"/>
                </a:lnTo>
                <a:lnTo>
                  <a:pt x="5640659" y="5083644"/>
                </a:lnTo>
                <a:lnTo>
                  <a:pt x="5660855" y="5074308"/>
                </a:lnTo>
                <a:lnTo>
                  <a:pt x="5672413" y="5079643"/>
                </a:lnTo>
                <a:lnTo>
                  <a:pt x="5684226" y="5090694"/>
                </a:lnTo>
                <a:lnTo>
                  <a:pt x="5692806" y="5105258"/>
                </a:lnTo>
                <a:lnTo>
                  <a:pt x="5700964" y="5128509"/>
                </a:lnTo>
                <a:lnTo>
                  <a:pt x="5722775" y="5153948"/>
                </a:lnTo>
                <a:lnTo>
                  <a:pt x="5727348" y="5168618"/>
                </a:lnTo>
                <a:lnTo>
                  <a:pt x="5760308" y="5207675"/>
                </a:lnTo>
                <a:lnTo>
                  <a:pt x="5777837" y="5220631"/>
                </a:lnTo>
                <a:lnTo>
                  <a:pt x="5827387" y="5277323"/>
                </a:lnTo>
                <a:lnTo>
                  <a:pt x="5866049" y="5403725"/>
                </a:lnTo>
                <a:lnTo>
                  <a:pt x="5882434" y="5436114"/>
                </a:lnTo>
                <a:lnTo>
                  <a:pt x="5900725" y="5491938"/>
                </a:lnTo>
                <a:lnTo>
                  <a:pt x="5902630" y="5506417"/>
                </a:lnTo>
                <a:lnTo>
                  <a:pt x="5925112" y="5558049"/>
                </a:lnTo>
                <a:lnTo>
                  <a:pt x="5945307" y="5623209"/>
                </a:lnTo>
                <a:lnTo>
                  <a:pt x="5961065" y="5653968"/>
                </a:lnTo>
                <a:lnTo>
                  <a:pt x="5964360" y="5667220"/>
                </a:lnTo>
                <a:lnTo>
                  <a:pt x="5980258" y="5686935"/>
                </a:lnTo>
                <a:lnTo>
                  <a:pt x="5994082" y="5732951"/>
                </a:lnTo>
                <a:lnTo>
                  <a:pt x="6010467" y="5772389"/>
                </a:lnTo>
                <a:lnTo>
                  <a:pt x="6012181" y="5787822"/>
                </a:lnTo>
                <a:lnTo>
                  <a:pt x="6022279" y="5800968"/>
                </a:lnTo>
                <a:lnTo>
                  <a:pt x="6036950" y="5849551"/>
                </a:lnTo>
                <a:lnTo>
                  <a:pt x="6043484" y="5856855"/>
                </a:lnTo>
                <a:lnTo>
                  <a:pt x="6051048" y="5858887"/>
                </a:lnTo>
                <a:lnTo>
                  <a:pt x="6059431" y="5855839"/>
                </a:lnTo>
                <a:lnTo>
                  <a:pt x="6087516" y="5828065"/>
                </a:lnTo>
                <a:lnTo>
                  <a:pt x="6112806" y="5797468"/>
                </a:lnTo>
                <a:lnTo>
                  <a:pt x="6130306" y="5787631"/>
                </a:lnTo>
                <a:lnTo>
                  <a:pt x="6143643" y="5793918"/>
                </a:lnTo>
                <a:lnTo>
                  <a:pt x="6156218" y="5806874"/>
                </a:lnTo>
                <a:lnTo>
                  <a:pt x="6175080" y="5863841"/>
                </a:lnTo>
                <a:lnTo>
                  <a:pt x="6176985" y="5880035"/>
                </a:lnTo>
                <a:lnTo>
                  <a:pt x="6191465" y="5894515"/>
                </a:lnTo>
                <a:lnTo>
                  <a:pt x="6205613" y="5895919"/>
                </a:lnTo>
                <a:lnTo>
                  <a:pt x="6239166" y="5905897"/>
                </a:lnTo>
                <a:lnTo>
                  <a:pt x="6256624" y="5907280"/>
                </a:lnTo>
                <a:lnTo>
                  <a:pt x="6463343" y="5907280"/>
                </a:lnTo>
                <a:lnTo>
                  <a:pt x="6491766" y="5903978"/>
                </a:lnTo>
                <a:lnTo>
                  <a:pt x="6503007" y="5909708"/>
                </a:lnTo>
                <a:lnTo>
                  <a:pt x="6516118" y="5921760"/>
                </a:lnTo>
                <a:lnTo>
                  <a:pt x="6550222" y="5962723"/>
                </a:lnTo>
                <a:lnTo>
                  <a:pt x="6568032" y="5990194"/>
                </a:lnTo>
                <a:lnTo>
                  <a:pt x="6588806" y="6014129"/>
                </a:lnTo>
                <a:lnTo>
                  <a:pt x="6598805" y="6039504"/>
                </a:lnTo>
                <a:lnTo>
                  <a:pt x="6619290" y="6062903"/>
                </a:lnTo>
                <a:lnTo>
                  <a:pt x="6629677" y="6082887"/>
                </a:lnTo>
                <a:lnTo>
                  <a:pt x="6662984" y="6111113"/>
                </a:lnTo>
                <a:lnTo>
                  <a:pt x="6692162" y="6147722"/>
                </a:lnTo>
                <a:lnTo>
                  <a:pt x="6695782" y="6160868"/>
                </a:lnTo>
                <a:lnTo>
                  <a:pt x="6706339" y="6172306"/>
                </a:lnTo>
                <a:lnTo>
                  <a:pt x="6727790" y="6186779"/>
                </a:lnTo>
                <a:lnTo>
                  <a:pt x="6748748" y="6193829"/>
                </a:lnTo>
                <a:lnTo>
                  <a:pt x="6776565" y="6194210"/>
                </a:lnTo>
                <a:lnTo>
                  <a:pt x="6787805" y="6183921"/>
                </a:lnTo>
                <a:lnTo>
                  <a:pt x="6804000" y="6176681"/>
                </a:lnTo>
                <a:lnTo>
                  <a:pt x="6820195" y="6183921"/>
                </a:lnTo>
                <a:lnTo>
                  <a:pt x="6831435" y="6194210"/>
                </a:lnTo>
                <a:lnTo>
                  <a:pt x="6918145" y="6195974"/>
                </a:lnTo>
                <a:lnTo>
                  <a:pt x="6933726" y="6205500"/>
                </a:lnTo>
                <a:lnTo>
                  <a:pt x="6948417" y="6221074"/>
                </a:lnTo>
                <a:lnTo>
                  <a:pt x="6971788" y="6279557"/>
                </a:lnTo>
                <a:lnTo>
                  <a:pt x="7010952" y="6297855"/>
                </a:lnTo>
                <a:lnTo>
                  <a:pt x="7017726" y="6297855"/>
                </a:lnTo>
                <a:lnTo>
                  <a:pt x="7029962" y="6292139"/>
                </a:lnTo>
                <a:lnTo>
                  <a:pt x="7061645" y="6291871"/>
                </a:lnTo>
                <a:lnTo>
                  <a:pt x="7068645" y="6292661"/>
                </a:lnTo>
                <a:lnTo>
                  <a:pt x="7089786" y="6303571"/>
                </a:lnTo>
                <a:lnTo>
                  <a:pt x="7111887" y="6303952"/>
                </a:lnTo>
                <a:lnTo>
                  <a:pt x="7156710" y="6253032"/>
                </a:lnTo>
                <a:lnTo>
                  <a:pt x="7197016" y="6220403"/>
                </a:lnTo>
                <a:lnTo>
                  <a:pt x="7208906" y="6214172"/>
                </a:lnTo>
                <a:lnTo>
                  <a:pt x="7218242" y="6212839"/>
                </a:lnTo>
                <a:lnTo>
                  <a:pt x="7228516" y="6216565"/>
                </a:lnTo>
                <a:lnTo>
                  <a:pt x="7254399" y="6206594"/>
                </a:lnTo>
                <a:lnTo>
                  <a:pt x="7270403" y="6210976"/>
                </a:lnTo>
                <a:lnTo>
                  <a:pt x="7297500" y="6194210"/>
                </a:lnTo>
                <a:lnTo>
                  <a:pt x="7320807" y="6200186"/>
                </a:lnTo>
                <a:lnTo>
                  <a:pt x="7357226" y="6186081"/>
                </a:lnTo>
                <a:lnTo>
                  <a:pt x="7364332" y="6177444"/>
                </a:lnTo>
                <a:lnTo>
                  <a:pt x="7365284" y="6156867"/>
                </a:lnTo>
                <a:lnTo>
                  <a:pt x="7377718" y="6119863"/>
                </a:lnTo>
                <a:lnTo>
                  <a:pt x="7386990" y="6108227"/>
                </a:lnTo>
                <a:lnTo>
                  <a:pt x="7405323" y="6097677"/>
                </a:lnTo>
                <a:lnTo>
                  <a:pt x="7416726" y="6100853"/>
                </a:lnTo>
                <a:lnTo>
                  <a:pt x="7436921" y="6091517"/>
                </a:lnTo>
                <a:lnTo>
                  <a:pt x="7453306" y="6090565"/>
                </a:lnTo>
                <a:lnTo>
                  <a:pt x="7477468" y="6067984"/>
                </a:lnTo>
                <a:lnTo>
                  <a:pt x="7523426" y="6044712"/>
                </a:lnTo>
                <a:lnTo>
                  <a:pt x="7534456" y="6021743"/>
                </a:lnTo>
                <a:lnTo>
                  <a:pt x="7560000" y="6003685"/>
                </a:lnTo>
                <a:lnTo>
                  <a:pt x="7560000" y="444952"/>
                </a:lnTo>
                <a:lnTo>
                  <a:pt x="7540595" y="451408"/>
                </a:lnTo>
                <a:lnTo>
                  <a:pt x="7520145" y="467984"/>
                </a:lnTo>
                <a:lnTo>
                  <a:pt x="7490565" y="482435"/>
                </a:lnTo>
                <a:lnTo>
                  <a:pt x="7477016" y="492823"/>
                </a:lnTo>
                <a:lnTo>
                  <a:pt x="7452629" y="501403"/>
                </a:lnTo>
                <a:lnTo>
                  <a:pt x="7405210" y="525113"/>
                </a:lnTo>
                <a:lnTo>
                  <a:pt x="7391661" y="535500"/>
                </a:lnTo>
                <a:lnTo>
                  <a:pt x="7350339" y="555597"/>
                </a:lnTo>
                <a:lnTo>
                  <a:pt x="7311366" y="580986"/>
                </a:lnTo>
                <a:lnTo>
                  <a:pt x="7275484" y="627855"/>
                </a:lnTo>
                <a:lnTo>
                  <a:pt x="7254018" y="645002"/>
                </a:lnTo>
                <a:lnTo>
                  <a:pt x="7221057" y="684059"/>
                </a:lnTo>
                <a:lnTo>
                  <a:pt x="7216104" y="699682"/>
                </a:lnTo>
                <a:lnTo>
                  <a:pt x="7172664" y="750933"/>
                </a:lnTo>
                <a:lnTo>
                  <a:pt x="7152419" y="784000"/>
                </a:lnTo>
                <a:lnTo>
                  <a:pt x="7139443" y="812176"/>
                </a:lnTo>
                <a:lnTo>
                  <a:pt x="7145038" y="829429"/>
                </a:lnTo>
                <a:lnTo>
                  <a:pt x="7144516" y="868113"/>
                </a:lnTo>
                <a:lnTo>
                  <a:pt x="7137417" y="887539"/>
                </a:lnTo>
                <a:lnTo>
                  <a:pt x="7117815" y="906895"/>
                </a:lnTo>
                <a:lnTo>
                  <a:pt x="7103885" y="913451"/>
                </a:lnTo>
                <a:lnTo>
                  <a:pt x="7078355" y="919738"/>
                </a:lnTo>
                <a:lnTo>
                  <a:pt x="7060065" y="914403"/>
                </a:lnTo>
                <a:lnTo>
                  <a:pt x="7039869" y="920119"/>
                </a:lnTo>
                <a:lnTo>
                  <a:pt x="6982712" y="920881"/>
                </a:lnTo>
                <a:lnTo>
                  <a:pt x="6968613" y="926216"/>
                </a:lnTo>
                <a:lnTo>
                  <a:pt x="6938129" y="926978"/>
                </a:lnTo>
                <a:lnTo>
                  <a:pt x="6924411" y="932313"/>
                </a:lnTo>
                <a:lnTo>
                  <a:pt x="6872589" y="933075"/>
                </a:lnTo>
                <a:lnTo>
                  <a:pt x="6858490" y="938409"/>
                </a:lnTo>
                <a:lnTo>
                  <a:pt x="6822671" y="939171"/>
                </a:lnTo>
                <a:lnTo>
                  <a:pt x="6809194" y="944435"/>
                </a:lnTo>
                <a:lnTo>
                  <a:pt x="6794855" y="944887"/>
                </a:lnTo>
                <a:lnTo>
                  <a:pt x="6773516" y="966226"/>
                </a:lnTo>
                <a:lnTo>
                  <a:pt x="6773065" y="980565"/>
                </a:lnTo>
                <a:lnTo>
                  <a:pt x="6767800" y="992899"/>
                </a:lnTo>
                <a:lnTo>
                  <a:pt x="6767038" y="1012714"/>
                </a:lnTo>
                <a:lnTo>
                  <a:pt x="6761704" y="1023764"/>
                </a:lnTo>
                <a:lnTo>
                  <a:pt x="6760942" y="1048913"/>
                </a:lnTo>
                <a:lnTo>
                  <a:pt x="6756129" y="1058468"/>
                </a:lnTo>
                <a:lnTo>
                  <a:pt x="6755339" y="1103177"/>
                </a:lnTo>
                <a:lnTo>
                  <a:pt x="6760942" y="1122075"/>
                </a:lnTo>
                <a:lnTo>
                  <a:pt x="6760419" y="1160758"/>
                </a:lnTo>
                <a:lnTo>
                  <a:pt x="6746194" y="1200274"/>
                </a:lnTo>
                <a:lnTo>
                  <a:pt x="6735030" y="1211049"/>
                </a:lnTo>
                <a:lnTo>
                  <a:pt x="6722484" y="1217210"/>
                </a:lnTo>
                <a:lnTo>
                  <a:pt x="6708547" y="1211240"/>
                </a:lnTo>
                <a:lnTo>
                  <a:pt x="6677873" y="1187424"/>
                </a:lnTo>
                <a:lnTo>
                  <a:pt x="6665821" y="1174314"/>
                </a:lnTo>
                <a:lnTo>
                  <a:pt x="6656323" y="1155452"/>
                </a:lnTo>
                <a:lnTo>
                  <a:pt x="6636903" y="1129371"/>
                </a:lnTo>
                <a:lnTo>
                  <a:pt x="6616143" y="1116549"/>
                </a:lnTo>
                <a:lnTo>
                  <a:pt x="6603710" y="1116048"/>
                </a:lnTo>
                <a:lnTo>
                  <a:pt x="6579562" y="1126838"/>
                </a:lnTo>
                <a:lnTo>
                  <a:pt x="6563290" y="1129371"/>
                </a:lnTo>
                <a:lnTo>
                  <a:pt x="6496903" y="1162339"/>
                </a:lnTo>
                <a:lnTo>
                  <a:pt x="6484540" y="1157315"/>
                </a:lnTo>
                <a:lnTo>
                  <a:pt x="6470202" y="1143223"/>
                </a:lnTo>
                <a:lnTo>
                  <a:pt x="6463484" y="1123952"/>
                </a:lnTo>
                <a:lnTo>
                  <a:pt x="6460817" y="1068446"/>
                </a:lnTo>
                <a:lnTo>
                  <a:pt x="6453435" y="1055582"/>
                </a:lnTo>
                <a:lnTo>
                  <a:pt x="6435145" y="1036339"/>
                </a:lnTo>
                <a:lnTo>
                  <a:pt x="6393032" y="1037242"/>
                </a:lnTo>
                <a:lnTo>
                  <a:pt x="6378178" y="1045484"/>
                </a:lnTo>
                <a:lnTo>
                  <a:pt x="6358935" y="1063774"/>
                </a:lnTo>
                <a:lnTo>
                  <a:pt x="6358554" y="1091591"/>
                </a:lnTo>
                <a:lnTo>
                  <a:pt x="6353220" y="1103403"/>
                </a:lnTo>
                <a:lnTo>
                  <a:pt x="6352458" y="1133887"/>
                </a:lnTo>
                <a:lnTo>
                  <a:pt x="6345669" y="1154492"/>
                </a:lnTo>
                <a:lnTo>
                  <a:pt x="6312067" y="1188949"/>
                </a:lnTo>
                <a:lnTo>
                  <a:pt x="6293169" y="1198538"/>
                </a:lnTo>
                <a:lnTo>
                  <a:pt x="6281583" y="1192759"/>
                </a:lnTo>
                <a:lnTo>
                  <a:pt x="6270419" y="1181984"/>
                </a:lnTo>
                <a:lnTo>
                  <a:pt x="6261768" y="1157893"/>
                </a:lnTo>
                <a:lnTo>
                  <a:pt x="6261768" y="1122075"/>
                </a:lnTo>
                <a:lnTo>
                  <a:pt x="6267103" y="1107214"/>
                </a:lnTo>
                <a:lnTo>
                  <a:pt x="6267865" y="1044722"/>
                </a:lnTo>
                <a:lnTo>
                  <a:pt x="6273581" y="1030242"/>
                </a:lnTo>
                <a:lnTo>
                  <a:pt x="6262530" y="1016905"/>
                </a:lnTo>
                <a:lnTo>
                  <a:pt x="6234904" y="995567"/>
                </a:lnTo>
                <a:lnTo>
                  <a:pt x="6210242" y="983048"/>
                </a:lnTo>
                <a:lnTo>
                  <a:pt x="6161743" y="968322"/>
                </a:lnTo>
                <a:lnTo>
                  <a:pt x="6140595" y="958033"/>
                </a:lnTo>
                <a:lnTo>
                  <a:pt x="6124323" y="955500"/>
                </a:lnTo>
                <a:lnTo>
                  <a:pt x="6074306" y="933145"/>
                </a:lnTo>
                <a:lnTo>
                  <a:pt x="6051683" y="946030"/>
                </a:lnTo>
                <a:lnTo>
                  <a:pt x="6020374" y="982611"/>
                </a:lnTo>
                <a:lnTo>
                  <a:pt x="6008597" y="1004048"/>
                </a:lnTo>
                <a:lnTo>
                  <a:pt x="5971565" y="1044242"/>
                </a:lnTo>
                <a:lnTo>
                  <a:pt x="5960839" y="1064000"/>
                </a:lnTo>
                <a:lnTo>
                  <a:pt x="5909806" y="1127790"/>
                </a:lnTo>
                <a:lnTo>
                  <a:pt x="5851097" y="1179839"/>
                </a:lnTo>
                <a:lnTo>
                  <a:pt x="5830887" y="1193952"/>
                </a:lnTo>
                <a:lnTo>
                  <a:pt x="5806415" y="1203047"/>
                </a:lnTo>
                <a:lnTo>
                  <a:pt x="5742018" y="1254108"/>
                </a:lnTo>
                <a:lnTo>
                  <a:pt x="5732562" y="1264622"/>
                </a:lnTo>
                <a:lnTo>
                  <a:pt x="5708345" y="1312302"/>
                </a:lnTo>
                <a:lnTo>
                  <a:pt x="5706962" y="1358706"/>
                </a:lnTo>
                <a:lnTo>
                  <a:pt x="5718393" y="1390333"/>
                </a:lnTo>
                <a:lnTo>
                  <a:pt x="5717871" y="1429016"/>
                </a:lnTo>
                <a:lnTo>
                  <a:pt x="5704104" y="1467304"/>
                </a:lnTo>
                <a:lnTo>
                  <a:pt x="5676697" y="1498445"/>
                </a:lnTo>
                <a:lnTo>
                  <a:pt x="5664856" y="1519127"/>
                </a:lnTo>
                <a:lnTo>
                  <a:pt x="5635790" y="1550726"/>
                </a:lnTo>
                <a:lnTo>
                  <a:pt x="5621226" y="1578952"/>
                </a:lnTo>
                <a:lnTo>
                  <a:pt x="5648097" y="1626145"/>
                </a:lnTo>
                <a:lnTo>
                  <a:pt x="5665597" y="1639016"/>
                </a:lnTo>
                <a:lnTo>
                  <a:pt x="5680288" y="1654590"/>
                </a:lnTo>
                <a:lnTo>
                  <a:pt x="5687909" y="1677643"/>
                </a:lnTo>
                <a:lnTo>
                  <a:pt x="5687909" y="1724131"/>
                </a:lnTo>
                <a:lnTo>
                  <a:pt x="5682575" y="1737468"/>
                </a:lnTo>
                <a:lnTo>
                  <a:pt x="5681290" y="1770548"/>
                </a:lnTo>
                <a:lnTo>
                  <a:pt x="5671157" y="1794096"/>
                </a:lnTo>
                <a:lnTo>
                  <a:pt x="5661998" y="1802436"/>
                </a:lnTo>
                <a:lnTo>
                  <a:pt x="5648661" y="1808724"/>
                </a:lnTo>
                <a:lnTo>
                  <a:pt x="5635670" y="1802486"/>
                </a:lnTo>
                <a:lnTo>
                  <a:pt x="5610973" y="1777365"/>
                </a:lnTo>
                <a:lnTo>
                  <a:pt x="5600452" y="1750790"/>
                </a:lnTo>
                <a:lnTo>
                  <a:pt x="5562163" y="1698791"/>
                </a:lnTo>
                <a:lnTo>
                  <a:pt x="5539110" y="1659353"/>
                </a:lnTo>
                <a:lnTo>
                  <a:pt x="5501386" y="1613246"/>
                </a:lnTo>
                <a:lnTo>
                  <a:pt x="5491839" y="1588323"/>
                </a:lnTo>
                <a:lnTo>
                  <a:pt x="5465194" y="1553435"/>
                </a:lnTo>
                <a:lnTo>
                  <a:pt x="5460995" y="1538942"/>
                </a:lnTo>
                <a:lnTo>
                  <a:pt x="5446134" y="1521413"/>
                </a:lnTo>
                <a:lnTo>
                  <a:pt x="5442705" y="1508458"/>
                </a:lnTo>
                <a:lnTo>
                  <a:pt x="5418127" y="1477212"/>
                </a:lnTo>
                <a:lnTo>
                  <a:pt x="5343145" y="1427435"/>
                </a:lnTo>
                <a:lnTo>
                  <a:pt x="5318758" y="1418855"/>
                </a:lnTo>
                <a:lnTo>
                  <a:pt x="5283532" y="1397629"/>
                </a:lnTo>
                <a:lnTo>
                  <a:pt x="5259145" y="1389048"/>
                </a:lnTo>
                <a:lnTo>
                  <a:pt x="5235887" y="1373016"/>
                </a:lnTo>
                <a:lnTo>
                  <a:pt x="5221887" y="1359468"/>
                </a:lnTo>
                <a:lnTo>
                  <a:pt x="5199786" y="1359849"/>
                </a:lnTo>
                <a:lnTo>
                  <a:pt x="5189498" y="1364612"/>
                </a:lnTo>
                <a:lnTo>
                  <a:pt x="5175018" y="1366517"/>
                </a:lnTo>
                <a:lnTo>
                  <a:pt x="5149812" y="1378450"/>
                </a:lnTo>
                <a:lnTo>
                  <a:pt x="5142065" y="1385435"/>
                </a:lnTo>
                <a:lnTo>
                  <a:pt x="5134387" y="1400903"/>
                </a:lnTo>
                <a:lnTo>
                  <a:pt x="5133103" y="1501218"/>
                </a:lnTo>
                <a:lnTo>
                  <a:pt x="5126540" y="1526169"/>
                </a:lnTo>
                <a:lnTo>
                  <a:pt x="5100234" y="1552702"/>
                </a:lnTo>
                <a:lnTo>
                  <a:pt x="5072516" y="1566758"/>
                </a:lnTo>
                <a:lnTo>
                  <a:pt x="5054113" y="1557048"/>
                </a:lnTo>
                <a:lnTo>
                  <a:pt x="5042653" y="1543556"/>
                </a:lnTo>
                <a:lnTo>
                  <a:pt x="5036317" y="1522556"/>
                </a:lnTo>
                <a:lnTo>
                  <a:pt x="5035032" y="1466387"/>
                </a:lnTo>
                <a:lnTo>
                  <a:pt x="5027559" y="1458667"/>
                </a:lnTo>
                <a:lnTo>
                  <a:pt x="5011739" y="1462732"/>
                </a:lnTo>
                <a:lnTo>
                  <a:pt x="4935720" y="1463494"/>
                </a:lnTo>
                <a:lnTo>
                  <a:pt x="4919716" y="1468829"/>
                </a:lnTo>
                <a:lnTo>
                  <a:pt x="4883897" y="1468829"/>
                </a:lnTo>
                <a:lnTo>
                  <a:pt x="4846935" y="1457397"/>
                </a:lnTo>
                <a:lnTo>
                  <a:pt x="4813855" y="1456113"/>
                </a:lnTo>
                <a:lnTo>
                  <a:pt x="4795790" y="1446403"/>
                </a:lnTo>
                <a:lnTo>
                  <a:pt x="4758306" y="1433532"/>
                </a:lnTo>
                <a:lnTo>
                  <a:pt x="4736431" y="1432248"/>
                </a:lnTo>
                <a:lnTo>
                  <a:pt x="4720808" y="1424436"/>
                </a:lnTo>
                <a:lnTo>
                  <a:pt x="4708234" y="1411481"/>
                </a:lnTo>
                <a:lnTo>
                  <a:pt x="4700726" y="1386339"/>
                </a:lnTo>
                <a:lnTo>
                  <a:pt x="4701516" y="1356871"/>
                </a:lnTo>
                <a:lnTo>
                  <a:pt x="4717379" y="1307645"/>
                </a:lnTo>
                <a:lnTo>
                  <a:pt x="4710831" y="1300194"/>
                </a:lnTo>
                <a:lnTo>
                  <a:pt x="4677806" y="1281113"/>
                </a:lnTo>
                <a:lnTo>
                  <a:pt x="4594300" y="1279829"/>
                </a:lnTo>
                <a:lnTo>
                  <a:pt x="4582509" y="1275877"/>
                </a:lnTo>
                <a:lnTo>
                  <a:pt x="4562483" y="1274494"/>
                </a:lnTo>
                <a:lnTo>
                  <a:pt x="4314420" y="1273732"/>
                </a:lnTo>
                <a:lnTo>
                  <a:pt x="4259161" y="1268129"/>
                </a:lnTo>
                <a:lnTo>
                  <a:pt x="4116085" y="1268397"/>
                </a:lnTo>
                <a:lnTo>
                  <a:pt x="4093984" y="1272208"/>
                </a:lnTo>
                <a:lnTo>
                  <a:pt x="4082411" y="1267056"/>
                </a:lnTo>
                <a:lnTo>
                  <a:pt x="4068073" y="1252965"/>
                </a:lnTo>
                <a:lnTo>
                  <a:pt x="4060565" y="1227823"/>
                </a:lnTo>
                <a:lnTo>
                  <a:pt x="4061355" y="1198355"/>
                </a:lnTo>
                <a:lnTo>
                  <a:pt x="4073548" y="1168097"/>
                </a:lnTo>
                <a:lnTo>
                  <a:pt x="4083505" y="1155226"/>
                </a:lnTo>
                <a:lnTo>
                  <a:pt x="4086419" y="1142355"/>
                </a:lnTo>
                <a:lnTo>
                  <a:pt x="4097032" y="1120452"/>
                </a:lnTo>
                <a:lnTo>
                  <a:pt x="4095889" y="1106480"/>
                </a:lnTo>
                <a:lnTo>
                  <a:pt x="4077161" y="1050903"/>
                </a:lnTo>
                <a:lnTo>
                  <a:pt x="4059548" y="1009581"/>
                </a:lnTo>
                <a:lnTo>
                  <a:pt x="4023081" y="959339"/>
                </a:lnTo>
                <a:lnTo>
                  <a:pt x="4003330" y="940731"/>
                </a:lnTo>
                <a:lnTo>
                  <a:pt x="3961774" y="910790"/>
                </a:lnTo>
                <a:lnTo>
                  <a:pt x="3937613" y="902661"/>
                </a:lnTo>
                <a:lnTo>
                  <a:pt x="3920776" y="904856"/>
                </a:lnTo>
                <a:lnTo>
                  <a:pt x="3901935" y="929645"/>
                </a:lnTo>
                <a:lnTo>
                  <a:pt x="3901554" y="968893"/>
                </a:lnTo>
                <a:lnTo>
                  <a:pt x="3888789" y="1007951"/>
                </a:lnTo>
                <a:lnTo>
                  <a:pt x="3876645" y="1032613"/>
                </a:lnTo>
                <a:lnTo>
                  <a:pt x="3856887" y="1060048"/>
                </a:lnTo>
                <a:lnTo>
                  <a:pt x="3833072" y="1082721"/>
                </a:lnTo>
                <a:lnTo>
                  <a:pt x="3812855" y="1096403"/>
                </a:lnTo>
                <a:lnTo>
                  <a:pt x="3739418" y="1126838"/>
                </a:lnTo>
                <a:lnTo>
                  <a:pt x="3728368" y="1128933"/>
                </a:lnTo>
                <a:lnTo>
                  <a:pt x="3720175" y="1136745"/>
                </a:lnTo>
                <a:lnTo>
                  <a:pt x="3712935" y="1155226"/>
                </a:lnTo>
                <a:lnTo>
                  <a:pt x="3718651" y="1173516"/>
                </a:lnTo>
                <a:lnTo>
                  <a:pt x="3718651" y="1246677"/>
                </a:lnTo>
                <a:lnTo>
                  <a:pt x="3709887" y="1273351"/>
                </a:lnTo>
                <a:lnTo>
                  <a:pt x="3678260" y="1304787"/>
                </a:lnTo>
                <a:lnTo>
                  <a:pt x="3661790" y="1315210"/>
                </a:lnTo>
                <a:lnTo>
                  <a:pt x="3639774" y="1322887"/>
                </a:lnTo>
                <a:lnTo>
                  <a:pt x="3625167" y="1315647"/>
                </a:lnTo>
                <a:lnTo>
                  <a:pt x="3610433" y="1300913"/>
                </a:lnTo>
                <a:lnTo>
                  <a:pt x="3598677" y="1277839"/>
                </a:lnTo>
                <a:lnTo>
                  <a:pt x="3595516" y="1264290"/>
                </a:lnTo>
                <a:lnTo>
                  <a:pt x="3572216" y="1224090"/>
                </a:lnTo>
                <a:lnTo>
                  <a:pt x="3543129" y="1190226"/>
                </a:lnTo>
                <a:lnTo>
                  <a:pt x="3536510" y="1170087"/>
                </a:lnTo>
                <a:lnTo>
                  <a:pt x="3536143" y="1144232"/>
                </a:lnTo>
                <a:lnTo>
                  <a:pt x="3537032" y="1131403"/>
                </a:lnTo>
                <a:lnTo>
                  <a:pt x="3545161" y="1110177"/>
                </a:lnTo>
                <a:lnTo>
                  <a:pt x="3556325" y="1099402"/>
                </a:lnTo>
                <a:lnTo>
                  <a:pt x="3587331" y="1084153"/>
                </a:lnTo>
                <a:lnTo>
                  <a:pt x="3598783" y="1074239"/>
                </a:lnTo>
                <a:lnTo>
                  <a:pt x="3608909" y="1043198"/>
                </a:lnTo>
                <a:lnTo>
                  <a:pt x="3609671" y="1023383"/>
                </a:lnTo>
                <a:lnTo>
                  <a:pt x="3615006" y="1012714"/>
                </a:lnTo>
                <a:lnTo>
                  <a:pt x="3615768" y="992899"/>
                </a:lnTo>
                <a:lnTo>
                  <a:pt x="3633296" y="938409"/>
                </a:lnTo>
                <a:lnTo>
                  <a:pt x="3634058" y="902591"/>
                </a:lnTo>
                <a:lnTo>
                  <a:pt x="3639393" y="889254"/>
                </a:lnTo>
                <a:lnTo>
                  <a:pt x="3640155" y="848101"/>
                </a:lnTo>
                <a:lnTo>
                  <a:pt x="3645751" y="833727"/>
                </a:lnTo>
                <a:lnTo>
                  <a:pt x="3640155" y="816474"/>
                </a:lnTo>
                <a:lnTo>
                  <a:pt x="3639393" y="780655"/>
                </a:lnTo>
                <a:lnTo>
                  <a:pt x="3634058" y="768462"/>
                </a:lnTo>
                <a:lnTo>
                  <a:pt x="3633296" y="743313"/>
                </a:lnTo>
                <a:lnTo>
                  <a:pt x="3619191" y="708884"/>
                </a:lnTo>
                <a:lnTo>
                  <a:pt x="3600145" y="719306"/>
                </a:lnTo>
                <a:lnTo>
                  <a:pt x="3591007" y="716131"/>
                </a:lnTo>
                <a:lnTo>
                  <a:pt x="3585030" y="707995"/>
                </a:lnTo>
                <a:lnTo>
                  <a:pt x="3593371" y="696274"/>
                </a:lnTo>
                <a:lnTo>
                  <a:pt x="3613863" y="693395"/>
                </a:lnTo>
                <a:lnTo>
                  <a:pt x="3615500" y="688710"/>
                </a:lnTo>
                <a:lnTo>
                  <a:pt x="3603575" y="646526"/>
                </a:lnTo>
                <a:lnTo>
                  <a:pt x="3602812" y="621377"/>
                </a:lnTo>
                <a:lnTo>
                  <a:pt x="3598000" y="612274"/>
                </a:lnTo>
                <a:lnTo>
                  <a:pt x="3596716" y="584796"/>
                </a:lnTo>
                <a:lnTo>
                  <a:pt x="3591381" y="572603"/>
                </a:lnTo>
                <a:lnTo>
                  <a:pt x="3590619" y="536784"/>
                </a:lnTo>
                <a:lnTo>
                  <a:pt x="3585284" y="523067"/>
                </a:lnTo>
                <a:lnTo>
                  <a:pt x="3584522" y="476579"/>
                </a:lnTo>
                <a:lnTo>
                  <a:pt x="3579188" y="464004"/>
                </a:lnTo>
                <a:lnTo>
                  <a:pt x="3577924" y="442383"/>
                </a:lnTo>
                <a:lnTo>
                  <a:pt x="3571185" y="444048"/>
                </a:lnTo>
                <a:lnTo>
                  <a:pt x="3563635" y="455367"/>
                </a:lnTo>
                <a:lnTo>
                  <a:pt x="3554363" y="456129"/>
                </a:lnTo>
                <a:lnTo>
                  <a:pt x="3539813" y="449905"/>
                </a:lnTo>
                <a:lnTo>
                  <a:pt x="3525079" y="435171"/>
                </a:lnTo>
                <a:lnTo>
                  <a:pt x="3518791" y="421708"/>
                </a:lnTo>
                <a:lnTo>
                  <a:pt x="3510161" y="386355"/>
                </a:lnTo>
                <a:lnTo>
                  <a:pt x="3482839" y="338935"/>
                </a:lnTo>
                <a:lnTo>
                  <a:pt x="3463419" y="285532"/>
                </a:lnTo>
                <a:lnTo>
                  <a:pt x="3463356" y="274489"/>
                </a:lnTo>
                <a:lnTo>
                  <a:pt x="3466588" y="268717"/>
                </a:lnTo>
                <a:lnTo>
                  <a:pt x="3486226" y="279774"/>
                </a:lnTo>
                <a:lnTo>
                  <a:pt x="3499167" y="277100"/>
                </a:lnTo>
                <a:lnTo>
                  <a:pt x="3491871" y="252226"/>
                </a:lnTo>
                <a:lnTo>
                  <a:pt x="3485323" y="239129"/>
                </a:lnTo>
                <a:lnTo>
                  <a:pt x="3477448" y="232136"/>
                </a:lnTo>
                <a:lnTo>
                  <a:pt x="3466588" y="232517"/>
                </a:lnTo>
                <a:lnTo>
                  <a:pt x="3460434" y="242502"/>
                </a:lnTo>
                <a:lnTo>
                  <a:pt x="3457061" y="243377"/>
                </a:lnTo>
                <a:lnTo>
                  <a:pt x="3449250" y="239185"/>
                </a:lnTo>
                <a:lnTo>
                  <a:pt x="3444677" y="231565"/>
                </a:lnTo>
                <a:lnTo>
                  <a:pt x="3459919" y="183552"/>
                </a:lnTo>
                <a:lnTo>
                  <a:pt x="3491546" y="152116"/>
                </a:lnTo>
                <a:lnTo>
                  <a:pt x="3522602" y="130206"/>
                </a:lnTo>
                <a:lnTo>
                  <a:pt x="3523554" y="97435"/>
                </a:lnTo>
                <a:lnTo>
                  <a:pt x="3516886" y="71905"/>
                </a:lnTo>
                <a:lnTo>
                  <a:pt x="3504968" y="51484"/>
                </a:lnTo>
                <a:lnTo>
                  <a:pt x="3480948" y="30540"/>
                </a:lnTo>
                <a:lnTo>
                  <a:pt x="3466016" y="34563"/>
                </a:lnTo>
                <a:lnTo>
                  <a:pt x="3456299" y="30752"/>
                </a:lnTo>
                <a:lnTo>
                  <a:pt x="3426387" y="30752"/>
                </a:lnTo>
                <a:lnTo>
                  <a:pt x="3411145" y="36468"/>
                </a:lnTo>
                <a:lnTo>
                  <a:pt x="3384091" y="24655"/>
                </a:lnTo>
                <a:lnTo>
                  <a:pt x="3357742" y="24726"/>
                </a:lnTo>
                <a:lnTo>
                  <a:pt x="3354750" y="25798"/>
                </a:lnTo>
                <a:lnTo>
                  <a:pt x="3350580" y="48111"/>
                </a:lnTo>
                <a:lnTo>
                  <a:pt x="3328839" y="60855"/>
                </a:lnTo>
                <a:lnTo>
                  <a:pt x="3312016" y="52726"/>
                </a:lnTo>
                <a:lnTo>
                  <a:pt x="3305595" y="45422"/>
                </a:lnTo>
                <a:lnTo>
                  <a:pt x="3305016" y="35395"/>
                </a:lnTo>
                <a:lnTo>
                  <a:pt x="3315121" y="21226"/>
                </a:lnTo>
                <a:lnTo>
                  <a:pt x="3311960" y="19758"/>
                </a:lnTo>
                <a:lnTo>
                  <a:pt x="3275111" y="17796"/>
                </a:lnTo>
                <a:lnTo>
                  <a:pt x="3262339" y="12984"/>
                </a:lnTo>
                <a:lnTo>
                  <a:pt x="3249016" y="12194"/>
                </a:lnTo>
                <a:lnTo>
                  <a:pt x="3179849" y="12462"/>
                </a:lnTo>
                <a:lnTo>
                  <a:pt x="3170323" y="15129"/>
                </a:lnTo>
                <a:close/>
                <a:moveTo>
                  <a:pt x="3056008" y="789419"/>
                </a:moveTo>
                <a:lnTo>
                  <a:pt x="3068371" y="797661"/>
                </a:lnTo>
                <a:lnTo>
                  <a:pt x="3083062" y="813235"/>
                </a:lnTo>
                <a:lnTo>
                  <a:pt x="3097726" y="860661"/>
                </a:lnTo>
                <a:lnTo>
                  <a:pt x="3108021" y="874774"/>
                </a:lnTo>
                <a:lnTo>
                  <a:pt x="3122882" y="917452"/>
                </a:lnTo>
                <a:lnTo>
                  <a:pt x="3158729" y="976620"/>
                </a:lnTo>
                <a:lnTo>
                  <a:pt x="3214905" y="1046627"/>
                </a:lnTo>
                <a:lnTo>
                  <a:pt x="3267871" y="1083017"/>
                </a:lnTo>
                <a:lnTo>
                  <a:pt x="3289972" y="1104927"/>
                </a:lnTo>
                <a:lnTo>
                  <a:pt x="3298242" y="1131403"/>
                </a:lnTo>
                <a:lnTo>
                  <a:pt x="3297974" y="1158274"/>
                </a:lnTo>
                <a:lnTo>
                  <a:pt x="3291637" y="1177750"/>
                </a:lnTo>
                <a:lnTo>
                  <a:pt x="3276395" y="1193895"/>
                </a:lnTo>
                <a:lnTo>
                  <a:pt x="3233541" y="1209095"/>
                </a:lnTo>
                <a:lnTo>
                  <a:pt x="3213790" y="1228274"/>
                </a:lnTo>
                <a:lnTo>
                  <a:pt x="3196043" y="1252774"/>
                </a:lnTo>
                <a:lnTo>
                  <a:pt x="3181564" y="1300596"/>
                </a:lnTo>
                <a:lnTo>
                  <a:pt x="3169179" y="1325300"/>
                </a:lnTo>
                <a:lnTo>
                  <a:pt x="3154446" y="1340034"/>
                </a:lnTo>
                <a:lnTo>
                  <a:pt x="3142097" y="1345242"/>
                </a:lnTo>
                <a:lnTo>
                  <a:pt x="3130877" y="1339583"/>
                </a:lnTo>
                <a:lnTo>
                  <a:pt x="3115000" y="1324468"/>
                </a:lnTo>
                <a:lnTo>
                  <a:pt x="3101339" y="1301210"/>
                </a:lnTo>
                <a:lnTo>
                  <a:pt x="3073677" y="1269484"/>
                </a:lnTo>
                <a:lnTo>
                  <a:pt x="3067058" y="1249726"/>
                </a:lnTo>
                <a:lnTo>
                  <a:pt x="3066296" y="1219242"/>
                </a:lnTo>
                <a:lnTo>
                  <a:pt x="3060962" y="1207810"/>
                </a:lnTo>
                <a:lnTo>
                  <a:pt x="3060200" y="1187996"/>
                </a:lnTo>
                <a:lnTo>
                  <a:pt x="3054865" y="1175040"/>
                </a:lnTo>
                <a:lnTo>
                  <a:pt x="3053581" y="1119548"/>
                </a:lnTo>
                <a:lnTo>
                  <a:pt x="3048768" y="1110262"/>
                </a:lnTo>
                <a:lnTo>
                  <a:pt x="3047484" y="1088387"/>
                </a:lnTo>
                <a:lnTo>
                  <a:pt x="3041147" y="1075777"/>
                </a:lnTo>
                <a:lnTo>
                  <a:pt x="3033935" y="1068177"/>
                </a:lnTo>
                <a:lnTo>
                  <a:pt x="3024346" y="1066844"/>
                </a:lnTo>
                <a:lnTo>
                  <a:pt x="3005329" y="1067204"/>
                </a:lnTo>
                <a:lnTo>
                  <a:pt x="2980179" y="1073872"/>
                </a:lnTo>
                <a:lnTo>
                  <a:pt x="2945871" y="1087597"/>
                </a:lnTo>
                <a:lnTo>
                  <a:pt x="2924758" y="1102500"/>
                </a:lnTo>
                <a:lnTo>
                  <a:pt x="2908161" y="1118645"/>
                </a:lnTo>
                <a:lnTo>
                  <a:pt x="2907710" y="1132984"/>
                </a:lnTo>
                <a:lnTo>
                  <a:pt x="2902446" y="1147986"/>
                </a:lnTo>
                <a:lnTo>
                  <a:pt x="2901683" y="1205143"/>
                </a:lnTo>
                <a:lnTo>
                  <a:pt x="2896349" y="1221528"/>
                </a:lnTo>
                <a:lnTo>
                  <a:pt x="2895065" y="1288226"/>
                </a:lnTo>
                <a:lnTo>
                  <a:pt x="2884931" y="1312451"/>
                </a:lnTo>
                <a:lnTo>
                  <a:pt x="2874008" y="1321927"/>
                </a:lnTo>
                <a:lnTo>
                  <a:pt x="2861645" y="1326952"/>
                </a:lnTo>
                <a:lnTo>
                  <a:pt x="2847081" y="1319274"/>
                </a:lnTo>
                <a:lnTo>
                  <a:pt x="2835621" y="1305782"/>
                </a:lnTo>
                <a:lnTo>
                  <a:pt x="2829284" y="1286306"/>
                </a:lnTo>
                <a:lnTo>
                  <a:pt x="2828000" y="1253226"/>
                </a:lnTo>
                <a:lnTo>
                  <a:pt x="2810994" y="1200952"/>
                </a:lnTo>
                <a:lnTo>
                  <a:pt x="2810232" y="1170468"/>
                </a:lnTo>
                <a:lnTo>
                  <a:pt x="2804897" y="1155988"/>
                </a:lnTo>
                <a:lnTo>
                  <a:pt x="2804530" y="1110375"/>
                </a:lnTo>
                <a:lnTo>
                  <a:pt x="2805419" y="1089290"/>
                </a:lnTo>
                <a:lnTo>
                  <a:pt x="2811516" y="1071452"/>
                </a:lnTo>
                <a:lnTo>
                  <a:pt x="2839177" y="1039726"/>
                </a:lnTo>
                <a:lnTo>
                  <a:pt x="2858844" y="1010590"/>
                </a:lnTo>
                <a:lnTo>
                  <a:pt x="2891205" y="976705"/>
                </a:lnTo>
                <a:lnTo>
                  <a:pt x="2925090" y="944344"/>
                </a:lnTo>
                <a:lnTo>
                  <a:pt x="2977512" y="902019"/>
                </a:lnTo>
                <a:lnTo>
                  <a:pt x="3017903" y="862581"/>
                </a:lnTo>
                <a:lnTo>
                  <a:pt x="3018284" y="829048"/>
                </a:lnTo>
                <a:lnTo>
                  <a:pt x="3025524" y="807519"/>
                </a:lnTo>
                <a:lnTo>
                  <a:pt x="3039863" y="793427"/>
                </a:lnTo>
                <a:lnTo>
                  <a:pt x="3051435" y="787895"/>
                </a:lnTo>
                <a:lnTo>
                  <a:pt x="3056008" y="789419"/>
                </a:lnTo>
                <a:close/>
                <a:moveTo>
                  <a:pt x="3950710" y="1197903"/>
                </a:moveTo>
                <a:lnTo>
                  <a:pt x="3972726" y="1212242"/>
                </a:lnTo>
                <a:lnTo>
                  <a:pt x="3997113" y="1220823"/>
                </a:lnTo>
                <a:lnTo>
                  <a:pt x="4013978" y="1230807"/>
                </a:lnTo>
                <a:lnTo>
                  <a:pt x="4023250" y="1242444"/>
                </a:lnTo>
                <a:lnTo>
                  <a:pt x="4029954" y="1270500"/>
                </a:lnTo>
                <a:lnTo>
                  <a:pt x="4029065" y="1295000"/>
                </a:lnTo>
                <a:lnTo>
                  <a:pt x="4020442" y="1316409"/>
                </a:lnTo>
                <a:lnTo>
                  <a:pt x="3979782" y="1356250"/>
                </a:lnTo>
                <a:lnTo>
                  <a:pt x="3953758" y="1369756"/>
                </a:lnTo>
                <a:lnTo>
                  <a:pt x="3906910" y="1353004"/>
                </a:lnTo>
                <a:lnTo>
                  <a:pt x="3887484" y="1335306"/>
                </a:lnTo>
                <a:lnTo>
                  <a:pt x="3878452" y="1313516"/>
                </a:lnTo>
                <a:lnTo>
                  <a:pt x="3877167" y="1291641"/>
                </a:lnTo>
                <a:lnTo>
                  <a:pt x="3871565" y="1274790"/>
                </a:lnTo>
                <a:lnTo>
                  <a:pt x="3872355" y="1235161"/>
                </a:lnTo>
                <a:lnTo>
                  <a:pt x="3879073" y="1216003"/>
                </a:lnTo>
                <a:lnTo>
                  <a:pt x="3885169" y="1208573"/>
                </a:lnTo>
                <a:lnTo>
                  <a:pt x="3908413" y="1195236"/>
                </a:lnTo>
                <a:lnTo>
                  <a:pt x="3940097" y="1194968"/>
                </a:lnTo>
                <a:lnTo>
                  <a:pt x="3950710" y="1197903"/>
                </a:lnTo>
                <a:close/>
                <a:moveTo>
                  <a:pt x="6177556" y="1490548"/>
                </a:moveTo>
                <a:lnTo>
                  <a:pt x="6190526" y="1499066"/>
                </a:lnTo>
                <a:lnTo>
                  <a:pt x="6199798" y="1510702"/>
                </a:lnTo>
                <a:lnTo>
                  <a:pt x="6206135" y="1530177"/>
                </a:lnTo>
                <a:lnTo>
                  <a:pt x="6206135" y="1560661"/>
                </a:lnTo>
                <a:lnTo>
                  <a:pt x="6191387" y="1602661"/>
                </a:lnTo>
                <a:lnTo>
                  <a:pt x="6180224" y="1613436"/>
                </a:lnTo>
                <a:lnTo>
                  <a:pt x="6166887" y="1619724"/>
                </a:lnTo>
                <a:lnTo>
                  <a:pt x="6153550" y="1613436"/>
                </a:lnTo>
                <a:lnTo>
                  <a:pt x="6140976" y="1600481"/>
                </a:lnTo>
                <a:lnTo>
                  <a:pt x="6133736" y="1578952"/>
                </a:lnTo>
                <a:lnTo>
                  <a:pt x="6133736" y="1548468"/>
                </a:lnTo>
                <a:lnTo>
                  <a:pt x="6148484" y="1506468"/>
                </a:lnTo>
                <a:lnTo>
                  <a:pt x="6168411" y="1490548"/>
                </a:lnTo>
                <a:lnTo>
                  <a:pt x="6177556" y="1490548"/>
                </a:lnTo>
                <a:close/>
                <a:moveTo>
                  <a:pt x="6104395" y="1734419"/>
                </a:moveTo>
                <a:lnTo>
                  <a:pt x="6117365" y="1742936"/>
                </a:lnTo>
                <a:lnTo>
                  <a:pt x="6126637" y="1754573"/>
                </a:lnTo>
                <a:lnTo>
                  <a:pt x="6132974" y="1775954"/>
                </a:lnTo>
                <a:lnTo>
                  <a:pt x="6133355" y="1838065"/>
                </a:lnTo>
                <a:lnTo>
                  <a:pt x="6143643" y="1849305"/>
                </a:lnTo>
                <a:lnTo>
                  <a:pt x="6150065" y="1861774"/>
                </a:lnTo>
                <a:lnTo>
                  <a:pt x="6157629" y="1887403"/>
                </a:lnTo>
                <a:lnTo>
                  <a:pt x="6157361" y="1914274"/>
                </a:lnTo>
                <a:lnTo>
                  <a:pt x="6150798" y="1934653"/>
                </a:lnTo>
                <a:lnTo>
                  <a:pt x="6127258" y="1959047"/>
                </a:lnTo>
                <a:lnTo>
                  <a:pt x="6112016" y="1967240"/>
                </a:lnTo>
                <a:lnTo>
                  <a:pt x="6100458" y="1961905"/>
                </a:lnTo>
                <a:lnTo>
                  <a:pt x="6085724" y="1947171"/>
                </a:lnTo>
                <a:lnTo>
                  <a:pt x="6077150" y="1923419"/>
                </a:lnTo>
                <a:lnTo>
                  <a:pt x="6066855" y="1909306"/>
                </a:lnTo>
                <a:lnTo>
                  <a:pt x="6054210" y="1860081"/>
                </a:lnTo>
                <a:lnTo>
                  <a:pt x="6055000" y="1820452"/>
                </a:lnTo>
                <a:lnTo>
                  <a:pt x="6065387" y="1795161"/>
                </a:lnTo>
                <a:lnTo>
                  <a:pt x="6066671" y="1773286"/>
                </a:lnTo>
                <a:lnTo>
                  <a:pt x="6073008" y="1754573"/>
                </a:lnTo>
                <a:lnTo>
                  <a:pt x="6088250" y="1738427"/>
                </a:lnTo>
                <a:lnTo>
                  <a:pt x="6099823" y="1732895"/>
                </a:lnTo>
                <a:lnTo>
                  <a:pt x="6104395" y="1734419"/>
                </a:lnTo>
                <a:close/>
                <a:moveTo>
                  <a:pt x="6104395" y="2008774"/>
                </a:moveTo>
                <a:lnTo>
                  <a:pt x="6124323" y="2024694"/>
                </a:lnTo>
                <a:lnTo>
                  <a:pt x="6132974" y="2048784"/>
                </a:lnTo>
                <a:lnTo>
                  <a:pt x="6132974" y="2084603"/>
                </a:lnTo>
                <a:lnTo>
                  <a:pt x="6127639" y="2098702"/>
                </a:lnTo>
                <a:lnTo>
                  <a:pt x="6126877" y="2150524"/>
                </a:lnTo>
                <a:lnTo>
                  <a:pt x="6119976" y="2172766"/>
                </a:lnTo>
                <a:lnTo>
                  <a:pt x="6077073" y="2215895"/>
                </a:lnTo>
                <a:lnTo>
                  <a:pt x="6015992" y="2260266"/>
                </a:lnTo>
                <a:lnTo>
                  <a:pt x="6006677" y="2281548"/>
                </a:lnTo>
                <a:lnTo>
                  <a:pt x="5973696" y="2309421"/>
                </a:lnTo>
                <a:lnTo>
                  <a:pt x="5957226" y="2330887"/>
                </a:lnTo>
                <a:lnTo>
                  <a:pt x="5929903" y="2345113"/>
                </a:lnTo>
                <a:lnTo>
                  <a:pt x="5917540" y="2340089"/>
                </a:lnTo>
                <a:lnTo>
                  <a:pt x="5903202" y="2325997"/>
                </a:lnTo>
                <a:lnTo>
                  <a:pt x="5895962" y="2304468"/>
                </a:lnTo>
                <a:lnTo>
                  <a:pt x="5895962" y="2273984"/>
                </a:lnTo>
                <a:lnTo>
                  <a:pt x="5902694" y="2253435"/>
                </a:lnTo>
                <a:lnTo>
                  <a:pt x="5954834" y="2193011"/>
                </a:lnTo>
                <a:lnTo>
                  <a:pt x="5983857" y="2170332"/>
                </a:lnTo>
                <a:lnTo>
                  <a:pt x="5989890" y="2153001"/>
                </a:lnTo>
                <a:lnTo>
                  <a:pt x="6021242" y="2119306"/>
                </a:lnTo>
                <a:lnTo>
                  <a:pt x="6045516" y="2083855"/>
                </a:lnTo>
                <a:lnTo>
                  <a:pt x="6049334" y="2069742"/>
                </a:lnTo>
                <a:lnTo>
                  <a:pt x="6058860" y="2057548"/>
                </a:lnTo>
                <a:lnTo>
                  <a:pt x="6061527" y="2045355"/>
                </a:lnTo>
                <a:lnTo>
                  <a:pt x="6076452" y="2024016"/>
                </a:lnTo>
                <a:lnTo>
                  <a:pt x="6095250" y="2008774"/>
                </a:lnTo>
                <a:lnTo>
                  <a:pt x="6104395" y="2008774"/>
                </a:lnTo>
                <a:close/>
                <a:moveTo>
                  <a:pt x="1694903" y="4234097"/>
                </a:moveTo>
                <a:lnTo>
                  <a:pt x="1707210" y="4240758"/>
                </a:lnTo>
                <a:lnTo>
                  <a:pt x="1718669" y="4254250"/>
                </a:lnTo>
                <a:lnTo>
                  <a:pt x="1725006" y="4273726"/>
                </a:lnTo>
                <a:lnTo>
                  <a:pt x="1724484" y="4306806"/>
                </a:lnTo>
                <a:lnTo>
                  <a:pt x="1717766" y="4325739"/>
                </a:lnTo>
                <a:lnTo>
                  <a:pt x="1705192" y="4338695"/>
                </a:lnTo>
                <a:lnTo>
                  <a:pt x="1684996" y="4352222"/>
                </a:lnTo>
                <a:lnTo>
                  <a:pt x="1661371" y="4352984"/>
                </a:lnTo>
                <a:lnTo>
                  <a:pt x="1640032" y="4331645"/>
                </a:lnTo>
                <a:lnTo>
                  <a:pt x="1641613" y="4313242"/>
                </a:lnTo>
                <a:lnTo>
                  <a:pt x="1649177" y="4308331"/>
                </a:lnTo>
                <a:lnTo>
                  <a:pt x="1651210" y="4303137"/>
                </a:lnTo>
                <a:lnTo>
                  <a:pt x="1653129" y="4271524"/>
                </a:lnTo>
                <a:lnTo>
                  <a:pt x="1659847" y="4252197"/>
                </a:lnTo>
                <a:lnTo>
                  <a:pt x="1668216" y="4242614"/>
                </a:lnTo>
                <a:lnTo>
                  <a:pt x="1686887" y="4231500"/>
                </a:lnTo>
                <a:lnTo>
                  <a:pt x="1694903" y="4234097"/>
                </a:lnTo>
                <a:close/>
                <a:moveTo>
                  <a:pt x="1944871" y="4234097"/>
                </a:moveTo>
                <a:lnTo>
                  <a:pt x="1955159" y="4239241"/>
                </a:lnTo>
                <a:lnTo>
                  <a:pt x="1966323" y="4250016"/>
                </a:lnTo>
                <a:lnTo>
                  <a:pt x="1974452" y="4271129"/>
                </a:lnTo>
                <a:lnTo>
                  <a:pt x="1974974" y="4304210"/>
                </a:lnTo>
                <a:lnTo>
                  <a:pt x="1967353" y="4326120"/>
                </a:lnTo>
                <a:lnTo>
                  <a:pt x="1950015" y="4343839"/>
                </a:lnTo>
                <a:lnTo>
                  <a:pt x="1933552" y="4352864"/>
                </a:lnTo>
                <a:lnTo>
                  <a:pt x="1921246" y="4347268"/>
                </a:lnTo>
                <a:lnTo>
                  <a:pt x="1901431" y="4347268"/>
                </a:lnTo>
                <a:lnTo>
                  <a:pt x="1877806" y="4359081"/>
                </a:lnTo>
                <a:lnTo>
                  <a:pt x="1862282" y="4351121"/>
                </a:lnTo>
                <a:lnTo>
                  <a:pt x="1837415" y="4327073"/>
                </a:lnTo>
                <a:lnTo>
                  <a:pt x="1829935" y="4306806"/>
                </a:lnTo>
                <a:lnTo>
                  <a:pt x="1829413" y="4273726"/>
                </a:lnTo>
                <a:lnTo>
                  <a:pt x="1838065" y="4250016"/>
                </a:lnTo>
                <a:lnTo>
                  <a:pt x="1849228" y="4239241"/>
                </a:lnTo>
                <a:lnTo>
                  <a:pt x="1863806" y="4231952"/>
                </a:lnTo>
                <a:lnTo>
                  <a:pt x="1928839" y="4231161"/>
                </a:lnTo>
                <a:lnTo>
                  <a:pt x="1944871" y="4234097"/>
                </a:lnTo>
                <a:close/>
                <a:moveTo>
                  <a:pt x="163089" y="1094258"/>
                </a:moveTo>
                <a:lnTo>
                  <a:pt x="148185" y="1101145"/>
                </a:lnTo>
                <a:lnTo>
                  <a:pt x="138511" y="1097688"/>
                </a:lnTo>
                <a:lnTo>
                  <a:pt x="108161" y="1097419"/>
                </a:lnTo>
                <a:lnTo>
                  <a:pt x="90308" y="1103022"/>
                </a:lnTo>
                <a:lnTo>
                  <a:pt x="40419" y="1104306"/>
                </a:lnTo>
                <a:lnTo>
                  <a:pt x="2646" y="1126174"/>
                </a:lnTo>
                <a:lnTo>
                  <a:pt x="169" y="1131065"/>
                </a:lnTo>
                <a:lnTo>
                  <a:pt x="1355" y="1146306"/>
                </a:lnTo>
                <a:lnTo>
                  <a:pt x="15588" y="1153772"/>
                </a:lnTo>
                <a:lnTo>
                  <a:pt x="35092" y="1173700"/>
                </a:lnTo>
                <a:lnTo>
                  <a:pt x="56776" y="1211049"/>
                </a:lnTo>
                <a:lnTo>
                  <a:pt x="112600" y="1291260"/>
                </a:lnTo>
                <a:lnTo>
                  <a:pt x="217388" y="1432629"/>
                </a:lnTo>
                <a:lnTo>
                  <a:pt x="240823" y="1457016"/>
                </a:lnTo>
                <a:lnTo>
                  <a:pt x="312855" y="1456113"/>
                </a:lnTo>
                <a:lnTo>
                  <a:pt x="360853" y="1443870"/>
                </a:lnTo>
                <a:lnTo>
                  <a:pt x="392565" y="1428113"/>
                </a:lnTo>
                <a:lnTo>
                  <a:pt x="408477" y="1423357"/>
                </a:lnTo>
                <a:lnTo>
                  <a:pt x="414009" y="1415863"/>
                </a:lnTo>
                <a:lnTo>
                  <a:pt x="414567" y="1401101"/>
                </a:lnTo>
                <a:lnTo>
                  <a:pt x="408865" y="1384617"/>
                </a:lnTo>
                <a:lnTo>
                  <a:pt x="407581" y="1362742"/>
                </a:lnTo>
                <a:lnTo>
                  <a:pt x="397243" y="1336224"/>
                </a:lnTo>
                <a:lnTo>
                  <a:pt x="383144" y="1272970"/>
                </a:lnTo>
                <a:lnTo>
                  <a:pt x="366759" y="1226482"/>
                </a:lnTo>
                <a:lnTo>
                  <a:pt x="364854" y="1212002"/>
                </a:lnTo>
                <a:lnTo>
                  <a:pt x="333290" y="1141452"/>
                </a:lnTo>
                <a:lnTo>
                  <a:pt x="325034" y="1134459"/>
                </a:lnTo>
                <a:lnTo>
                  <a:pt x="309792" y="1134840"/>
                </a:lnTo>
                <a:lnTo>
                  <a:pt x="295919" y="1141339"/>
                </a:lnTo>
                <a:lnTo>
                  <a:pt x="277177" y="1156919"/>
                </a:lnTo>
                <a:lnTo>
                  <a:pt x="261286" y="1164251"/>
                </a:lnTo>
                <a:lnTo>
                  <a:pt x="240032" y="1151048"/>
                </a:lnTo>
                <a:lnTo>
                  <a:pt x="211806" y="1118081"/>
                </a:lnTo>
                <a:lnTo>
                  <a:pt x="182021" y="1103163"/>
                </a:lnTo>
                <a:lnTo>
                  <a:pt x="168543" y="1092967"/>
                </a:lnTo>
                <a:lnTo>
                  <a:pt x="163089" y="1094258"/>
                </a:lnTo>
                <a:close/>
              </a:path>
            </a:pathLst>
          </a:custGeom>
          <a:solidFill>
            <a:srgbClr val="3029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logo"/>
          <p:cNvSpPr/>
          <p:nvPr/>
        </p:nvSpPr>
        <p:spPr>
          <a:xfrm>
            <a:off x="5990850" y="651763"/>
            <a:ext cx="985851" cy="600587"/>
          </a:xfrm>
          <a:custGeom>
            <a:avLst/>
            <a:gdLst/>
            <a:ahLst/>
            <a:cxnLst/>
            <a:rect l="0" t="0" r="r" b="b"/>
            <a:pathLst>
              <a:path w="985851" h="600587">
                <a:moveTo>
                  <a:pt x="924120" y="287"/>
                </a:moveTo>
                <a:lnTo>
                  <a:pt x="919114" y="2278"/>
                </a:lnTo>
                <a:lnTo>
                  <a:pt x="914979" y="4464"/>
                </a:lnTo>
                <a:lnTo>
                  <a:pt x="908865" y="14372"/>
                </a:lnTo>
                <a:lnTo>
                  <a:pt x="882101" y="27892"/>
                </a:lnTo>
                <a:lnTo>
                  <a:pt x="873801" y="33394"/>
                </a:lnTo>
                <a:lnTo>
                  <a:pt x="863928" y="41240"/>
                </a:lnTo>
                <a:lnTo>
                  <a:pt x="861166" y="44417"/>
                </a:lnTo>
                <a:lnTo>
                  <a:pt x="858333" y="49272"/>
                </a:lnTo>
                <a:lnTo>
                  <a:pt x="853599" y="55114"/>
                </a:lnTo>
                <a:lnTo>
                  <a:pt x="852300" y="57887"/>
                </a:lnTo>
                <a:lnTo>
                  <a:pt x="852248" y="59967"/>
                </a:lnTo>
                <a:lnTo>
                  <a:pt x="853149" y="62089"/>
                </a:lnTo>
                <a:lnTo>
                  <a:pt x="857034" y="65680"/>
                </a:lnTo>
                <a:lnTo>
                  <a:pt x="857565" y="66853"/>
                </a:lnTo>
                <a:lnTo>
                  <a:pt x="856104" y="67711"/>
                </a:lnTo>
                <a:lnTo>
                  <a:pt x="851704" y="68911"/>
                </a:lnTo>
                <a:lnTo>
                  <a:pt x="850265" y="69935"/>
                </a:lnTo>
                <a:lnTo>
                  <a:pt x="847423" y="75690"/>
                </a:lnTo>
                <a:lnTo>
                  <a:pt x="841101" y="82344"/>
                </a:lnTo>
                <a:lnTo>
                  <a:pt x="839006" y="85411"/>
                </a:lnTo>
                <a:lnTo>
                  <a:pt x="836730" y="89882"/>
                </a:lnTo>
                <a:lnTo>
                  <a:pt x="835244" y="90413"/>
                </a:lnTo>
                <a:lnTo>
                  <a:pt x="833202" y="90245"/>
                </a:lnTo>
                <a:lnTo>
                  <a:pt x="827673" y="87614"/>
                </a:lnTo>
                <a:lnTo>
                  <a:pt x="826217" y="87328"/>
                </a:lnTo>
                <a:lnTo>
                  <a:pt x="820440" y="88712"/>
                </a:lnTo>
                <a:lnTo>
                  <a:pt x="816338" y="90278"/>
                </a:lnTo>
                <a:lnTo>
                  <a:pt x="813675" y="92007"/>
                </a:lnTo>
                <a:lnTo>
                  <a:pt x="812281" y="93571"/>
                </a:lnTo>
                <a:lnTo>
                  <a:pt x="805871" y="103241"/>
                </a:lnTo>
                <a:lnTo>
                  <a:pt x="801990" y="106114"/>
                </a:lnTo>
                <a:lnTo>
                  <a:pt x="799239" y="106978"/>
                </a:lnTo>
                <a:lnTo>
                  <a:pt x="797215" y="106992"/>
                </a:lnTo>
                <a:lnTo>
                  <a:pt x="791633" y="103429"/>
                </a:lnTo>
                <a:lnTo>
                  <a:pt x="788378" y="102593"/>
                </a:lnTo>
                <a:lnTo>
                  <a:pt x="784930" y="102754"/>
                </a:lnTo>
                <a:lnTo>
                  <a:pt x="781459" y="103905"/>
                </a:lnTo>
                <a:lnTo>
                  <a:pt x="774955" y="107987"/>
                </a:lnTo>
                <a:lnTo>
                  <a:pt x="758123" y="116174"/>
                </a:lnTo>
                <a:lnTo>
                  <a:pt x="756366" y="117531"/>
                </a:lnTo>
                <a:lnTo>
                  <a:pt x="754695" y="120257"/>
                </a:lnTo>
                <a:lnTo>
                  <a:pt x="755531" y="127175"/>
                </a:lnTo>
                <a:lnTo>
                  <a:pt x="757627" y="131641"/>
                </a:lnTo>
                <a:lnTo>
                  <a:pt x="757530" y="133746"/>
                </a:lnTo>
                <a:lnTo>
                  <a:pt x="755537" y="135243"/>
                </a:lnTo>
                <a:lnTo>
                  <a:pt x="749828" y="137031"/>
                </a:lnTo>
                <a:lnTo>
                  <a:pt x="746657" y="139270"/>
                </a:lnTo>
                <a:lnTo>
                  <a:pt x="744836" y="138847"/>
                </a:lnTo>
                <a:lnTo>
                  <a:pt x="741588" y="136909"/>
                </a:lnTo>
                <a:lnTo>
                  <a:pt x="734501" y="132216"/>
                </a:lnTo>
                <a:lnTo>
                  <a:pt x="725680" y="125674"/>
                </a:lnTo>
                <a:lnTo>
                  <a:pt x="708111" y="113993"/>
                </a:lnTo>
                <a:lnTo>
                  <a:pt x="697764" y="106689"/>
                </a:lnTo>
                <a:lnTo>
                  <a:pt x="685112" y="96799"/>
                </a:lnTo>
                <a:lnTo>
                  <a:pt x="663972" y="81463"/>
                </a:lnTo>
                <a:lnTo>
                  <a:pt x="660700" y="79612"/>
                </a:lnTo>
                <a:lnTo>
                  <a:pt x="659143" y="79812"/>
                </a:lnTo>
                <a:lnTo>
                  <a:pt x="658417" y="80922"/>
                </a:lnTo>
                <a:lnTo>
                  <a:pt x="659032" y="83285"/>
                </a:lnTo>
                <a:lnTo>
                  <a:pt x="659919" y="84645"/>
                </a:lnTo>
                <a:lnTo>
                  <a:pt x="662221" y="86554"/>
                </a:lnTo>
                <a:lnTo>
                  <a:pt x="680117" y="99662"/>
                </a:lnTo>
                <a:lnTo>
                  <a:pt x="701617" y="114704"/>
                </a:lnTo>
                <a:lnTo>
                  <a:pt x="714719" y="124594"/>
                </a:lnTo>
                <a:lnTo>
                  <a:pt x="720007" y="128157"/>
                </a:lnTo>
                <a:lnTo>
                  <a:pt x="724399" y="130258"/>
                </a:lnTo>
                <a:lnTo>
                  <a:pt x="729376" y="133327"/>
                </a:lnTo>
                <a:lnTo>
                  <a:pt x="733278" y="136435"/>
                </a:lnTo>
                <a:lnTo>
                  <a:pt x="735169" y="138603"/>
                </a:lnTo>
                <a:lnTo>
                  <a:pt x="735816" y="140238"/>
                </a:lnTo>
                <a:lnTo>
                  <a:pt x="736425" y="149912"/>
                </a:lnTo>
                <a:lnTo>
                  <a:pt x="734067" y="149943"/>
                </a:lnTo>
                <a:lnTo>
                  <a:pt x="732538" y="148933"/>
                </a:lnTo>
                <a:lnTo>
                  <a:pt x="731167" y="146975"/>
                </a:lnTo>
                <a:lnTo>
                  <a:pt x="729514" y="143339"/>
                </a:lnTo>
                <a:lnTo>
                  <a:pt x="727916" y="141237"/>
                </a:lnTo>
                <a:lnTo>
                  <a:pt x="720306" y="133443"/>
                </a:lnTo>
                <a:lnTo>
                  <a:pt x="718024" y="131536"/>
                </a:lnTo>
                <a:lnTo>
                  <a:pt x="716333" y="130772"/>
                </a:lnTo>
                <a:lnTo>
                  <a:pt x="714807" y="130961"/>
                </a:lnTo>
                <a:lnTo>
                  <a:pt x="710820" y="132812"/>
                </a:lnTo>
                <a:lnTo>
                  <a:pt x="702990" y="133037"/>
                </a:lnTo>
                <a:lnTo>
                  <a:pt x="699542" y="137745"/>
                </a:lnTo>
                <a:lnTo>
                  <a:pt x="698192" y="143089"/>
                </a:lnTo>
                <a:lnTo>
                  <a:pt x="696984" y="143990"/>
                </a:lnTo>
                <a:lnTo>
                  <a:pt x="694382" y="144952"/>
                </a:lnTo>
                <a:lnTo>
                  <a:pt x="692382" y="144930"/>
                </a:lnTo>
                <a:lnTo>
                  <a:pt x="687799" y="142427"/>
                </a:lnTo>
                <a:lnTo>
                  <a:pt x="685142" y="141644"/>
                </a:lnTo>
                <a:lnTo>
                  <a:pt x="677604" y="143393"/>
                </a:lnTo>
                <a:lnTo>
                  <a:pt x="674434" y="143715"/>
                </a:lnTo>
                <a:lnTo>
                  <a:pt x="672411" y="143454"/>
                </a:lnTo>
                <a:lnTo>
                  <a:pt x="668572" y="140417"/>
                </a:lnTo>
                <a:lnTo>
                  <a:pt x="666900" y="137987"/>
                </a:lnTo>
                <a:lnTo>
                  <a:pt x="668299" y="132819"/>
                </a:lnTo>
                <a:lnTo>
                  <a:pt x="668996" y="124834"/>
                </a:lnTo>
                <a:lnTo>
                  <a:pt x="668745" y="121427"/>
                </a:lnTo>
                <a:lnTo>
                  <a:pt x="667273" y="119142"/>
                </a:lnTo>
                <a:lnTo>
                  <a:pt x="661950" y="114182"/>
                </a:lnTo>
                <a:lnTo>
                  <a:pt x="658724" y="112051"/>
                </a:lnTo>
                <a:lnTo>
                  <a:pt x="656017" y="111435"/>
                </a:lnTo>
                <a:lnTo>
                  <a:pt x="648345" y="111190"/>
                </a:lnTo>
                <a:lnTo>
                  <a:pt x="645542" y="110723"/>
                </a:lnTo>
                <a:lnTo>
                  <a:pt x="644673" y="109961"/>
                </a:lnTo>
                <a:lnTo>
                  <a:pt x="643841" y="106424"/>
                </a:lnTo>
                <a:lnTo>
                  <a:pt x="642960" y="104951"/>
                </a:lnTo>
                <a:lnTo>
                  <a:pt x="641204" y="103855"/>
                </a:lnTo>
                <a:lnTo>
                  <a:pt x="636885" y="102302"/>
                </a:lnTo>
                <a:lnTo>
                  <a:pt x="631963" y="104113"/>
                </a:lnTo>
                <a:lnTo>
                  <a:pt x="628965" y="106577"/>
                </a:lnTo>
                <a:lnTo>
                  <a:pt x="629491" y="117494"/>
                </a:lnTo>
                <a:lnTo>
                  <a:pt x="630197" y="120831"/>
                </a:lnTo>
                <a:lnTo>
                  <a:pt x="630573" y="121258"/>
                </a:lnTo>
                <a:lnTo>
                  <a:pt x="631620" y="121227"/>
                </a:lnTo>
                <a:lnTo>
                  <a:pt x="635265" y="119102"/>
                </a:lnTo>
                <a:lnTo>
                  <a:pt x="636801" y="119160"/>
                </a:lnTo>
                <a:lnTo>
                  <a:pt x="638514" y="119850"/>
                </a:lnTo>
                <a:lnTo>
                  <a:pt x="647461" y="126490"/>
                </a:lnTo>
                <a:lnTo>
                  <a:pt x="654248" y="132896"/>
                </a:lnTo>
                <a:lnTo>
                  <a:pt x="654699" y="135051"/>
                </a:lnTo>
                <a:lnTo>
                  <a:pt x="654376" y="136291"/>
                </a:lnTo>
                <a:lnTo>
                  <a:pt x="652595" y="139370"/>
                </a:lnTo>
                <a:lnTo>
                  <a:pt x="648026" y="145301"/>
                </a:lnTo>
                <a:lnTo>
                  <a:pt x="646840" y="148384"/>
                </a:lnTo>
                <a:lnTo>
                  <a:pt x="646849" y="149957"/>
                </a:lnTo>
                <a:lnTo>
                  <a:pt x="647537" y="152484"/>
                </a:lnTo>
                <a:lnTo>
                  <a:pt x="648784" y="154664"/>
                </a:lnTo>
                <a:lnTo>
                  <a:pt x="650450" y="156337"/>
                </a:lnTo>
                <a:lnTo>
                  <a:pt x="653332" y="157608"/>
                </a:lnTo>
                <a:lnTo>
                  <a:pt x="656937" y="157792"/>
                </a:lnTo>
                <a:lnTo>
                  <a:pt x="662120" y="157036"/>
                </a:lnTo>
                <a:lnTo>
                  <a:pt x="667187" y="155160"/>
                </a:lnTo>
                <a:lnTo>
                  <a:pt x="671085" y="155728"/>
                </a:lnTo>
                <a:lnTo>
                  <a:pt x="675883" y="154583"/>
                </a:lnTo>
                <a:lnTo>
                  <a:pt x="678085" y="155461"/>
                </a:lnTo>
                <a:lnTo>
                  <a:pt x="708060" y="180833"/>
                </a:lnTo>
                <a:lnTo>
                  <a:pt x="709362" y="182376"/>
                </a:lnTo>
                <a:lnTo>
                  <a:pt x="712721" y="184764"/>
                </a:lnTo>
                <a:lnTo>
                  <a:pt x="721811" y="192529"/>
                </a:lnTo>
                <a:lnTo>
                  <a:pt x="730789" y="200678"/>
                </a:lnTo>
                <a:lnTo>
                  <a:pt x="736914" y="205182"/>
                </a:lnTo>
                <a:lnTo>
                  <a:pt x="739311" y="208124"/>
                </a:lnTo>
                <a:lnTo>
                  <a:pt x="746350" y="214058"/>
                </a:lnTo>
                <a:lnTo>
                  <a:pt x="750943" y="217406"/>
                </a:lnTo>
                <a:lnTo>
                  <a:pt x="752012" y="218657"/>
                </a:lnTo>
                <a:lnTo>
                  <a:pt x="754376" y="219100"/>
                </a:lnTo>
                <a:lnTo>
                  <a:pt x="755392" y="218332"/>
                </a:lnTo>
                <a:lnTo>
                  <a:pt x="755338" y="217258"/>
                </a:lnTo>
                <a:lnTo>
                  <a:pt x="751687" y="213742"/>
                </a:lnTo>
                <a:lnTo>
                  <a:pt x="748128" y="211143"/>
                </a:lnTo>
                <a:lnTo>
                  <a:pt x="742657" y="206027"/>
                </a:lnTo>
                <a:lnTo>
                  <a:pt x="738117" y="203413"/>
                </a:lnTo>
                <a:lnTo>
                  <a:pt x="734901" y="200993"/>
                </a:lnTo>
                <a:lnTo>
                  <a:pt x="733101" y="198851"/>
                </a:lnTo>
                <a:lnTo>
                  <a:pt x="725723" y="193518"/>
                </a:lnTo>
                <a:lnTo>
                  <a:pt x="691014" y="161184"/>
                </a:lnTo>
                <a:lnTo>
                  <a:pt x="689518" y="159074"/>
                </a:lnTo>
                <a:lnTo>
                  <a:pt x="689521" y="156789"/>
                </a:lnTo>
                <a:lnTo>
                  <a:pt x="691460" y="155436"/>
                </a:lnTo>
                <a:lnTo>
                  <a:pt x="699372" y="153914"/>
                </a:lnTo>
                <a:lnTo>
                  <a:pt x="703526" y="152319"/>
                </a:lnTo>
                <a:lnTo>
                  <a:pt x="705750" y="150688"/>
                </a:lnTo>
                <a:lnTo>
                  <a:pt x="707431" y="148679"/>
                </a:lnTo>
                <a:lnTo>
                  <a:pt x="709813" y="143544"/>
                </a:lnTo>
                <a:lnTo>
                  <a:pt x="711609" y="142727"/>
                </a:lnTo>
                <a:lnTo>
                  <a:pt x="713689" y="142690"/>
                </a:lnTo>
                <a:lnTo>
                  <a:pt x="716958" y="143876"/>
                </a:lnTo>
                <a:lnTo>
                  <a:pt x="719190" y="145727"/>
                </a:lnTo>
                <a:lnTo>
                  <a:pt x="720225" y="153017"/>
                </a:lnTo>
                <a:lnTo>
                  <a:pt x="730791" y="160796"/>
                </a:lnTo>
                <a:lnTo>
                  <a:pt x="734137" y="161537"/>
                </a:lnTo>
                <a:lnTo>
                  <a:pt x="748845" y="162377"/>
                </a:lnTo>
                <a:lnTo>
                  <a:pt x="750279" y="160948"/>
                </a:lnTo>
                <a:lnTo>
                  <a:pt x="750538" y="159891"/>
                </a:lnTo>
                <a:lnTo>
                  <a:pt x="748594" y="154971"/>
                </a:lnTo>
                <a:lnTo>
                  <a:pt x="748519" y="152618"/>
                </a:lnTo>
                <a:lnTo>
                  <a:pt x="749926" y="151297"/>
                </a:lnTo>
                <a:lnTo>
                  <a:pt x="753185" y="151213"/>
                </a:lnTo>
                <a:lnTo>
                  <a:pt x="760311" y="155292"/>
                </a:lnTo>
                <a:lnTo>
                  <a:pt x="766074" y="159486"/>
                </a:lnTo>
                <a:lnTo>
                  <a:pt x="771559" y="162709"/>
                </a:lnTo>
                <a:lnTo>
                  <a:pt x="795444" y="178701"/>
                </a:lnTo>
                <a:lnTo>
                  <a:pt x="796979" y="179294"/>
                </a:lnTo>
                <a:lnTo>
                  <a:pt x="798393" y="179102"/>
                </a:lnTo>
                <a:lnTo>
                  <a:pt x="798898" y="178725"/>
                </a:lnTo>
                <a:lnTo>
                  <a:pt x="799049" y="177542"/>
                </a:lnTo>
                <a:lnTo>
                  <a:pt x="798163" y="175979"/>
                </a:lnTo>
                <a:lnTo>
                  <a:pt x="796370" y="174267"/>
                </a:lnTo>
                <a:lnTo>
                  <a:pt x="771339" y="157523"/>
                </a:lnTo>
                <a:lnTo>
                  <a:pt x="766558" y="153810"/>
                </a:lnTo>
                <a:lnTo>
                  <a:pt x="760828" y="150251"/>
                </a:lnTo>
                <a:lnTo>
                  <a:pt x="757866" y="147212"/>
                </a:lnTo>
                <a:lnTo>
                  <a:pt x="757301" y="145796"/>
                </a:lnTo>
                <a:lnTo>
                  <a:pt x="757566" y="145172"/>
                </a:lnTo>
                <a:lnTo>
                  <a:pt x="762126" y="143387"/>
                </a:lnTo>
                <a:lnTo>
                  <a:pt x="770850" y="135107"/>
                </a:lnTo>
                <a:lnTo>
                  <a:pt x="770614" y="131489"/>
                </a:lnTo>
                <a:lnTo>
                  <a:pt x="766214" y="125565"/>
                </a:lnTo>
                <a:lnTo>
                  <a:pt x="765890" y="124403"/>
                </a:lnTo>
                <a:lnTo>
                  <a:pt x="766324" y="122992"/>
                </a:lnTo>
                <a:lnTo>
                  <a:pt x="770779" y="120203"/>
                </a:lnTo>
                <a:lnTo>
                  <a:pt x="779399" y="116731"/>
                </a:lnTo>
                <a:lnTo>
                  <a:pt x="788837" y="117652"/>
                </a:lnTo>
                <a:lnTo>
                  <a:pt x="808425" y="114362"/>
                </a:lnTo>
                <a:lnTo>
                  <a:pt x="810333" y="113076"/>
                </a:lnTo>
                <a:lnTo>
                  <a:pt x="811789" y="111493"/>
                </a:lnTo>
                <a:lnTo>
                  <a:pt x="819307" y="100482"/>
                </a:lnTo>
                <a:lnTo>
                  <a:pt x="821746" y="98153"/>
                </a:lnTo>
                <a:lnTo>
                  <a:pt x="822943" y="97509"/>
                </a:lnTo>
                <a:lnTo>
                  <a:pt x="824147" y="97206"/>
                </a:lnTo>
                <a:lnTo>
                  <a:pt x="826640" y="97599"/>
                </a:lnTo>
                <a:lnTo>
                  <a:pt x="830391" y="99872"/>
                </a:lnTo>
                <a:lnTo>
                  <a:pt x="833711" y="100751"/>
                </a:lnTo>
                <a:lnTo>
                  <a:pt x="838980" y="101039"/>
                </a:lnTo>
                <a:lnTo>
                  <a:pt x="841445" y="100249"/>
                </a:lnTo>
                <a:lnTo>
                  <a:pt x="843386" y="98282"/>
                </a:lnTo>
                <a:lnTo>
                  <a:pt x="846684" y="91513"/>
                </a:lnTo>
                <a:lnTo>
                  <a:pt x="848632" y="88527"/>
                </a:lnTo>
                <a:lnTo>
                  <a:pt x="857120" y="79076"/>
                </a:lnTo>
                <a:lnTo>
                  <a:pt x="865550" y="73655"/>
                </a:lnTo>
                <a:lnTo>
                  <a:pt x="869519" y="69876"/>
                </a:lnTo>
                <a:lnTo>
                  <a:pt x="869850" y="68552"/>
                </a:lnTo>
                <a:lnTo>
                  <a:pt x="869394" y="66703"/>
                </a:lnTo>
                <a:lnTo>
                  <a:pt x="865515" y="59396"/>
                </a:lnTo>
                <a:lnTo>
                  <a:pt x="865136" y="57831"/>
                </a:lnTo>
                <a:lnTo>
                  <a:pt x="865882" y="55325"/>
                </a:lnTo>
                <a:lnTo>
                  <a:pt x="869012" y="50142"/>
                </a:lnTo>
                <a:lnTo>
                  <a:pt x="872383" y="46431"/>
                </a:lnTo>
                <a:lnTo>
                  <a:pt x="878940" y="41462"/>
                </a:lnTo>
                <a:lnTo>
                  <a:pt x="889328" y="34805"/>
                </a:lnTo>
                <a:lnTo>
                  <a:pt x="891639" y="33691"/>
                </a:lnTo>
                <a:lnTo>
                  <a:pt x="893644" y="33446"/>
                </a:lnTo>
                <a:lnTo>
                  <a:pt x="895770" y="34647"/>
                </a:lnTo>
                <a:lnTo>
                  <a:pt x="911453" y="48111"/>
                </a:lnTo>
                <a:lnTo>
                  <a:pt x="917765" y="52087"/>
                </a:lnTo>
                <a:lnTo>
                  <a:pt x="918859" y="53818"/>
                </a:lnTo>
                <a:lnTo>
                  <a:pt x="920681" y="59450"/>
                </a:lnTo>
                <a:lnTo>
                  <a:pt x="922432" y="62213"/>
                </a:lnTo>
                <a:lnTo>
                  <a:pt x="925204" y="63869"/>
                </a:lnTo>
                <a:lnTo>
                  <a:pt x="933868" y="66442"/>
                </a:lnTo>
                <a:lnTo>
                  <a:pt x="935431" y="67508"/>
                </a:lnTo>
                <a:lnTo>
                  <a:pt x="937035" y="69362"/>
                </a:lnTo>
                <a:lnTo>
                  <a:pt x="936895" y="81318"/>
                </a:lnTo>
                <a:lnTo>
                  <a:pt x="940056" y="100890"/>
                </a:lnTo>
                <a:lnTo>
                  <a:pt x="941886" y="108029"/>
                </a:lnTo>
                <a:lnTo>
                  <a:pt x="942013" y="110734"/>
                </a:lnTo>
                <a:lnTo>
                  <a:pt x="941034" y="112795"/>
                </a:lnTo>
                <a:lnTo>
                  <a:pt x="937668" y="115767"/>
                </a:lnTo>
                <a:lnTo>
                  <a:pt x="935539" y="118744"/>
                </a:lnTo>
                <a:lnTo>
                  <a:pt x="934017" y="123264"/>
                </a:lnTo>
                <a:lnTo>
                  <a:pt x="931866" y="132786"/>
                </a:lnTo>
                <a:lnTo>
                  <a:pt x="930850" y="134664"/>
                </a:lnTo>
                <a:lnTo>
                  <a:pt x="929733" y="134637"/>
                </a:lnTo>
                <a:lnTo>
                  <a:pt x="925672" y="130978"/>
                </a:lnTo>
                <a:lnTo>
                  <a:pt x="922340" y="127170"/>
                </a:lnTo>
                <a:lnTo>
                  <a:pt x="918911" y="121961"/>
                </a:lnTo>
                <a:lnTo>
                  <a:pt x="916414" y="119921"/>
                </a:lnTo>
                <a:lnTo>
                  <a:pt x="914945" y="120194"/>
                </a:lnTo>
                <a:lnTo>
                  <a:pt x="913334" y="121214"/>
                </a:lnTo>
                <a:lnTo>
                  <a:pt x="901340" y="131161"/>
                </a:lnTo>
                <a:lnTo>
                  <a:pt x="900906" y="132327"/>
                </a:lnTo>
                <a:lnTo>
                  <a:pt x="901266" y="133712"/>
                </a:lnTo>
                <a:lnTo>
                  <a:pt x="906304" y="140058"/>
                </a:lnTo>
                <a:lnTo>
                  <a:pt x="907093" y="141761"/>
                </a:lnTo>
                <a:lnTo>
                  <a:pt x="906904" y="143045"/>
                </a:lnTo>
                <a:lnTo>
                  <a:pt x="905727" y="143949"/>
                </a:lnTo>
                <a:lnTo>
                  <a:pt x="901261" y="145246"/>
                </a:lnTo>
                <a:lnTo>
                  <a:pt x="897536" y="147786"/>
                </a:lnTo>
                <a:lnTo>
                  <a:pt x="893690" y="151856"/>
                </a:lnTo>
                <a:lnTo>
                  <a:pt x="889425" y="158012"/>
                </a:lnTo>
                <a:lnTo>
                  <a:pt x="889736" y="168188"/>
                </a:lnTo>
                <a:lnTo>
                  <a:pt x="893047" y="183639"/>
                </a:lnTo>
                <a:lnTo>
                  <a:pt x="895845" y="190320"/>
                </a:lnTo>
                <a:lnTo>
                  <a:pt x="896160" y="192734"/>
                </a:lnTo>
                <a:lnTo>
                  <a:pt x="895927" y="193686"/>
                </a:lnTo>
                <a:lnTo>
                  <a:pt x="895430" y="194478"/>
                </a:lnTo>
                <a:lnTo>
                  <a:pt x="893629" y="195618"/>
                </a:lnTo>
                <a:lnTo>
                  <a:pt x="885988" y="197065"/>
                </a:lnTo>
                <a:lnTo>
                  <a:pt x="882152" y="198596"/>
                </a:lnTo>
                <a:lnTo>
                  <a:pt x="880532" y="199648"/>
                </a:lnTo>
                <a:lnTo>
                  <a:pt x="879089" y="200908"/>
                </a:lnTo>
                <a:lnTo>
                  <a:pt x="876667" y="204102"/>
                </a:lnTo>
                <a:lnTo>
                  <a:pt x="873759" y="210375"/>
                </a:lnTo>
                <a:lnTo>
                  <a:pt x="871897" y="212800"/>
                </a:lnTo>
                <a:lnTo>
                  <a:pt x="871712" y="214149"/>
                </a:lnTo>
                <a:lnTo>
                  <a:pt x="872875" y="215596"/>
                </a:lnTo>
                <a:lnTo>
                  <a:pt x="875502" y="217404"/>
                </a:lnTo>
                <a:lnTo>
                  <a:pt x="878026" y="218489"/>
                </a:lnTo>
                <a:lnTo>
                  <a:pt x="879397" y="218441"/>
                </a:lnTo>
                <a:lnTo>
                  <a:pt x="881475" y="217197"/>
                </a:lnTo>
                <a:lnTo>
                  <a:pt x="883902" y="214658"/>
                </a:lnTo>
                <a:lnTo>
                  <a:pt x="885572" y="208370"/>
                </a:lnTo>
                <a:lnTo>
                  <a:pt x="887394" y="206202"/>
                </a:lnTo>
                <a:lnTo>
                  <a:pt x="889875" y="205622"/>
                </a:lnTo>
                <a:lnTo>
                  <a:pt x="893860" y="208601"/>
                </a:lnTo>
                <a:lnTo>
                  <a:pt x="896355" y="209087"/>
                </a:lnTo>
                <a:lnTo>
                  <a:pt x="898214" y="208864"/>
                </a:lnTo>
                <a:lnTo>
                  <a:pt x="899736" y="208144"/>
                </a:lnTo>
                <a:lnTo>
                  <a:pt x="901548" y="205967"/>
                </a:lnTo>
                <a:lnTo>
                  <a:pt x="904091" y="199697"/>
                </a:lnTo>
                <a:lnTo>
                  <a:pt x="906598" y="195642"/>
                </a:lnTo>
                <a:lnTo>
                  <a:pt x="909557" y="191860"/>
                </a:lnTo>
                <a:lnTo>
                  <a:pt x="910401" y="189283"/>
                </a:lnTo>
                <a:lnTo>
                  <a:pt x="909466" y="187124"/>
                </a:lnTo>
                <a:lnTo>
                  <a:pt x="904797" y="184788"/>
                </a:lnTo>
                <a:lnTo>
                  <a:pt x="902954" y="181854"/>
                </a:lnTo>
                <a:lnTo>
                  <a:pt x="901059" y="175263"/>
                </a:lnTo>
                <a:lnTo>
                  <a:pt x="899797" y="169046"/>
                </a:lnTo>
                <a:lnTo>
                  <a:pt x="899235" y="163923"/>
                </a:lnTo>
                <a:lnTo>
                  <a:pt x="899460" y="160622"/>
                </a:lnTo>
                <a:lnTo>
                  <a:pt x="901935" y="156977"/>
                </a:lnTo>
                <a:lnTo>
                  <a:pt x="903973" y="155334"/>
                </a:lnTo>
                <a:lnTo>
                  <a:pt x="905085" y="154952"/>
                </a:lnTo>
                <a:lnTo>
                  <a:pt x="911304" y="158056"/>
                </a:lnTo>
                <a:lnTo>
                  <a:pt x="915041" y="158186"/>
                </a:lnTo>
                <a:lnTo>
                  <a:pt x="916128" y="157698"/>
                </a:lnTo>
                <a:lnTo>
                  <a:pt x="916851" y="155053"/>
                </a:lnTo>
                <a:lnTo>
                  <a:pt x="917515" y="140927"/>
                </a:lnTo>
                <a:lnTo>
                  <a:pt x="917923" y="139214"/>
                </a:lnTo>
                <a:lnTo>
                  <a:pt x="918954" y="138527"/>
                </a:lnTo>
                <a:lnTo>
                  <a:pt x="920269" y="139269"/>
                </a:lnTo>
                <a:lnTo>
                  <a:pt x="921111" y="141159"/>
                </a:lnTo>
                <a:lnTo>
                  <a:pt x="922290" y="156667"/>
                </a:lnTo>
                <a:lnTo>
                  <a:pt x="925419" y="170561"/>
                </a:lnTo>
                <a:lnTo>
                  <a:pt x="927962" y="179718"/>
                </a:lnTo>
                <a:lnTo>
                  <a:pt x="928202" y="182388"/>
                </a:lnTo>
                <a:lnTo>
                  <a:pt x="927288" y="188538"/>
                </a:lnTo>
                <a:lnTo>
                  <a:pt x="927405" y="191158"/>
                </a:lnTo>
                <a:lnTo>
                  <a:pt x="930071" y="197151"/>
                </a:lnTo>
                <a:lnTo>
                  <a:pt x="933030" y="206522"/>
                </a:lnTo>
                <a:lnTo>
                  <a:pt x="936021" y="210813"/>
                </a:lnTo>
                <a:lnTo>
                  <a:pt x="940134" y="215353"/>
                </a:lnTo>
                <a:lnTo>
                  <a:pt x="943412" y="218311"/>
                </a:lnTo>
                <a:lnTo>
                  <a:pt x="948588" y="222071"/>
                </a:lnTo>
                <a:lnTo>
                  <a:pt x="966651" y="233308"/>
                </a:lnTo>
                <a:lnTo>
                  <a:pt x="978885" y="240272"/>
                </a:lnTo>
                <a:lnTo>
                  <a:pt x="982202" y="241313"/>
                </a:lnTo>
                <a:lnTo>
                  <a:pt x="984677" y="241169"/>
                </a:lnTo>
                <a:lnTo>
                  <a:pt x="985472" y="240311"/>
                </a:lnTo>
                <a:lnTo>
                  <a:pt x="985851" y="238670"/>
                </a:lnTo>
                <a:lnTo>
                  <a:pt x="985500" y="229562"/>
                </a:lnTo>
                <a:lnTo>
                  <a:pt x="979373" y="217811"/>
                </a:lnTo>
                <a:lnTo>
                  <a:pt x="978787" y="207164"/>
                </a:lnTo>
                <a:lnTo>
                  <a:pt x="977085" y="204678"/>
                </a:lnTo>
                <a:lnTo>
                  <a:pt x="972450" y="199457"/>
                </a:lnTo>
                <a:lnTo>
                  <a:pt x="975255" y="192775"/>
                </a:lnTo>
                <a:lnTo>
                  <a:pt x="975420" y="188859"/>
                </a:lnTo>
                <a:lnTo>
                  <a:pt x="973544" y="185867"/>
                </a:lnTo>
                <a:lnTo>
                  <a:pt x="968625" y="182844"/>
                </a:lnTo>
                <a:lnTo>
                  <a:pt x="967764" y="181806"/>
                </a:lnTo>
                <a:lnTo>
                  <a:pt x="967212" y="179176"/>
                </a:lnTo>
                <a:lnTo>
                  <a:pt x="966825" y="170702"/>
                </a:lnTo>
                <a:lnTo>
                  <a:pt x="964086" y="169127"/>
                </a:lnTo>
                <a:lnTo>
                  <a:pt x="959085" y="168047"/>
                </a:lnTo>
                <a:lnTo>
                  <a:pt x="954089" y="163173"/>
                </a:lnTo>
                <a:lnTo>
                  <a:pt x="952003" y="161803"/>
                </a:lnTo>
                <a:lnTo>
                  <a:pt x="950681" y="161652"/>
                </a:lnTo>
                <a:lnTo>
                  <a:pt x="946087" y="162889"/>
                </a:lnTo>
                <a:lnTo>
                  <a:pt x="944370" y="162827"/>
                </a:lnTo>
                <a:lnTo>
                  <a:pt x="941684" y="158840"/>
                </a:lnTo>
                <a:lnTo>
                  <a:pt x="936270" y="148382"/>
                </a:lnTo>
                <a:lnTo>
                  <a:pt x="939692" y="141982"/>
                </a:lnTo>
                <a:lnTo>
                  <a:pt x="942510" y="138721"/>
                </a:lnTo>
                <a:lnTo>
                  <a:pt x="943357" y="137053"/>
                </a:lnTo>
                <a:lnTo>
                  <a:pt x="942857" y="127515"/>
                </a:lnTo>
                <a:lnTo>
                  <a:pt x="943685" y="123473"/>
                </a:lnTo>
                <a:lnTo>
                  <a:pt x="945675" y="122085"/>
                </a:lnTo>
                <a:lnTo>
                  <a:pt x="952695" y="119133"/>
                </a:lnTo>
                <a:lnTo>
                  <a:pt x="953916" y="117883"/>
                </a:lnTo>
                <a:lnTo>
                  <a:pt x="954121" y="117112"/>
                </a:lnTo>
                <a:lnTo>
                  <a:pt x="953820" y="115077"/>
                </a:lnTo>
                <a:lnTo>
                  <a:pt x="951604" y="109318"/>
                </a:lnTo>
                <a:lnTo>
                  <a:pt x="950397" y="104512"/>
                </a:lnTo>
                <a:lnTo>
                  <a:pt x="947040" y="84698"/>
                </a:lnTo>
                <a:lnTo>
                  <a:pt x="946350" y="76157"/>
                </a:lnTo>
                <a:lnTo>
                  <a:pt x="946350" y="73142"/>
                </a:lnTo>
                <a:lnTo>
                  <a:pt x="953550" y="65582"/>
                </a:lnTo>
                <a:lnTo>
                  <a:pt x="953550" y="61577"/>
                </a:lnTo>
                <a:lnTo>
                  <a:pt x="949809" y="58438"/>
                </a:lnTo>
                <a:lnTo>
                  <a:pt x="947391" y="57336"/>
                </a:lnTo>
                <a:lnTo>
                  <a:pt x="944450" y="57084"/>
                </a:lnTo>
                <a:lnTo>
                  <a:pt x="939284" y="57516"/>
                </a:lnTo>
                <a:lnTo>
                  <a:pt x="934093" y="57341"/>
                </a:lnTo>
                <a:lnTo>
                  <a:pt x="930510" y="56492"/>
                </a:lnTo>
                <a:lnTo>
                  <a:pt x="929303" y="55213"/>
                </a:lnTo>
                <a:lnTo>
                  <a:pt x="927827" y="46935"/>
                </a:lnTo>
                <a:lnTo>
                  <a:pt x="925329" y="42157"/>
                </a:lnTo>
                <a:lnTo>
                  <a:pt x="925887" y="39686"/>
                </a:lnTo>
                <a:lnTo>
                  <a:pt x="928095" y="35965"/>
                </a:lnTo>
                <a:lnTo>
                  <a:pt x="929937" y="33717"/>
                </a:lnTo>
                <a:lnTo>
                  <a:pt x="934996" y="32107"/>
                </a:lnTo>
                <a:lnTo>
                  <a:pt x="940039" y="28058"/>
                </a:lnTo>
                <a:lnTo>
                  <a:pt x="944806" y="25036"/>
                </a:lnTo>
                <a:lnTo>
                  <a:pt x="946732" y="22444"/>
                </a:lnTo>
                <a:lnTo>
                  <a:pt x="947055" y="19402"/>
                </a:lnTo>
                <a:lnTo>
                  <a:pt x="946350" y="17207"/>
                </a:lnTo>
                <a:lnTo>
                  <a:pt x="945118" y="15351"/>
                </a:lnTo>
                <a:lnTo>
                  <a:pt x="937693" y="12329"/>
                </a:lnTo>
                <a:lnTo>
                  <a:pt x="935623" y="10755"/>
                </a:lnTo>
                <a:lnTo>
                  <a:pt x="934719" y="9034"/>
                </a:lnTo>
                <a:lnTo>
                  <a:pt x="933605" y="4955"/>
                </a:lnTo>
                <a:lnTo>
                  <a:pt x="931016" y="1232"/>
                </a:lnTo>
                <a:lnTo>
                  <a:pt x="928260" y="0"/>
                </a:lnTo>
                <a:lnTo>
                  <a:pt x="924120" y="287"/>
                </a:lnTo>
                <a:close/>
                <a:moveTo>
                  <a:pt x="924480" y="15182"/>
                </a:moveTo>
                <a:lnTo>
                  <a:pt x="929106" y="19807"/>
                </a:lnTo>
                <a:lnTo>
                  <a:pt x="929976" y="22376"/>
                </a:lnTo>
                <a:lnTo>
                  <a:pt x="928626" y="23423"/>
                </a:lnTo>
                <a:lnTo>
                  <a:pt x="924176" y="24373"/>
                </a:lnTo>
                <a:lnTo>
                  <a:pt x="922365" y="25138"/>
                </a:lnTo>
                <a:lnTo>
                  <a:pt x="918626" y="31290"/>
                </a:lnTo>
                <a:lnTo>
                  <a:pt x="916403" y="32206"/>
                </a:lnTo>
                <a:lnTo>
                  <a:pt x="910206" y="32274"/>
                </a:lnTo>
                <a:lnTo>
                  <a:pt x="904618" y="31640"/>
                </a:lnTo>
                <a:lnTo>
                  <a:pt x="902029" y="30563"/>
                </a:lnTo>
                <a:lnTo>
                  <a:pt x="902098" y="29643"/>
                </a:lnTo>
                <a:lnTo>
                  <a:pt x="907830" y="24902"/>
                </a:lnTo>
                <a:lnTo>
                  <a:pt x="914296" y="25316"/>
                </a:lnTo>
                <a:lnTo>
                  <a:pt x="916779" y="24795"/>
                </a:lnTo>
                <a:lnTo>
                  <a:pt x="917841" y="23217"/>
                </a:lnTo>
                <a:lnTo>
                  <a:pt x="918399" y="19215"/>
                </a:lnTo>
                <a:lnTo>
                  <a:pt x="921360" y="14684"/>
                </a:lnTo>
                <a:lnTo>
                  <a:pt x="923067" y="13559"/>
                </a:lnTo>
                <a:lnTo>
                  <a:pt x="924480" y="15182"/>
                </a:lnTo>
                <a:close/>
                <a:moveTo>
                  <a:pt x="655920" y="121787"/>
                </a:moveTo>
                <a:lnTo>
                  <a:pt x="657856" y="123299"/>
                </a:lnTo>
                <a:lnTo>
                  <a:pt x="658816" y="125459"/>
                </a:lnTo>
                <a:lnTo>
                  <a:pt x="658656" y="128210"/>
                </a:lnTo>
                <a:lnTo>
                  <a:pt x="657456" y="129347"/>
                </a:lnTo>
                <a:lnTo>
                  <a:pt x="656384" y="129360"/>
                </a:lnTo>
                <a:lnTo>
                  <a:pt x="655294" y="128716"/>
                </a:lnTo>
                <a:lnTo>
                  <a:pt x="651176" y="124988"/>
                </a:lnTo>
                <a:lnTo>
                  <a:pt x="650743" y="124036"/>
                </a:lnTo>
                <a:lnTo>
                  <a:pt x="650919" y="122063"/>
                </a:lnTo>
                <a:lnTo>
                  <a:pt x="652044" y="120994"/>
                </a:lnTo>
                <a:lnTo>
                  <a:pt x="654081" y="121078"/>
                </a:lnTo>
                <a:lnTo>
                  <a:pt x="655920" y="121787"/>
                </a:lnTo>
                <a:close/>
                <a:moveTo>
                  <a:pt x="940320" y="173087"/>
                </a:moveTo>
                <a:lnTo>
                  <a:pt x="942757" y="174725"/>
                </a:lnTo>
                <a:lnTo>
                  <a:pt x="944457" y="175258"/>
                </a:lnTo>
                <a:lnTo>
                  <a:pt x="948008" y="173708"/>
                </a:lnTo>
                <a:lnTo>
                  <a:pt x="949439" y="173757"/>
                </a:lnTo>
                <a:lnTo>
                  <a:pt x="954690" y="176333"/>
                </a:lnTo>
                <a:lnTo>
                  <a:pt x="956789" y="178141"/>
                </a:lnTo>
                <a:lnTo>
                  <a:pt x="957374" y="183760"/>
                </a:lnTo>
                <a:lnTo>
                  <a:pt x="957870" y="185349"/>
                </a:lnTo>
                <a:lnTo>
                  <a:pt x="959373" y="187600"/>
                </a:lnTo>
                <a:lnTo>
                  <a:pt x="963945" y="192212"/>
                </a:lnTo>
                <a:lnTo>
                  <a:pt x="963246" y="198244"/>
                </a:lnTo>
                <a:lnTo>
                  <a:pt x="963456" y="202534"/>
                </a:lnTo>
                <a:lnTo>
                  <a:pt x="964941" y="205839"/>
                </a:lnTo>
                <a:lnTo>
                  <a:pt x="969030" y="210527"/>
                </a:lnTo>
                <a:lnTo>
                  <a:pt x="969514" y="216679"/>
                </a:lnTo>
                <a:lnTo>
                  <a:pt x="970473" y="220770"/>
                </a:lnTo>
                <a:lnTo>
                  <a:pt x="970497" y="221418"/>
                </a:lnTo>
                <a:lnTo>
                  <a:pt x="969900" y="222264"/>
                </a:lnTo>
                <a:lnTo>
                  <a:pt x="967758" y="222338"/>
                </a:lnTo>
                <a:lnTo>
                  <a:pt x="965786" y="221542"/>
                </a:lnTo>
                <a:lnTo>
                  <a:pt x="951107" y="212241"/>
                </a:lnTo>
                <a:lnTo>
                  <a:pt x="946835" y="208503"/>
                </a:lnTo>
                <a:lnTo>
                  <a:pt x="942011" y="202240"/>
                </a:lnTo>
                <a:lnTo>
                  <a:pt x="940100" y="197930"/>
                </a:lnTo>
                <a:lnTo>
                  <a:pt x="937588" y="188800"/>
                </a:lnTo>
                <a:lnTo>
                  <a:pt x="937648" y="181564"/>
                </a:lnTo>
                <a:lnTo>
                  <a:pt x="936039" y="174516"/>
                </a:lnTo>
                <a:lnTo>
                  <a:pt x="936126" y="172637"/>
                </a:lnTo>
                <a:lnTo>
                  <a:pt x="936909" y="171004"/>
                </a:lnTo>
                <a:lnTo>
                  <a:pt x="937642" y="171144"/>
                </a:lnTo>
                <a:lnTo>
                  <a:pt x="940320" y="173087"/>
                </a:lnTo>
                <a:close/>
                <a:moveTo>
                  <a:pt x="610695" y="8342"/>
                </a:moveTo>
                <a:lnTo>
                  <a:pt x="609539" y="10429"/>
                </a:lnTo>
                <a:lnTo>
                  <a:pt x="608829" y="13366"/>
                </a:lnTo>
                <a:lnTo>
                  <a:pt x="607087" y="24455"/>
                </a:lnTo>
                <a:lnTo>
                  <a:pt x="605066" y="32973"/>
                </a:lnTo>
                <a:lnTo>
                  <a:pt x="604425" y="41422"/>
                </a:lnTo>
                <a:lnTo>
                  <a:pt x="603525" y="44225"/>
                </a:lnTo>
                <a:lnTo>
                  <a:pt x="601934" y="46368"/>
                </a:lnTo>
                <a:lnTo>
                  <a:pt x="598603" y="49315"/>
                </a:lnTo>
                <a:lnTo>
                  <a:pt x="585213" y="54520"/>
                </a:lnTo>
                <a:lnTo>
                  <a:pt x="583675" y="55617"/>
                </a:lnTo>
                <a:lnTo>
                  <a:pt x="582757" y="57406"/>
                </a:lnTo>
                <a:lnTo>
                  <a:pt x="583207" y="58500"/>
                </a:lnTo>
                <a:lnTo>
                  <a:pt x="584357" y="59199"/>
                </a:lnTo>
                <a:lnTo>
                  <a:pt x="599100" y="60732"/>
                </a:lnTo>
                <a:lnTo>
                  <a:pt x="602010" y="61622"/>
                </a:lnTo>
                <a:lnTo>
                  <a:pt x="603059" y="62353"/>
                </a:lnTo>
                <a:lnTo>
                  <a:pt x="603129" y="62803"/>
                </a:lnTo>
                <a:lnTo>
                  <a:pt x="596925" y="66807"/>
                </a:lnTo>
                <a:lnTo>
                  <a:pt x="589101" y="69193"/>
                </a:lnTo>
                <a:lnTo>
                  <a:pt x="575713" y="74351"/>
                </a:lnTo>
                <a:lnTo>
                  <a:pt x="572122" y="76076"/>
                </a:lnTo>
                <a:lnTo>
                  <a:pt x="570825" y="77282"/>
                </a:lnTo>
                <a:lnTo>
                  <a:pt x="572895" y="78992"/>
                </a:lnTo>
                <a:lnTo>
                  <a:pt x="596214" y="79145"/>
                </a:lnTo>
                <a:lnTo>
                  <a:pt x="598833" y="79410"/>
                </a:lnTo>
                <a:lnTo>
                  <a:pt x="600787" y="80184"/>
                </a:lnTo>
                <a:lnTo>
                  <a:pt x="601363" y="81280"/>
                </a:lnTo>
                <a:lnTo>
                  <a:pt x="601719" y="87403"/>
                </a:lnTo>
                <a:lnTo>
                  <a:pt x="601539" y="99424"/>
                </a:lnTo>
                <a:lnTo>
                  <a:pt x="600607" y="110087"/>
                </a:lnTo>
                <a:lnTo>
                  <a:pt x="601115" y="114080"/>
                </a:lnTo>
                <a:lnTo>
                  <a:pt x="602313" y="114181"/>
                </a:lnTo>
                <a:lnTo>
                  <a:pt x="607141" y="111361"/>
                </a:lnTo>
                <a:lnTo>
                  <a:pt x="608998" y="107128"/>
                </a:lnTo>
                <a:lnTo>
                  <a:pt x="610853" y="105953"/>
                </a:lnTo>
                <a:lnTo>
                  <a:pt x="614295" y="105452"/>
                </a:lnTo>
                <a:lnTo>
                  <a:pt x="616695" y="107913"/>
                </a:lnTo>
                <a:lnTo>
                  <a:pt x="617411" y="109579"/>
                </a:lnTo>
                <a:lnTo>
                  <a:pt x="616944" y="110914"/>
                </a:lnTo>
                <a:lnTo>
                  <a:pt x="615371" y="111833"/>
                </a:lnTo>
                <a:lnTo>
                  <a:pt x="612766" y="112251"/>
                </a:lnTo>
                <a:lnTo>
                  <a:pt x="608175" y="112112"/>
                </a:lnTo>
                <a:lnTo>
                  <a:pt x="607513" y="116578"/>
                </a:lnTo>
                <a:lnTo>
                  <a:pt x="607095" y="117467"/>
                </a:lnTo>
                <a:lnTo>
                  <a:pt x="606308" y="118003"/>
                </a:lnTo>
                <a:lnTo>
                  <a:pt x="603373" y="117950"/>
                </a:lnTo>
                <a:lnTo>
                  <a:pt x="600221" y="116107"/>
                </a:lnTo>
                <a:lnTo>
                  <a:pt x="599625" y="116432"/>
                </a:lnTo>
                <a:lnTo>
                  <a:pt x="598936" y="117763"/>
                </a:lnTo>
                <a:lnTo>
                  <a:pt x="597795" y="124796"/>
                </a:lnTo>
                <a:lnTo>
                  <a:pt x="597915" y="135287"/>
                </a:lnTo>
                <a:lnTo>
                  <a:pt x="595870" y="140201"/>
                </a:lnTo>
                <a:lnTo>
                  <a:pt x="594517" y="145603"/>
                </a:lnTo>
                <a:lnTo>
                  <a:pt x="592407" y="160500"/>
                </a:lnTo>
                <a:lnTo>
                  <a:pt x="590631" y="167698"/>
                </a:lnTo>
                <a:lnTo>
                  <a:pt x="589190" y="180901"/>
                </a:lnTo>
                <a:lnTo>
                  <a:pt x="587925" y="185327"/>
                </a:lnTo>
                <a:lnTo>
                  <a:pt x="590275" y="186877"/>
                </a:lnTo>
                <a:lnTo>
                  <a:pt x="592485" y="186613"/>
                </a:lnTo>
                <a:lnTo>
                  <a:pt x="609705" y="174212"/>
                </a:lnTo>
                <a:lnTo>
                  <a:pt x="611598" y="173263"/>
                </a:lnTo>
                <a:lnTo>
                  <a:pt x="612849" y="173109"/>
                </a:lnTo>
                <a:lnTo>
                  <a:pt x="615339" y="173974"/>
                </a:lnTo>
                <a:lnTo>
                  <a:pt x="620657" y="178059"/>
                </a:lnTo>
                <a:lnTo>
                  <a:pt x="625331" y="180979"/>
                </a:lnTo>
                <a:lnTo>
                  <a:pt x="626601" y="182327"/>
                </a:lnTo>
                <a:lnTo>
                  <a:pt x="631644" y="186035"/>
                </a:lnTo>
                <a:lnTo>
                  <a:pt x="633000" y="186771"/>
                </a:lnTo>
                <a:lnTo>
                  <a:pt x="634797" y="187065"/>
                </a:lnTo>
                <a:lnTo>
                  <a:pt x="636104" y="186368"/>
                </a:lnTo>
                <a:lnTo>
                  <a:pt x="636537" y="185319"/>
                </a:lnTo>
                <a:lnTo>
                  <a:pt x="636384" y="180394"/>
                </a:lnTo>
                <a:lnTo>
                  <a:pt x="633802" y="166950"/>
                </a:lnTo>
                <a:lnTo>
                  <a:pt x="631952" y="152182"/>
                </a:lnTo>
                <a:lnTo>
                  <a:pt x="631183" y="149568"/>
                </a:lnTo>
                <a:lnTo>
                  <a:pt x="630237" y="148424"/>
                </a:lnTo>
                <a:lnTo>
                  <a:pt x="629398" y="148179"/>
                </a:lnTo>
                <a:lnTo>
                  <a:pt x="628863" y="149198"/>
                </a:lnTo>
                <a:lnTo>
                  <a:pt x="628425" y="153062"/>
                </a:lnTo>
                <a:lnTo>
                  <a:pt x="625016" y="153574"/>
                </a:lnTo>
                <a:lnTo>
                  <a:pt x="619875" y="150767"/>
                </a:lnTo>
                <a:lnTo>
                  <a:pt x="618928" y="149798"/>
                </a:lnTo>
                <a:lnTo>
                  <a:pt x="619101" y="148116"/>
                </a:lnTo>
                <a:lnTo>
                  <a:pt x="621720" y="145356"/>
                </a:lnTo>
                <a:lnTo>
                  <a:pt x="621900" y="144917"/>
                </a:lnTo>
                <a:lnTo>
                  <a:pt x="621525" y="144478"/>
                </a:lnTo>
                <a:lnTo>
                  <a:pt x="618401" y="144474"/>
                </a:lnTo>
                <a:lnTo>
                  <a:pt x="614122" y="145913"/>
                </a:lnTo>
                <a:lnTo>
                  <a:pt x="612638" y="146012"/>
                </a:lnTo>
                <a:lnTo>
                  <a:pt x="605601" y="143362"/>
                </a:lnTo>
                <a:lnTo>
                  <a:pt x="604665" y="142757"/>
                </a:lnTo>
                <a:lnTo>
                  <a:pt x="604404" y="141616"/>
                </a:lnTo>
                <a:lnTo>
                  <a:pt x="605301" y="139506"/>
                </a:lnTo>
                <a:lnTo>
                  <a:pt x="607424" y="137371"/>
                </a:lnTo>
                <a:lnTo>
                  <a:pt x="611037" y="135388"/>
                </a:lnTo>
                <a:lnTo>
                  <a:pt x="613567" y="134988"/>
                </a:lnTo>
                <a:lnTo>
                  <a:pt x="616770" y="136187"/>
                </a:lnTo>
                <a:lnTo>
                  <a:pt x="619883" y="138198"/>
                </a:lnTo>
                <a:lnTo>
                  <a:pt x="621392" y="139987"/>
                </a:lnTo>
                <a:lnTo>
                  <a:pt x="623082" y="143643"/>
                </a:lnTo>
                <a:lnTo>
                  <a:pt x="628511" y="145716"/>
                </a:lnTo>
                <a:lnTo>
                  <a:pt x="629224" y="145445"/>
                </a:lnTo>
                <a:lnTo>
                  <a:pt x="629596" y="144615"/>
                </a:lnTo>
                <a:lnTo>
                  <a:pt x="629743" y="141642"/>
                </a:lnTo>
                <a:lnTo>
                  <a:pt x="628914" y="135068"/>
                </a:lnTo>
                <a:lnTo>
                  <a:pt x="628849" y="130887"/>
                </a:lnTo>
                <a:lnTo>
                  <a:pt x="627309" y="123395"/>
                </a:lnTo>
                <a:lnTo>
                  <a:pt x="626009" y="119349"/>
                </a:lnTo>
                <a:lnTo>
                  <a:pt x="624752" y="105491"/>
                </a:lnTo>
                <a:lnTo>
                  <a:pt x="623036" y="98239"/>
                </a:lnTo>
                <a:lnTo>
                  <a:pt x="622759" y="92598"/>
                </a:lnTo>
                <a:lnTo>
                  <a:pt x="623031" y="88239"/>
                </a:lnTo>
                <a:lnTo>
                  <a:pt x="622579" y="84328"/>
                </a:lnTo>
                <a:lnTo>
                  <a:pt x="623192" y="81975"/>
                </a:lnTo>
                <a:lnTo>
                  <a:pt x="624718" y="80690"/>
                </a:lnTo>
                <a:lnTo>
                  <a:pt x="627525" y="79262"/>
                </a:lnTo>
                <a:lnTo>
                  <a:pt x="651903" y="79068"/>
                </a:lnTo>
                <a:lnTo>
                  <a:pt x="653985" y="78632"/>
                </a:lnTo>
                <a:lnTo>
                  <a:pt x="654769" y="77415"/>
                </a:lnTo>
                <a:lnTo>
                  <a:pt x="654351" y="76635"/>
                </a:lnTo>
                <a:lnTo>
                  <a:pt x="652178" y="75378"/>
                </a:lnTo>
                <a:lnTo>
                  <a:pt x="645505" y="73060"/>
                </a:lnTo>
                <a:lnTo>
                  <a:pt x="640224" y="71820"/>
                </a:lnTo>
                <a:lnTo>
                  <a:pt x="636637" y="69525"/>
                </a:lnTo>
                <a:lnTo>
                  <a:pt x="629771" y="66976"/>
                </a:lnTo>
                <a:lnTo>
                  <a:pt x="626337" y="65008"/>
                </a:lnTo>
                <a:lnTo>
                  <a:pt x="624309" y="63250"/>
                </a:lnTo>
                <a:lnTo>
                  <a:pt x="624170" y="62760"/>
                </a:lnTo>
                <a:lnTo>
                  <a:pt x="624583" y="62319"/>
                </a:lnTo>
                <a:lnTo>
                  <a:pt x="626836" y="61220"/>
                </a:lnTo>
                <a:lnTo>
                  <a:pt x="641424" y="61144"/>
                </a:lnTo>
                <a:lnTo>
                  <a:pt x="643189" y="60551"/>
                </a:lnTo>
                <a:lnTo>
                  <a:pt x="643730" y="59536"/>
                </a:lnTo>
                <a:lnTo>
                  <a:pt x="641862" y="57314"/>
                </a:lnTo>
                <a:lnTo>
                  <a:pt x="632065" y="51458"/>
                </a:lnTo>
                <a:lnTo>
                  <a:pt x="628352" y="49641"/>
                </a:lnTo>
                <a:lnTo>
                  <a:pt x="625950" y="47852"/>
                </a:lnTo>
                <a:lnTo>
                  <a:pt x="623686" y="45482"/>
                </a:lnTo>
                <a:lnTo>
                  <a:pt x="622179" y="41880"/>
                </a:lnTo>
                <a:lnTo>
                  <a:pt x="621607" y="35241"/>
                </a:lnTo>
                <a:lnTo>
                  <a:pt x="619703" y="27919"/>
                </a:lnTo>
                <a:lnTo>
                  <a:pt x="618103" y="17524"/>
                </a:lnTo>
                <a:lnTo>
                  <a:pt x="616540" y="10808"/>
                </a:lnTo>
                <a:lnTo>
                  <a:pt x="615735" y="8914"/>
                </a:lnTo>
                <a:lnTo>
                  <a:pt x="614559" y="7802"/>
                </a:lnTo>
                <a:lnTo>
                  <a:pt x="612514" y="7532"/>
                </a:lnTo>
                <a:lnTo>
                  <a:pt x="610695" y="8342"/>
                </a:lnTo>
                <a:close/>
                <a:moveTo>
                  <a:pt x="614475" y="35162"/>
                </a:moveTo>
                <a:lnTo>
                  <a:pt x="614118" y="36894"/>
                </a:lnTo>
                <a:lnTo>
                  <a:pt x="613321" y="37130"/>
                </a:lnTo>
                <a:lnTo>
                  <a:pt x="612415" y="36849"/>
                </a:lnTo>
                <a:lnTo>
                  <a:pt x="611578" y="35353"/>
                </a:lnTo>
                <a:lnTo>
                  <a:pt x="611769" y="33622"/>
                </a:lnTo>
                <a:lnTo>
                  <a:pt x="612610" y="33189"/>
                </a:lnTo>
                <a:lnTo>
                  <a:pt x="614030" y="33407"/>
                </a:lnTo>
                <a:lnTo>
                  <a:pt x="614475" y="35162"/>
                </a:lnTo>
                <a:close/>
                <a:moveTo>
                  <a:pt x="606780" y="50957"/>
                </a:moveTo>
                <a:lnTo>
                  <a:pt x="607489" y="51853"/>
                </a:lnTo>
                <a:lnTo>
                  <a:pt x="606756" y="53080"/>
                </a:lnTo>
                <a:lnTo>
                  <a:pt x="604309" y="53308"/>
                </a:lnTo>
                <a:lnTo>
                  <a:pt x="603284" y="52653"/>
                </a:lnTo>
                <a:lnTo>
                  <a:pt x="603416" y="51987"/>
                </a:lnTo>
                <a:lnTo>
                  <a:pt x="604710" y="51089"/>
                </a:lnTo>
                <a:lnTo>
                  <a:pt x="605700" y="50726"/>
                </a:lnTo>
                <a:lnTo>
                  <a:pt x="606780" y="50957"/>
                </a:lnTo>
                <a:close/>
                <a:moveTo>
                  <a:pt x="628605" y="53612"/>
                </a:moveTo>
                <a:lnTo>
                  <a:pt x="629782" y="54612"/>
                </a:lnTo>
                <a:lnTo>
                  <a:pt x="629730" y="56183"/>
                </a:lnTo>
                <a:lnTo>
                  <a:pt x="627977" y="57182"/>
                </a:lnTo>
                <a:lnTo>
                  <a:pt x="626130" y="57167"/>
                </a:lnTo>
                <a:lnTo>
                  <a:pt x="624617" y="56546"/>
                </a:lnTo>
                <a:lnTo>
                  <a:pt x="623454" y="55404"/>
                </a:lnTo>
                <a:lnTo>
                  <a:pt x="622845" y="53976"/>
                </a:lnTo>
                <a:lnTo>
                  <a:pt x="622800" y="52352"/>
                </a:lnTo>
                <a:lnTo>
                  <a:pt x="626202" y="52819"/>
                </a:lnTo>
                <a:lnTo>
                  <a:pt x="628605" y="53612"/>
                </a:lnTo>
                <a:close/>
                <a:moveTo>
                  <a:pt x="601200" y="53387"/>
                </a:moveTo>
                <a:lnTo>
                  <a:pt x="601581" y="53964"/>
                </a:lnTo>
                <a:lnTo>
                  <a:pt x="601450" y="54723"/>
                </a:lnTo>
                <a:lnTo>
                  <a:pt x="600110" y="56129"/>
                </a:lnTo>
                <a:lnTo>
                  <a:pt x="598508" y="56475"/>
                </a:lnTo>
                <a:lnTo>
                  <a:pt x="597122" y="55901"/>
                </a:lnTo>
                <a:lnTo>
                  <a:pt x="597615" y="54528"/>
                </a:lnTo>
                <a:lnTo>
                  <a:pt x="599210" y="53268"/>
                </a:lnTo>
                <a:lnTo>
                  <a:pt x="600085" y="52986"/>
                </a:lnTo>
                <a:lnTo>
                  <a:pt x="601200" y="53387"/>
                </a:lnTo>
                <a:close/>
                <a:moveTo>
                  <a:pt x="601110" y="69407"/>
                </a:moveTo>
                <a:lnTo>
                  <a:pt x="602081" y="70804"/>
                </a:lnTo>
                <a:lnTo>
                  <a:pt x="601342" y="71941"/>
                </a:lnTo>
                <a:lnTo>
                  <a:pt x="598954" y="72115"/>
                </a:lnTo>
                <a:lnTo>
                  <a:pt x="597845" y="71237"/>
                </a:lnTo>
                <a:lnTo>
                  <a:pt x="597606" y="69682"/>
                </a:lnTo>
                <a:lnTo>
                  <a:pt x="597950" y="68822"/>
                </a:lnTo>
                <a:lnTo>
                  <a:pt x="599542" y="68766"/>
                </a:lnTo>
                <a:lnTo>
                  <a:pt x="601110" y="69407"/>
                </a:lnTo>
                <a:close/>
                <a:moveTo>
                  <a:pt x="626715" y="70307"/>
                </a:moveTo>
                <a:lnTo>
                  <a:pt x="626762" y="71260"/>
                </a:lnTo>
                <a:lnTo>
                  <a:pt x="626007" y="72240"/>
                </a:lnTo>
                <a:lnTo>
                  <a:pt x="624664" y="72476"/>
                </a:lnTo>
                <a:lnTo>
                  <a:pt x="623946" y="72005"/>
                </a:lnTo>
                <a:lnTo>
                  <a:pt x="623811" y="70876"/>
                </a:lnTo>
                <a:lnTo>
                  <a:pt x="624676" y="69835"/>
                </a:lnTo>
                <a:lnTo>
                  <a:pt x="625877" y="69643"/>
                </a:lnTo>
                <a:lnTo>
                  <a:pt x="626715" y="70307"/>
                </a:lnTo>
                <a:close/>
                <a:moveTo>
                  <a:pt x="606600" y="82637"/>
                </a:moveTo>
                <a:lnTo>
                  <a:pt x="606195" y="83537"/>
                </a:lnTo>
                <a:lnTo>
                  <a:pt x="605579" y="83217"/>
                </a:lnTo>
                <a:lnTo>
                  <a:pt x="605368" y="82535"/>
                </a:lnTo>
                <a:lnTo>
                  <a:pt x="606065" y="81743"/>
                </a:lnTo>
                <a:lnTo>
                  <a:pt x="606600" y="82637"/>
                </a:lnTo>
                <a:close/>
                <a:moveTo>
                  <a:pt x="615960" y="86057"/>
                </a:moveTo>
                <a:lnTo>
                  <a:pt x="616783" y="87139"/>
                </a:lnTo>
                <a:lnTo>
                  <a:pt x="616909" y="88542"/>
                </a:lnTo>
                <a:lnTo>
                  <a:pt x="616345" y="89930"/>
                </a:lnTo>
                <a:lnTo>
                  <a:pt x="615304" y="90807"/>
                </a:lnTo>
                <a:lnTo>
                  <a:pt x="613280" y="91035"/>
                </a:lnTo>
                <a:lnTo>
                  <a:pt x="611243" y="90566"/>
                </a:lnTo>
                <a:lnTo>
                  <a:pt x="609764" y="89852"/>
                </a:lnTo>
                <a:lnTo>
                  <a:pt x="609058" y="88763"/>
                </a:lnTo>
                <a:lnTo>
                  <a:pt x="609165" y="86732"/>
                </a:lnTo>
                <a:lnTo>
                  <a:pt x="610715" y="85750"/>
                </a:lnTo>
                <a:lnTo>
                  <a:pt x="613928" y="85423"/>
                </a:lnTo>
                <a:lnTo>
                  <a:pt x="615960" y="86057"/>
                </a:lnTo>
                <a:close/>
                <a:moveTo>
                  <a:pt x="607050" y="102257"/>
                </a:moveTo>
                <a:lnTo>
                  <a:pt x="607387" y="103054"/>
                </a:lnTo>
                <a:lnTo>
                  <a:pt x="606703" y="103813"/>
                </a:lnTo>
                <a:lnTo>
                  <a:pt x="605850" y="104017"/>
                </a:lnTo>
                <a:lnTo>
                  <a:pt x="604947" y="103477"/>
                </a:lnTo>
                <a:lnTo>
                  <a:pt x="604836" y="102519"/>
                </a:lnTo>
                <a:lnTo>
                  <a:pt x="605307" y="101703"/>
                </a:lnTo>
                <a:lnTo>
                  <a:pt x="606127" y="101586"/>
                </a:lnTo>
                <a:lnTo>
                  <a:pt x="607050" y="102257"/>
                </a:lnTo>
                <a:close/>
                <a:moveTo>
                  <a:pt x="622260" y="102302"/>
                </a:moveTo>
                <a:lnTo>
                  <a:pt x="620887" y="103253"/>
                </a:lnTo>
                <a:lnTo>
                  <a:pt x="619904" y="103163"/>
                </a:lnTo>
                <a:lnTo>
                  <a:pt x="619650" y="102752"/>
                </a:lnTo>
                <a:lnTo>
                  <a:pt x="619886" y="101935"/>
                </a:lnTo>
                <a:lnTo>
                  <a:pt x="620675" y="101577"/>
                </a:lnTo>
                <a:lnTo>
                  <a:pt x="622036" y="101651"/>
                </a:lnTo>
                <a:lnTo>
                  <a:pt x="622260" y="102302"/>
                </a:lnTo>
                <a:close/>
                <a:moveTo>
                  <a:pt x="622035" y="113147"/>
                </a:moveTo>
                <a:lnTo>
                  <a:pt x="622949" y="114935"/>
                </a:lnTo>
                <a:lnTo>
                  <a:pt x="623089" y="116458"/>
                </a:lnTo>
                <a:lnTo>
                  <a:pt x="622095" y="118248"/>
                </a:lnTo>
                <a:lnTo>
                  <a:pt x="618834" y="120015"/>
                </a:lnTo>
                <a:lnTo>
                  <a:pt x="620087" y="123699"/>
                </a:lnTo>
                <a:lnTo>
                  <a:pt x="619323" y="125584"/>
                </a:lnTo>
                <a:lnTo>
                  <a:pt x="616415" y="127350"/>
                </a:lnTo>
                <a:lnTo>
                  <a:pt x="613727" y="128289"/>
                </a:lnTo>
                <a:lnTo>
                  <a:pt x="611449" y="127415"/>
                </a:lnTo>
                <a:lnTo>
                  <a:pt x="608132" y="124989"/>
                </a:lnTo>
                <a:lnTo>
                  <a:pt x="607766" y="123199"/>
                </a:lnTo>
                <a:lnTo>
                  <a:pt x="609736" y="120282"/>
                </a:lnTo>
                <a:lnTo>
                  <a:pt x="612365" y="118926"/>
                </a:lnTo>
                <a:lnTo>
                  <a:pt x="617812" y="118484"/>
                </a:lnTo>
                <a:lnTo>
                  <a:pt x="619245" y="112922"/>
                </a:lnTo>
                <a:lnTo>
                  <a:pt x="620589" y="112376"/>
                </a:lnTo>
                <a:lnTo>
                  <a:pt x="622035" y="113147"/>
                </a:lnTo>
                <a:close/>
                <a:moveTo>
                  <a:pt x="605700" y="128717"/>
                </a:moveTo>
                <a:lnTo>
                  <a:pt x="607706" y="130781"/>
                </a:lnTo>
                <a:lnTo>
                  <a:pt x="607699" y="131759"/>
                </a:lnTo>
                <a:lnTo>
                  <a:pt x="607016" y="132897"/>
                </a:lnTo>
                <a:lnTo>
                  <a:pt x="603022" y="136457"/>
                </a:lnTo>
                <a:lnTo>
                  <a:pt x="601910" y="136499"/>
                </a:lnTo>
                <a:lnTo>
                  <a:pt x="600302" y="135671"/>
                </a:lnTo>
                <a:lnTo>
                  <a:pt x="599676" y="134859"/>
                </a:lnTo>
                <a:lnTo>
                  <a:pt x="599591" y="133036"/>
                </a:lnTo>
                <a:lnTo>
                  <a:pt x="600193" y="129628"/>
                </a:lnTo>
                <a:lnTo>
                  <a:pt x="600996" y="127936"/>
                </a:lnTo>
                <a:lnTo>
                  <a:pt x="601521" y="127468"/>
                </a:lnTo>
                <a:lnTo>
                  <a:pt x="602858" y="127265"/>
                </a:lnTo>
                <a:lnTo>
                  <a:pt x="605700" y="128717"/>
                </a:lnTo>
                <a:close/>
                <a:moveTo>
                  <a:pt x="625860" y="128177"/>
                </a:moveTo>
                <a:lnTo>
                  <a:pt x="626406" y="130847"/>
                </a:lnTo>
                <a:lnTo>
                  <a:pt x="626122" y="134458"/>
                </a:lnTo>
                <a:lnTo>
                  <a:pt x="625386" y="135721"/>
                </a:lnTo>
                <a:lnTo>
                  <a:pt x="623726" y="136099"/>
                </a:lnTo>
                <a:lnTo>
                  <a:pt x="619458" y="132957"/>
                </a:lnTo>
                <a:lnTo>
                  <a:pt x="618682" y="131732"/>
                </a:lnTo>
                <a:lnTo>
                  <a:pt x="618587" y="130459"/>
                </a:lnTo>
                <a:lnTo>
                  <a:pt x="619355" y="129195"/>
                </a:lnTo>
                <a:lnTo>
                  <a:pt x="621499" y="128102"/>
                </a:lnTo>
                <a:lnTo>
                  <a:pt x="624051" y="127676"/>
                </a:lnTo>
                <a:lnTo>
                  <a:pt x="625860" y="128177"/>
                </a:lnTo>
                <a:close/>
                <a:moveTo>
                  <a:pt x="602550" y="145727"/>
                </a:moveTo>
                <a:lnTo>
                  <a:pt x="605880" y="149237"/>
                </a:lnTo>
                <a:lnTo>
                  <a:pt x="603748" y="150896"/>
                </a:lnTo>
                <a:lnTo>
                  <a:pt x="598815" y="152567"/>
                </a:lnTo>
                <a:lnTo>
                  <a:pt x="597733" y="151085"/>
                </a:lnTo>
                <a:lnTo>
                  <a:pt x="597339" y="149807"/>
                </a:lnTo>
                <a:lnTo>
                  <a:pt x="597146" y="147498"/>
                </a:lnTo>
                <a:lnTo>
                  <a:pt x="597464" y="145627"/>
                </a:lnTo>
                <a:lnTo>
                  <a:pt x="597990" y="145053"/>
                </a:lnTo>
                <a:lnTo>
                  <a:pt x="599304" y="144755"/>
                </a:lnTo>
                <a:lnTo>
                  <a:pt x="602550" y="145727"/>
                </a:lnTo>
                <a:close/>
                <a:moveTo>
                  <a:pt x="616005" y="153062"/>
                </a:moveTo>
                <a:lnTo>
                  <a:pt x="621209" y="155617"/>
                </a:lnTo>
                <a:lnTo>
                  <a:pt x="622130" y="156892"/>
                </a:lnTo>
                <a:lnTo>
                  <a:pt x="622224" y="159194"/>
                </a:lnTo>
                <a:lnTo>
                  <a:pt x="620640" y="161162"/>
                </a:lnTo>
                <a:lnTo>
                  <a:pt x="616141" y="164483"/>
                </a:lnTo>
                <a:lnTo>
                  <a:pt x="613314" y="165773"/>
                </a:lnTo>
                <a:lnTo>
                  <a:pt x="610754" y="165586"/>
                </a:lnTo>
                <a:lnTo>
                  <a:pt x="609232" y="164633"/>
                </a:lnTo>
                <a:lnTo>
                  <a:pt x="604294" y="160455"/>
                </a:lnTo>
                <a:lnTo>
                  <a:pt x="602160" y="157074"/>
                </a:lnTo>
                <a:lnTo>
                  <a:pt x="602163" y="156214"/>
                </a:lnTo>
                <a:lnTo>
                  <a:pt x="602732" y="155525"/>
                </a:lnTo>
                <a:lnTo>
                  <a:pt x="610298" y="151654"/>
                </a:lnTo>
                <a:lnTo>
                  <a:pt x="612616" y="151561"/>
                </a:lnTo>
                <a:lnTo>
                  <a:pt x="616005" y="153062"/>
                </a:lnTo>
                <a:close/>
                <a:moveTo>
                  <a:pt x="601335" y="163367"/>
                </a:moveTo>
                <a:lnTo>
                  <a:pt x="606022" y="167180"/>
                </a:lnTo>
                <a:lnTo>
                  <a:pt x="607229" y="169345"/>
                </a:lnTo>
                <a:lnTo>
                  <a:pt x="607275" y="170837"/>
                </a:lnTo>
                <a:lnTo>
                  <a:pt x="606478" y="171734"/>
                </a:lnTo>
                <a:lnTo>
                  <a:pt x="603760" y="173285"/>
                </a:lnTo>
                <a:lnTo>
                  <a:pt x="597849" y="177691"/>
                </a:lnTo>
                <a:lnTo>
                  <a:pt x="595936" y="178844"/>
                </a:lnTo>
                <a:lnTo>
                  <a:pt x="595167" y="178795"/>
                </a:lnTo>
                <a:lnTo>
                  <a:pt x="594433" y="177754"/>
                </a:lnTo>
                <a:lnTo>
                  <a:pt x="594019" y="174767"/>
                </a:lnTo>
                <a:lnTo>
                  <a:pt x="595406" y="167096"/>
                </a:lnTo>
                <a:lnTo>
                  <a:pt x="595547" y="164166"/>
                </a:lnTo>
                <a:lnTo>
                  <a:pt x="596870" y="162574"/>
                </a:lnTo>
                <a:lnTo>
                  <a:pt x="598322" y="161902"/>
                </a:lnTo>
                <a:lnTo>
                  <a:pt x="599798" y="162169"/>
                </a:lnTo>
                <a:lnTo>
                  <a:pt x="601335" y="163367"/>
                </a:lnTo>
                <a:close/>
                <a:moveTo>
                  <a:pt x="628785" y="162917"/>
                </a:moveTo>
                <a:lnTo>
                  <a:pt x="629519" y="166281"/>
                </a:lnTo>
                <a:lnTo>
                  <a:pt x="630160" y="176532"/>
                </a:lnTo>
                <a:lnTo>
                  <a:pt x="629901" y="178206"/>
                </a:lnTo>
                <a:lnTo>
                  <a:pt x="628334" y="178834"/>
                </a:lnTo>
                <a:lnTo>
                  <a:pt x="626577" y="177970"/>
                </a:lnTo>
                <a:lnTo>
                  <a:pt x="621740" y="173731"/>
                </a:lnTo>
                <a:lnTo>
                  <a:pt x="619066" y="172047"/>
                </a:lnTo>
                <a:lnTo>
                  <a:pt x="618458" y="170212"/>
                </a:lnTo>
                <a:lnTo>
                  <a:pt x="619224" y="168323"/>
                </a:lnTo>
                <a:lnTo>
                  <a:pt x="624102" y="164185"/>
                </a:lnTo>
                <a:lnTo>
                  <a:pt x="627390" y="162287"/>
                </a:lnTo>
                <a:lnTo>
                  <a:pt x="628785" y="162917"/>
                </a:lnTo>
                <a:close/>
                <a:moveTo>
                  <a:pt x="300645" y="10547"/>
                </a:moveTo>
                <a:lnTo>
                  <a:pt x="299394" y="11410"/>
                </a:lnTo>
                <a:lnTo>
                  <a:pt x="298659" y="13032"/>
                </a:lnTo>
                <a:lnTo>
                  <a:pt x="297379" y="21487"/>
                </a:lnTo>
                <a:lnTo>
                  <a:pt x="295341" y="30786"/>
                </a:lnTo>
                <a:lnTo>
                  <a:pt x="294063" y="40699"/>
                </a:lnTo>
                <a:lnTo>
                  <a:pt x="292458" y="47470"/>
                </a:lnTo>
                <a:lnTo>
                  <a:pt x="290717" y="58131"/>
                </a:lnTo>
                <a:lnTo>
                  <a:pt x="289892" y="59980"/>
                </a:lnTo>
                <a:lnTo>
                  <a:pt x="287763" y="62416"/>
                </a:lnTo>
                <a:lnTo>
                  <a:pt x="285853" y="63705"/>
                </a:lnTo>
                <a:lnTo>
                  <a:pt x="281177" y="65599"/>
                </a:lnTo>
                <a:lnTo>
                  <a:pt x="277175" y="67904"/>
                </a:lnTo>
                <a:lnTo>
                  <a:pt x="265549" y="72641"/>
                </a:lnTo>
                <a:lnTo>
                  <a:pt x="263690" y="74000"/>
                </a:lnTo>
                <a:lnTo>
                  <a:pt x="262372" y="76130"/>
                </a:lnTo>
                <a:lnTo>
                  <a:pt x="262749" y="77257"/>
                </a:lnTo>
                <a:lnTo>
                  <a:pt x="265392" y="77977"/>
                </a:lnTo>
                <a:lnTo>
                  <a:pt x="287486" y="79306"/>
                </a:lnTo>
                <a:lnTo>
                  <a:pt x="289843" y="80241"/>
                </a:lnTo>
                <a:lnTo>
                  <a:pt x="290655" y="81017"/>
                </a:lnTo>
                <a:lnTo>
                  <a:pt x="290647" y="81888"/>
                </a:lnTo>
                <a:lnTo>
                  <a:pt x="288345" y="84387"/>
                </a:lnTo>
                <a:lnTo>
                  <a:pt x="285714" y="85944"/>
                </a:lnTo>
                <a:lnTo>
                  <a:pt x="278077" y="89123"/>
                </a:lnTo>
                <a:lnTo>
                  <a:pt x="272492" y="90855"/>
                </a:lnTo>
                <a:lnTo>
                  <a:pt x="267793" y="92913"/>
                </a:lnTo>
                <a:lnTo>
                  <a:pt x="252671" y="98256"/>
                </a:lnTo>
                <a:lnTo>
                  <a:pt x="249281" y="100093"/>
                </a:lnTo>
                <a:lnTo>
                  <a:pt x="248321" y="100914"/>
                </a:lnTo>
                <a:lnTo>
                  <a:pt x="247841" y="102375"/>
                </a:lnTo>
                <a:lnTo>
                  <a:pt x="249046" y="103317"/>
                </a:lnTo>
                <a:lnTo>
                  <a:pt x="252219" y="103584"/>
                </a:lnTo>
                <a:lnTo>
                  <a:pt x="284271" y="104012"/>
                </a:lnTo>
                <a:lnTo>
                  <a:pt x="287444" y="104679"/>
                </a:lnTo>
                <a:lnTo>
                  <a:pt x="288585" y="105497"/>
                </a:lnTo>
                <a:lnTo>
                  <a:pt x="289053" y="106643"/>
                </a:lnTo>
                <a:lnTo>
                  <a:pt x="289317" y="113165"/>
                </a:lnTo>
                <a:lnTo>
                  <a:pt x="288500" y="120324"/>
                </a:lnTo>
                <a:lnTo>
                  <a:pt x="287023" y="145129"/>
                </a:lnTo>
                <a:lnTo>
                  <a:pt x="285210" y="149954"/>
                </a:lnTo>
                <a:lnTo>
                  <a:pt x="283435" y="166261"/>
                </a:lnTo>
                <a:lnTo>
                  <a:pt x="281196" y="174617"/>
                </a:lnTo>
                <a:lnTo>
                  <a:pt x="279782" y="188078"/>
                </a:lnTo>
                <a:lnTo>
                  <a:pt x="277712" y="196599"/>
                </a:lnTo>
                <a:lnTo>
                  <a:pt x="276131" y="209987"/>
                </a:lnTo>
                <a:lnTo>
                  <a:pt x="274067" y="219469"/>
                </a:lnTo>
                <a:lnTo>
                  <a:pt x="271824" y="237102"/>
                </a:lnTo>
                <a:lnTo>
                  <a:pt x="270584" y="241833"/>
                </a:lnTo>
                <a:lnTo>
                  <a:pt x="270555" y="244064"/>
                </a:lnTo>
                <a:lnTo>
                  <a:pt x="271035" y="245312"/>
                </a:lnTo>
                <a:lnTo>
                  <a:pt x="272645" y="245883"/>
                </a:lnTo>
                <a:lnTo>
                  <a:pt x="275704" y="244837"/>
                </a:lnTo>
                <a:lnTo>
                  <a:pt x="293942" y="232169"/>
                </a:lnTo>
                <a:lnTo>
                  <a:pt x="299907" y="227557"/>
                </a:lnTo>
                <a:lnTo>
                  <a:pt x="301601" y="226839"/>
                </a:lnTo>
                <a:lnTo>
                  <a:pt x="303241" y="226691"/>
                </a:lnTo>
                <a:lnTo>
                  <a:pt x="305575" y="227547"/>
                </a:lnTo>
                <a:lnTo>
                  <a:pt x="318876" y="237729"/>
                </a:lnTo>
                <a:lnTo>
                  <a:pt x="328402" y="244478"/>
                </a:lnTo>
                <a:lnTo>
                  <a:pt x="330767" y="245694"/>
                </a:lnTo>
                <a:lnTo>
                  <a:pt x="332536" y="245890"/>
                </a:lnTo>
                <a:lnTo>
                  <a:pt x="333360" y="245447"/>
                </a:lnTo>
                <a:lnTo>
                  <a:pt x="333744" y="244525"/>
                </a:lnTo>
                <a:lnTo>
                  <a:pt x="333752" y="240555"/>
                </a:lnTo>
                <a:lnTo>
                  <a:pt x="331583" y="227326"/>
                </a:lnTo>
                <a:lnTo>
                  <a:pt x="330151" y="215147"/>
                </a:lnTo>
                <a:lnTo>
                  <a:pt x="328198" y="205772"/>
                </a:lnTo>
                <a:lnTo>
                  <a:pt x="326415" y="191003"/>
                </a:lnTo>
                <a:lnTo>
                  <a:pt x="324105" y="180260"/>
                </a:lnTo>
                <a:lnTo>
                  <a:pt x="322796" y="169043"/>
                </a:lnTo>
                <a:lnTo>
                  <a:pt x="320428" y="155471"/>
                </a:lnTo>
                <a:lnTo>
                  <a:pt x="318971" y="142599"/>
                </a:lnTo>
                <a:lnTo>
                  <a:pt x="318313" y="139938"/>
                </a:lnTo>
                <a:lnTo>
                  <a:pt x="316822" y="137047"/>
                </a:lnTo>
                <a:lnTo>
                  <a:pt x="316474" y="134899"/>
                </a:lnTo>
                <a:lnTo>
                  <a:pt x="316035" y="106307"/>
                </a:lnTo>
                <a:lnTo>
                  <a:pt x="318147" y="104616"/>
                </a:lnTo>
                <a:lnTo>
                  <a:pt x="321694" y="104029"/>
                </a:lnTo>
                <a:lnTo>
                  <a:pt x="355737" y="104284"/>
                </a:lnTo>
                <a:lnTo>
                  <a:pt x="357046" y="103796"/>
                </a:lnTo>
                <a:lnTo>
                  <a:pt x="358003" y="102060"/>
                </a:lnTo>
                <a:lnTo>
                  <a:pt x="356203" y="100670"/>
                </a:lnTo>
                <a:lnTo>
                  <a:pt x="351283" y="98281"/>
                </a:lnTo>
                <a:lnTo>
                  <a:pt x="340856" y="93980"/>
                </a:lnTo>
                <a:lnTo>
                  <a:pt x="326677" y="88909"/>
                </a:lnTo>
                <a:lnTo>
                  <a:pt x="318837" y="85590"/>
                </a:lnTo>
                <a:lnTo>
                  <a:pt x="317155" y="84138"/>
                </a:lnTo>
                <a:lnTo>
                  <a:pt x="316925" y="81393"/>
                </a:lnTo>
                <a:lnTo>
                  <a:pt x="317435" y="80510"/>
                </a:lnTo>
                <a:lnTo>
                  <a:pt x="318530" y="79979"/>
                </a:lnTo>
                <a:lnTo>
                  <a:pt x="326924" y="79587"/>
                </a:lnTo>
                <a:lnTo>
                  <a:pt x="341054" y="80773"/>
                </a:lnTo>
                <a:lnTo>
                  <a:pt x="342855" y="79982"/>
                </a:lnTo>
                <a:lnTo>
                  <a:pt x="343648" y="78935"/>
                </a:lnTo>
                <a:lnTo>
                  <a:pt x="343792" y="77965"/>
                </a:lnTo>
                <a:lnTo>
                  <a:pt x="341990" y="76009"/>
                </a:lnTo>
                <a:lnTo>
                  <a:pt x="334440" y="71944"/>
                </a:lnTo>
                <a:lnTo>
                  <a:pt x="323711" y="65175"/>
                </a:lnTo>
                <a:lnTo>
                  <a:pt x="319899" y="63281"/>
                </a:lnTo>
                <a:lnTo>
                  <a:pt x="316444" y="60159"/>
                </a:lnTo>
                <a:lnTo>
                  <a:pt x="315998" y="59158"/>
                </a:lnTo>
                <a:lnTo>
                  <a:pt x="315641" y="55046"/>
                </a:lnTo>
                <a:lnTo>
                  <a:pt x="313955" y="48074"/>
                </a:lnTo>
                <a:lnTo>
                  <a:pt x="311972" y="35670"/>
                </a:lnTo>
                <a:lnTo>
                  <a:pt x="309842" y="26353"/>
                </a:lnTo>
                <a:lnTo>
                  <a:pt x="307766" y="14293"/>
                </a:lnTo>
                <a:lnTo>
                  <a:pt x="306583" y="11733"/>
                </a:lnTo>
                <a:lnTo>
                  <a:pt x="304566" y="10161"/>
                </a:lnTo>
                <a:lnTo>
                  <a:pt x="302731" y="9797"/>
                </a:lnTo>
                <a:lnTo>
                  <a:pt x="300645" y="10547"/>
                </a:lnTo>
                <a:close/>
                <a:moveTo>
                  <a:pt x="304605" y="31967"/>
                </a:moveTo>
                <a:lnTo>
                  <a:pt x="305022" y="33235"/>
                </a:lnTo>
                <a:lnTo>
                  <a:pt x="304752" y="34831"/>
                </a:lnTo>
                <a:lnTo>
                  <a:pt x="303300" y="35162"/>
                </a:lnTo>
                <a:lnTo>
                  <a:pt x="301861" y="34851"/>
                </a:lnTo>
                <a:lnTo>
                  <a:pt x="301589" y="33406"/>
                </a:lnTo>
                <a:lnTo>
                  <a:pt x="302230" y="32003"/>
                </a:lnTo>
                <a:lnTo>
                  <a:pt x="303415" y="31406"/>
                </a:lnTo>
                <a:lnTo>
                  <a:pt x="304605" y="31967"/>
                </a:lnTo>
                <a:close/>
                <a:moveTo>
                  <a:pt x="305190" y="43802"/>
                </a:moveTo>
                <a:lnTo>
                  <a:pt x="305983" y="45923"/>
                </a:lnTo>
                <a:lnTo>
                  <a:pt x="305730" y="48617"/>
                </a:lnTo>
                <a:lnTo>
                  <a:pt x="303722" y="49337"/>
                </a:lnTo>
                <a:lnTo>
                  <a:pt x="301140" y="48977"/>
                </a:lnTo>
                <a:lnTo>
                  <a:pt x="300138" y="46883"/>
                </a:lnTo>
                <a:lnTo>
                  <a:pt x="300277" y="44829"/>
                </a:lnTo>
                <a:lnTo>
                  <a:pt x="300796" y="43748"/>
                </a:lnTo>
                <a:lnTo>
                  <a:pt x="302757" y="43054"/>
                </a:lnTo>
                <a:lnTo>
                  <a:pt x="305190" y="43802"/>
                </a:lnTo>
                <a:close/>
                <a:moveTo>
                  <a:pt x="297900" y="51362"/>
                </a:moveTo>
                <a:lnTo>
                  <a:pt x="298231" y="52485"/>
                </a:lnTo>
                <a:lnTo>
                  <a:pt x="297780" y="53588"/>
                </a:lnTo>
                <a:lnTo>
                  <a:pt x="296809" y="54190"/>
                </a:lnTo>
                <a:lnTo>
                  <a:pt x="295734" y="53923"/>
                </a:lnTo>
                <a:lnTo>
                  <a:pt x="295278" y="52221"/>
                </a:lnTo>
                <a:lnTo>
                  <a:pt x="295788" y="51048"/>
                </a:lnTo>
                <a:lnTo>
                  <a:pt x="296798" y="50691"/>
                </a:lnTo>
                <a:lnTo>
                  <a:pt x="297900" y="51362"/>
                </a:lnTo>
                <a:close/>
                <a:moveTo>
                  <a:pt x="310680" y="52172"/>
                </a:moveTo>
                <a:lnTo>
                  <a:pt x="311535" y="52802"/>
                </a:lnTo>
                <a:lnTo>
                  <a:pt x="310180" y="53167"/>
                </a:lnTo>
                <a:lnTo>
                  <a:pt x="308891" y="52797"/>
                </a:lnTo>
                <a:lnTo>
                  <a:pt x="308250" y="52037"/>
                </a:lnTo>
                <a:lnTo>
                  <a:pt x="309111" y="51615"/>
                </a:lnTo>
                <a:lnTo>
                  <a:pt x="310680" y="52172"/>
                </a:lnTo>
                <a:close/>
                <a:moveTo>
                  <a:pt x="305550" y="57662"/>
                </a:moveTo>
                <a:lnTo>
                  <a:pt x="306242" y="59439"/>
                </a:lnTo>
                <a:lnTo>
                  <a:pt x="305481" y="60355"/>
                </a:lnTo>
                <a:lnTo>
                  <a:pt x="303962" y="61117"/>
                </a:lnTo>
                <a:lnTo>
                  <a:pt x="302807" y="61136"/>
                </a:lnTo>
                <a:lnTo>
                  <a:pt x="301081" y="60516"/>
                </a:lnTo>
                <a:lnTo>
                  <a:pt x="299790" y="58922"/>
                </a:lnTo>
                <a:lnTo>
                  <a:pt x="300100" y="57767"/>
                </a:lnTo>
                <a:lnTo>
                  <a:pt x="301894" y="56773"/>
                </a:lnTo>
                <a:lnTo>
                  <a:pt x="304247" y="56873"/>
                </a:lnTo>
                <a:lnTo>
                  <a:pt x="305550" y="57662"/>
                </a:lnTo>
                <a:close/>
                <a:moveTo>
                  <a:pt x="311760" y="66527"/>
                </a:moveTo>
                <a:lnTo>
                  <a:pt x="312306" y="68290"/>
                </a:lnTo>
                <a:lnTo>
                  <a:pt x="311963" y="70330"/>
                </a:lnTo>
                <a:lnTo>
                  <a:pt x="311139" y="71018"/>
                </a:lnTo>
                <a:lnTo>
                  <a:pt x="310022" y="70868"/>
                </a:lnTo>
                <a:lnTo>
                  <a:pt x="308882" y="69773"/>
                </a:lnTo>
                <a:lnTo>
                  <a:pt x="308906" y="67803"/>
                </a:lnTo>
                <a:lnTo>
                  <a:pt x="310177" y="66271"/>
                </a:lnTo>
                <a:lnTo>
                  <a:pt x="310992" y="66128"/>
                </a:lnTo>
                <a:lnTo>
                  <a:pt x="311760" y="66527"/>
                </a:lnTo>
                <a:close/>
                <a:moveTo>
                  <a:pt x="297180" y="67922"/>
                </a:moveTo>
                <a:lnTo>
                  <a:pt x="297327" y="69398"/>
                </a:lnTo>
                <a:lnTo>
                  <a:pt x="296125" y="70307"/>
                </a:lnTo>
                <a:lnTo>
                  <a:pt x="293727" y="69885"/>
                </a:lnTo>
                <a:lnTo>
                  <a:pt x="292239" y="68848"/>
                </a:lnTo>
                <a:lnTo>
                  <a:pt x="293095" y="67075"/>
                </a:lnTo>
                <a:lnTo>
                  <a:pt x="294578" y="66422"/>
                </a:lnTo>
                <a:lnTo>
                  <a:pt x="296144" y="66726"/>
                </a:lnTo>
                <a:lnTo>
                  <a:pt x="297180" y="67922"/>
                </a:lnTo>
                <a:close/>
                <a:moveTo>
                  <a:pt x="320940" y="68822"/>
                </a:moveTo>
                <a:lnTo>
                  <a:pt x="326863" y="72671"/>
                </a:lnTo>
                <a:lnTo>
                  <a:pt x="327564" y="73539"/>
                </a:lnTo>
                <a:lnTo>
                  <a:pt x="327353" y="74420"/>
                </a:lnTo>
                <a:lnTo>
                  <a:pt x="326076" y="75083"/>
                </a:lnTo>
                <a:lnTo>
                  <a:pt x="322734" y="75379"/>
                </a:lnTo>
                <a:lnTo>
                  <a:pt x="319460" y="75150"/>
                </a:lnTo>
                <a:lnTo>
                  <a:pt x="317413" y="74402"/>
                </a:lnTo>
                <a:lnTo>
                  <a:pt x="316696" y="73487"/>
                </a:lnTo>
                <a:lnTo>
                  <a:pt x="316384" y="72149"/>
                </a:lnTo>
                <a:lnTo>
                  <a:pt x="316755" y="68837"/>
                </a:lnTo>
                <a:lnTo>
                  <a:pt x="317983" y="67853"/>
                </a:lnTo>
                <a:lnTo>
                  <a:pt x="320940" y="68822"/>
                </a:lnTo>
                <a:close/>
                <a:moveTo>
                  <a:pt x="288945" y="68777"/>
                </a:moveTo>
                <a:lnTo>
                  <a:pt x="290334" y="69396"/>
                </a:lnTo>
                <a:lnTo>
                  <a:pt x="290533" y="70183"/>
                </a:lnTo>
                <a:lnTo>
                  <a:pt x="288945" y="71657"/>
                </a:lnTo>
                <a:lnTo>
                  <a:pt x="286878" y="72697"/>
                </a:lnTo>
                <a:lnTo>
                  <a:pt x="284917" y="73127"/>
                </a:lnTo>
                <a:lnTo>
                  <a:pt x="283265" y="72966"/>
                </a:lnTo>
                <a:lnTo>
                  <a:pt x="281811" y="71652"/>
                </a:lnTo>
                <a:lnTo>
                  <a:pt x="281798" y="70276"/>
                </a:lnTo>
                <a:lnTo>
                  <a:pt x="283136" y="68829"/>
                </a:lnTo>
                <a:lnTo>
                  <a:pt x="285673" y="68285"/>
                </a:lnTo>
                <a:lnTo>
                  <a:pt x="288945" y="68777"/>
                </a:lnTo>
                <a:close/>
                <a:moveTo>
                  <a:pt x="311760" y="82502"/>
                </a:moveTo>
                <a:lnTo>
                  <a:pt x="310998" y="84217"/>
                </a:lnTo>
                <a:lnTo>
                  <a:pt x="310094" y="84457"/>
                </a:lnTo>
                <a:lnTo>
                  <a:pt x="309568" y="84010"/>
                </a:lnTo>
                <a:lnTo>
                  <a:pt x="309354" y="82453"/>
                </a:lnTo>
                <a:lnTo>
                  <a:pt x="310360" y="81006"/>
                </a:lnTo>
                <a:lnTo>
                  <a:pt x="311634" y="81008"/>
                </a:lnTo>
                <a:lnTo>
                  <a:pt x="311760" y="82502"/>
                </a:lnTo>
                <a:close/>
                <a:moveTo>
                  <a:pt x="296460" y="82817"/>
                </a:moveTo>
                <a:lnTo>
                  <a:pt x="296405" y="83795"/>
                </a:lnTo>
                <a:lnTo>
                  <a:pt x="295877" y="84226"/>
                </a:lnTo>
                <a:lnTo>
                  <a:pt x="294750" y="83762"/>
                </a:lnTo>
                <a:lnTo>
                  <a:pt x="294147" y="82861"/>
                </a:lnTo>
                <a:lnTo>
                  <a:pt x="294607" y="82111"/>
                </a:lnTo>
                <a:lnTo>
                  <a:pt x="295358" y="81848"/>
                </a:lnTo>
                <a:lnTo>
                  <a:pt x="296061" y="82101"/>
                </a:lnTo>
                <a:lnTo>
                  <a:pt x="296460" y="82817"/>
                </a:lnTo>
                <a:close/>
                <a:moveTo>
                  <a:pt x="304650" y="90512"/>
                </a:moveTo>
                <a:lnTo>
                  <a:pt x="304988" y="91672"/>
                </a:lnTo>
                <a:lnTo>
                  <a:pt x="304133" y="92426"/>
                </a:lnTo>
                <a:lnTo>
                  <a:pt x="301621" y="92345"/>
                </a:lnTo>
                <a:lnTo>
                  <a:pt x="300629" y="91586"/>
                </a:lnTo>
                <a:lnTo>
                  <a:pt x="300926" y="90630"/>
                </a:lnTo>
                <a:lnTo>
                  <a:pt x="302254" y="89978"/>
                </a:lnTo>
                <a:lnTo>
                  <a:pt x="303849" y="90018"/>
                </a:lnTo>
                <a:lnTo>
                  <a:pt x="304650" y="90512"/>
                </a:lnTo>
                <a:close/>
                <a:moveTo>
                  <a:pt x="289395" y="91637"/>
                </a:moveTo>
                <a:lnTo>
                  <a:pt x="290242" y="93162"/>
                </a:lnTo>
                <a:lnTo>
                  <a:pt x="290402" y="94395"/>
                </a:lnTo>
                <a:lnTo>
                  <a:pt x="289339" y="95721"/>
                </a:lnTo>
                <a:lnTo>
                  <a:pt x="285250" y="96501"/>
                </a:lnTo>
                <a:lnTo>
                  <a:pt x="283652" y="95957"/>
                </a:lnTo>
                <a:lnTo>
                  <a:pt x="282983" y="95188"/>
                </a:lnTo>
                <a:lnTo>
                  <a:pt x="282716" y="92151"/>
                </a:lnTo>
                <a:lnTo>
                  <a:pt x="283796" y="90664"/>
                </a:lnTo>
                <a:lnTo>
                  <a:pt x="287662" y="90519"/>
                </a:lnTo>
                <a:lnTo>
                  <a:pt x="289395" y="91637"/>
                </a:lnTo>
                <a:close/>
                <a:moveTo>
                  <a:pt x="322245" y="92042"/>
                </a:moveTo>
                <a:lnTo>
                  <a:pt x="323555" y="94248"/>
                </a:lnTo>
                <a:lnTo>
                  <a:pt x="323067" y="95996"/>
                </a:lnTo>
                <a:lnTo>
                  <a:pt x="321567" y="96723"/>
                </a:lnTo>
                <a:lnTo>
                  <a:pt x="319680" y="97012"/>
                </a:lnTo>
                <a:lnTo>
                  <a:pt x="316890" y="96497"/>
                </a:lnTo>
                <a:lnTo>
                  <a:pt x="316356" y="93977"/>
                </a:lnTo>
                <a:lnTo>
                  <a:pt x="317070" y="91457"/>
                </a:lnTo>
                <a:lnTo>
                  <a:pt x="317911" y="90909"/>
                </a:lnTo>
                <a:lnTo>
                  <a:pt x="319522" y="90737"/>
                </a:lnTo>
                <a:lnTo>
                  <a:pt x="322245" y="92042"/>
                </a:lnTo>
                <a:close/>
                <a:moveTo>
                  <a:pt x="312255" y="94067"/>
                </a:moveTo>
                <a:lnTo>
                  <a:pt x="312683" y="95559"/>
                </a:lnTo>
                <a:lnTo>
                  <a:pt x="312291" y="96916"/>
                </a:lnTo>
                <a:lnTo>
                  <a:pt x="311091" y="97532"/>
                </a:lnTo>
                <a:lnTo>
                  <a:pt x="309757" y="97176"/>
                </a:lnTo>
                <a:lnTo>
                  <a:pt x="308989" y="95702"/>
                </a:lnTo>
                <a:lnTo>
                  <a:pt x="309446" y="94064"/>
                </a:lnTo>
                <a:lnTo>
                  <a:pt x="310768" y="93344"/>
                </a:lnTo>
                <a:lnTo>
                  <a:pt x="312255" y="94067"/>
                </a:lnTo>
                <a:close/>
                <a:moveTo>
                  <a:pt x="296100" y="95462"/>
                </a:moveTo>
                <a:lnTo>
                  <a:pt x="295531" y="96128"/>
                </a:lnTo>
                <a:lnTo>
                  <a:pt x="294772" y="95805"/>
                </a:lnTo>
                <a:lnTo>
                  <a:pt x="295507" y="94806"/>
                </a:lnTo>
                <a:lnTo>
                  <a:pt x="296100" y="95462"/>
                </a:lnTo>
                <a:close/>
                <a:moveTo>
                  <a:pt x="337860" y="97532"/>
                </a:moveTo>
                <a:lnTo>
                  <a:pt x="339283" y="98365"/>
                </a:lnTo>
                <a:lnTo>
                  <a:pt x="339519" y="98983"/>
                </a:lnTo>
                <a:lnTo>
                  <a:pt x="339189" y="99590"/>
                </a:lnTo>
                <a:lnTo>
                  <a:pt x="337002" y="100481"/>
                </a:lnTo>
                <a:lnTo>
                  <a:pt x="335888" y="100256"/>
                </a:lnTo>
                <a:lnTo>
                  <a:pt x="335104" y="99608"/>
                </a:lnTo>
                <a:lnTo>
                  <a:pt x="334887" y="98306"/>
                </a:lnTo>
                <a:lnTo>
                  <a:pt x="335610" y="97532"/>
                </a:lnTo>
                <a:lnTo>
                  <a:pt x="336420" y="97037"/>
                </a:lnTo>
                <a:lnTo>
                  <a:pt x="337860" y="97532"/>
                </a:lnTo>
                <a:close/>
                <a:moveTo>
                  <a:pt x="312390" y="106352"/>
                </a:moveTo>
                <a:lnTo>
                  <a:pt x="313151" y="108080"/>
                </a:lnTo>
                <a:lnTo>
                  <a:pt x="312713" y="110696"/>
                </a:lnTo>
                <a:lnTo>
                  <a:pt x="311035" y="111794"/>
                </a:lnTo>
                <a:lnTo>
                  <a:pt x="309067" y="111561"/>
                </a:lnTo>
                <a:lnTo>
                  <a:pt x="308265" y="109738"/>
                </a:lnTo>
                <a:lnTo>
                  <a:pt x="308909" y="107180"/>
                </a:lnTo>
                <a:lnTo>
                  <a:pt x="310759" y="105643"/>
                </a:lnTo>
                <a:lnTo>
                  <a:pt x="312390" y="106352"/>
                </a:lnTo>
                <a:close/>
                <a:moveTo>
                  <a:pt x="297450" y="107882"/>
                </a:moveTo>
                <a:lnTo>
                  <a:pt x="297836" y="109700"/>
                </a:lnTo>
                <a:lnTo>
                  <a:pt x="296938" y="110762"/>
                </a:lnTo>
                <a:lnTo>
                  <a:pt x="295785" y="110917"/>
                </a:lnTo>
                <a:lnTo>
                  <a:pt x="294300" y="110537"/>
                </a:lnTo>
                <a:lnTo>
                  <a:pt x="292753" y="109226"/>
                </a:lnTo>
                <a:lnTo>
                  <a:pt x="293094" y="108035"/>
                </a:lnTo>
                <a:lnTo>
                  <a:pt x="294771" y="107059"/>
                </a:lnTo>
                <a:lnTo>
                  <a:pt x="296561" y="107124"/>
                </a:lnTo>
                <a:lnTo>
                  <a:pt x="297450" y="107882"/>
                </a:lnTo>
                <a:close/>
                <a:moveTo>
                  <a:pt x="306855" y="113462"/>
                </a:moveTo>
                <a:lnTo>
                  <a:pt x="308509" y="115870"/>
                </a:lnTo>
                <a:lnTo>
                  <a:pt x="308700" y="117096"/>
                </a:lnTo>
                <a:lnTo>
                  <a:pt x="308157" y="118073"/>
                </a:lnTo>
                <a:lnTo>
                  <a:pt x="306874" y="118849"/>
                </a:lnTo>
                <a:lnTo>
                  <a:pt x="304348" y="119588"/>
                </a:lnTo>
                <a:lnTo>
                  <a:pt x="302395" y="119671"/>
                </a:lnTo>
                <a:lnTo>
                  <a:pt x="298435" y="118965"/>
                </a:lnTo>
                <a:lnTo>
                  <a:pt x="296893" y="118097"/>
                </a:lnTo>
                <a:lnTo>
                  <a:pt x="296700" y="117193"/>
                </a:lnTo>
                <a:lnTo>
                  <a:pt x="297450" y="115037"/>
                </a:lnTo>
                <a:lnTo>
                  <a:pt x="298526" y="113115"/>
                </a:lnTo>
                <a:lnTo>
                  <a:pt x="299744" y="112199"/>
                </a:lnTo>
                <a:lnTo>
                  <a:pt x="305460" y="111887"/>
                </a:lnTo>
                <a:lnTo>
                  <a:pt x="306855" y="113462"/>
                </a:lnTo>
                <a:close/>
                <a:moveTo>
                  <a:pt x="312345" y="120347"/>
                </a:moveTo>
                <a:lnTo>
                  <a:pt x="313324" y="122439"/>
                </a:lnTo>
                <a:lnTo>
                  <a:pt x="312750" y="124667"/>
                </a:lnTo>
                <a:lnTo>
                  <a:pt x="310926" y="125378"/>
                </a:lnTo>
                <a:lnTo>
                  <a:pt x="309109" y="124998"/>
                </a:lnTo>
                <a:lnTo>
                  <a:pt x="308464" y="123358"/>
                </a:lnTo>
                <a:lnTo>
                  <a:pt x="309710" y="120380"/>
                </a:lnTo>
                <a:lnTo>
                  <a:pt x="310855" y="119603"/>
                </a:lnTo>
                <a:lnTo>
                  <a:pt x="312345" y="120347"/>
                </a:lnTo>
                <a:close/>
                <a:moveTo>
                  <a:pt x="295425" y="120887"/>
                </a:moveTo>
                <a:lnTo>
                  <a:pt x="297039" y="122501"/>
                </a:lnTo>
                <a:lnTo>
                  <a:pt x="297203" y="123715"/>
                </a:lnTo>
                <a:lnTo>
                  <a:pt x="296865" y="124352"/>
                </a:lnTo>
                <a:lnTo>
                  <a:pt x="294216" y="125010"/>
                </a:lnTo>
                <a:lnTo>
                  <a:pt x="291735" y="124217"/>
                </a:lnTo>
                <a:lnTo>
                  <a:pt x="291201" y="122743"/>
                </a:lnTo>
                <a:lnTo>
                  <a:pt x="292339" y="121067"/>
                </a:lnTo>
                <a:lnTo>
                  <a:pt x="293467" y="120504"/>
                </a:lnTo>
                <a:lnTo>
                  <a:pt x="295425" y="120887"/>
                </a:lnTo>
                <a:close/>
                <a:moveTo>
                  <a:pt x="295650" y="133262"/>
                </a:moveTo>
                <a:lnTo>
                  <a:pt x="296927" y="134534"/>
                </a:lnTo>
                <a:lnTo>
                  <a:pt x="296451" y="135945"/>
                </a:lnTo>
                <a:lnTo>
                  <a:pt x="294149" y="137287"/>
                </a:lnTo>
                <a:lnTo>
                  <a:pt x="293010" y="137413"/>
                </a:lnTo>
                <a:lnTo>
                  <a:pt x="292168" y="137029"/>
                </a:lnTo>
                <a:lnTo>
                  <a:pt x="291510" y="135530"/>
                </a:lnTo>
                <a:lnTo>
                  <a:pt x="291901" y="133251"/>
                </a:lnTo>
                <a:lnTo>
                  <a:pt x="293655" y="132620"/>
                </a:lnTo>
                <a:lnTo>
                  <a:pt x="295650" y="133262"/>
                </a:lnTo>
                <a:close/>
                <a:moveTo>
                  <a:pt x="313110" y="133307"/>
                </a:moveTo>
                <a:lnTo>
                  <a:pt x="313733" y="133930"/>
                </a:lnTo>
                <a:lnTo>
                  <a:pt x="313982" y="134989"/>
                </a:lnTo>
                <a:lnTo>
                  <a:pt x="312660" y="136637"/>
                </a:lnTo>
                <a:lnTo>
                  <a:pt x="310983" y="137006"/>
                </a:lnTo>
                <a:lnTo>
                  <a:pt x="309795" y="136383"/>
                </a:lnTo>
                <a:lnTo>
                  <a:pt x="308985" y="135401"/>
                </a:lnTo>
                <a:lnTo>
                  <a:pt x="308813" y="133897"/>
                </a:lnTo>
                <a:lnTo>
                  <a:pt x="309717" y="132812"/>
                </a:lnTo>
                <a:lnTo>
                  <a:pt x="311379" y="132640"/>
                </a:lnTo>
                <a:lnTo>
                  <a:pt x="313110" y="133307"/>
                </a:lnTo>
                <a:close/>
                <a:moveTo>
                  <a:pt x="307035" y="139607"/>
                </a:moveTo>
                <a:lnTo>
                  <a:pt x="309541" y="141468"/>
                </a:lnTo>
                <a:lnTo>
                  <a:pt x="309831" y="143414"/>
                </a:lnTo>
                <a:lnTo>
                  <a:pt x="308779" y="144885"/>
                </a:lnTo>
                <a:lnTo>
                  <a:pt x="306720" y="146582"/>
                </a:lnTo>
                <a:lnTo>
                  <a:pt x="303719" y="147884"/>
                </a:lnTo>
                <a:lnTo>
                  <a:pt x="300648" y="147616"/>
                </a:lnTo>
                <a:lnTo>
                  <a:pt x="298695" y="146593"/>
                </a:lnTo>
                <a:lnTo>
                  <a:pt x="296259" y="144118"/>
                </a:lnTo>
                <a:lnTo>
                  <a:pt x="295286" y="142335"/>
                </a:lnTo>
                <a:lnTo>
                  <a:pt x="295510" y="141444"/>
                </a:lnTo>
                <a:lnTo>
                  <a:pt x="296487" y="140591"/>
                </a:lnTo>
                <a:lnTo>
                  <a:pt x="301136" y="138360"/>
                </a:lnTo>
                <a:lnTo>
                  <a:pt x="303434" y="138181"/>
                </a:lnTo>
                <a:lnTo>
                  <a:pt x="307035" y="139607"/>
                </a:lnTo>
                <a:close/>
                <a:moveTo>
                  <a:pt x="295425" y="147707"/>
                </a:moveTo>
                <a:lnTo>
                  <a:pt x="296989" y="150114"/>
                </a:lnTo>
                <a:lnTo>
                  <a:pt x="297242" y="151866"/>
                </a:lnTo>
                <a:lnTo>
                  <a:pt x="296901" y="152953"/>
                </a:lnTo>
                <a:lnTo>
                  <a:pt x="290790" y="156887"/>
                </a:lnTo>
                <a:lnTo>
                  <a:pt x="289154" y="157200"/>
                </a:lnTo>
                <a:lnTo>
                  <a:pt x="288263" y="155934"/>
                </a:lnTo>
                <a:lnTo>
                  <a:pt x="288149" y="153670"/>
                </a:lnTo>
                <a:lnTo>
                  <a:pt x="289508" y="149674"/>
                </a:lnTo>
                <a:lnTo>
                  <a:pt x="290838" y="148014"/>
                </a:lnTo>
                <a:lnTo>
                  <a:pt x="292282" y="147146"/>
                </a:lnTo>
                <a:lnTo>
                  <a:pt x="293823" y="147042"/>
                </a:lnTo>
                <a:lnTo>
                  <a:pt x="295425" y="147707"/>
                </a:lnTo>
                <a:close/>
                <a:moveTo>
                  <a:pt x="315450" y="147662"/>
                </a:moveTo>
                <a:lnTo>
                  <a:pt x="316399" y="151116"/>
                </a:lnTo>
                <a:lnTo>
                  <a:pt x="316718" y="154965"/>
                </a:lnTo>
                <a:lnTo>
                  <a:pt x="315603" y="156852"/>
                </a:lnTo>
                <a:lnTo>
                  <a:pt x="314281" y="157288"/>
                </a:lnTo>
                <a:lnTo>
                  <a:pt x="309523" y="153670"/>
                </a:lnTo>
                <a:lnTo>
                  <a:pt x="309032" y="152949"/>
                </a:lnTo>
                <a:lnTo>
                  <a:pt x="308925" y="151561"/>
                </a:lnTo>
                <a:lnTo>
                  <a:pt x="309584" y="149553"/>
                </a:lnTo>
                <a:lnTo>
                  <a:pt x="311394" y="147756"/>
                </a:lnTo>
                <a:lnTo>
                  <a:pt x="313655" y="146999"/>
                </a:lnTo>
                <a:lnTo>
                  <a:pt x="315450" y="147662"/>
                </a:lnTo>
                <a:close/>
                <a:moveTo>
                  <a:pt x="306855" y="156167"/>
                </a:moveTo>
                <a:lnTo>
                  <a:pt x="311131" y="158782"/>
                </a:lnTo>
                <a:lnTo>
                  <a:pt x="312606" y="160152"/>
                </a:lnTo>
                <a:lnTo>
                  <a:pt x="313273" y="162523"/>
                </a:lnTo>
                <a:lnTo>
                  <a:pt x="312001" y="164667"/>
                </a:lnTo>
                <a:lnTo>
                  <a:pt x="306263" y="168348"/>
                </a:lnTo>
                <a:lnTo>
                  <a:pt x="303778" y="168857"/>
                </a:lnTo>
                <a:lnTo>
                  <a:pt x="301451" y="168151"/>
                </a:lnTo>
                <a:lnTo>
                  <a:pt x="295616" y="163918"/>
                </a:lnTo>
                <a:lnTo>
                  <a:pt x="295210" y="162331"/>
                </a:lnTo>
                <a:lnTo>
                  <a:pt x="295540" y="160085"/>
                </a:lnTo>
                <a:lnTo>
                  <a:pt x="299655" y="156842"/>
                </a:lnTo>
                <a:lnTo>
                  <a:pt x="301389" y="155774"/>
                </a:lnTo>
                <a:lnTo>
                  <a:pt x="303761" y="155036"/>
                </a:lnTo>
                <a:lnTo>
                  <a:pt x="305769" y="155356"/>
                </a:lnTo>
                <a:lnTo>
                  <a:pt x="306855" y="156167"/>
                </a:lnTo>
                <a:close/>
                <a:moveTo>
                  <a:pt x="291240" y="167192"/>
                </a:moveTo>
                <a:lnTo>
                  <a:pt x="295119" y="169791"/>
                </a:lnTo>
                <a:lnTo>
                  <a:pt x="296433" y="171098"/>
                </a:lnTo>
                <a:lnTo>
                  <a:pt x="296949" y="172519"/>
                </a:lnTo>
                <a:lnTo>
                  <a:pt x="296661" y="173934"/>
                </a:lnTo>
                <a:lnTo>
                  <a:pt x="295561" y="175225"/>
                </a:lnTo>
                <a:lnTo>
                  <a:pt x="289957" y="179015"/>
                </a:lnTo>
                <a:lnTo>
                  <a:pt x="287041" y="180282"/>
                </a:lnTo>
                <a:lnTo>
                  <a:pt x="285392" y="180434"/>
                </a:lnTo>
                <a:lnTo>
                  <a:pt x="284690" y="179626"/>
                </a:lnTo>
                <a:lnTo>
                  <a:pt x="284467" y="177089"/>
                </a:lnTo>
                <a:lnTo>
                  <a:pt x="285221" y="171860"/>
                </a:lnTo>
                <a:lnTo>
                  <a:pt x="286227" y="168678"/>
                </a:lnTo>
                <a:lnTo>
                  <a:pt x="287460" y="166742"/>
                </a:lnTo>
                <a:lnTo>
                  <a:pt x="288600" y="166034"/>
                </a:lnTo>
                <a:lnTo>
                  <a:pt x="289579" y="166036"/>
                </a:lnTo>
                <a:lnTo>
                  <a:pt x="291240" y="167192"/>
                </a:lnTo>
                <a:close/>
                <a:moveTo>
                  <a:pt x="319365" y="166877"/>
                </a:moveTo>
                <a:lnTo>
                  <a:pt x="319936" y="170487"/>
                </a:lnTo>
                <a:lnTo>
                  <a:pt x="320400" y="178892"/>
                </a:lnTo>
                <a:lnTo>
                  <a:pt x="318109" y="179779"/>
                </a:lnTo>
                <a:lnTo>
                  <a:pt x="310793" y="174816"/>
                </a:lnTo>
                <a:lnTo>
                  <a:pt x="309961" y="173727"/>
                </a:lnTo>
                <a:lnTo>
                  <a:pt x="309600" y="171782"/>
                </a:lnTo>
                <a:lnTo>
                  <a:pt x="310464" y="170010"/>
                </a:lnTo>
                <a:lnTo>
                  <a:pt x="313892" y="167541"/>
                </a:lnTo>
                <a:lnTo>
                  <a:pt x="317745" y="166359"/>
                </a:lnTo>
                <a:lnTo>
                  <a:pt x="319365" y="166877"/>
                </a:lnTo>
                <a:close/>
                <a:moveTo>
                  <a:pt x="306945" y="177902"/>
                </a:moveTo>
                <a:lnTo>
                  <a:pt x="314686" y="183461"/>
                </a:lnTo>
                <a:lnTo>
                  <a:pt x="316226" y="185231"/>
                </a:lnTo>
                <a:lnTo>
                  <a:pt x="315652" y="186552"/>
                </a:lnTo>
                <a:lnTo>
                  <a:pt x="309024" y="190126"/>
                </a:lnTo>
                <a:lnTo>
                  <a:pt x="303908" y="192171"/>
                </a:lnTo>
                <a:lnTo>
                  <a:pt x="302216" y="192367"/>
                </a:lnTo>
                <a:lnTo>
                  <a:pt x="295203" y="189361"/>
                </a:lnTo>
                <a:lnTo>
                  <a:pt x="291999" y="187238"/>
                </a:lnTo>
                <a:lnTo>
                  <a:pt x="290539" y="185754"/>
                </a:lnTo>
                <a:lnTo>
                  <a:pt x="290565" y="184607"/>
                </a:lnTo>
                <a:lnTo>
                  <a:pt x="291651" y="183509"/>
                </a:lnTo>
                <a:lnTo>
                  <a:pt x="301424" y="176450"/>
                </a:lnTo>
                <a:lnTo>
                  <a:pt x="303690" y="176203"/>
                </a:lnTo>
                <a:lnTo>
                  <a:pt x="306945" y="177902"/>
                </a:lnTo>
                <a:close/>
                <a:moveTo>
                  <a:pt x="288810" y="190592"/>
                </a:moveTo>
                <a:lnTo>
                  <a:pt x="293346" y="194013"/>
                </a:lnTo>
                <a:lnTo>
                  <a:pt x="294648" y="195633"/>
                </a:lnTo>
                <a:lnTo>
                  <a:pt x="294616" y="196401"/>
                </a:lnTo>
                <a:lnTo>
                  <a:pt x="293574" y="197217"/>
                </a:lnTo>
                <a:lnTo>
                  <a:pt x="289637" y="198771"/>
                </a:lnTo>
                <a:lnTo>
                  <a:pt x="285877" y="200826"/>
                </a:lnTo>
                <a:lnTo>
                  <a:pt x="284645" y="200914"/>
                </a:lnTo>
                <a:lnTo>
                  <a:pt x="282832" y="200209"/>
                </a:lnTo>
                <a:lnTo>
                  <a:pt x="282014" y="199152"/>
                </a:lnTo>
                <a:lnTo>
                  <a:pt x="281943" y="197372"/>
                </a:lnTo>
                <a:lnTo>
                  <a:pt x="283091" y="193018"/>
                </a:lnTo>
                <a:lnTo>
                  <a:pt x="284378" y="190083"/>
                </a:lnTo>
                <a:lnTo>
                  <a:pt x="286014" y="189447"/>
                </a:lnTo>
                <a:lnTo>
                  <a:pt x="288810" y="190592"/>
                </a:lnTo>
                <a:close/>
                <a:moveTo>
                  <a:pt x="321480" y="190772"/>
                </a:moveTo>
                <a:lnTo>
                  <a:pt x="322544" y="192684"/>
                </a:lnTo>
                <a:lnTo>
                  <a:pt x="323319" y="196959"/>
                </a:lnTo>
                <a:lnTo>
                  <a:pt x="323014" y="200992"/>
                </a:lnTo>
                <a:lnTo>
                  <a:pt x="322155" y="202472"/>
                </a:lnTo>
                <a:lnTo>
                  <a:pt x="320728" y="202476"/>
                </a:lnTo>
                <a:lnTo>
                  <a:pt x="317451" y="201183"/>
                </a:lnTo>
                <a:lnTo>
                  <a:pt x="309862" y="196379"/>
                </a:lnTo>
                <a:lnTo>
                  <a:pt x="309701" y="195716"/>
                </a:lnTo>
                <a:lnTo>
                  <a:pt x="310374" y="194490"/>
                </a:lnTo>
                <a:lnTo>
                  <a:pt x="314996" y="190883"/>
                </a:lnTo>
                <a:lnTo>
                  <a:pt x="317205" y="189990"/>
                </a:lnTo>
                <a:lnTo>
                  <a:pt x="319176" y="189772"/>
                </a:lnTo>
                <a:lnTo>
                  <a:pt x="321480" y="190772"/>
                </a:lnTo>
                <a:close/>
                <a:moveTo>
                  <a:pt x="307800" y="201212"/>
                </a:moveTo>
                <a:lnTo>
                  <a:pt x="315557" y="205633"/>
                </a:lnTo>
                <a:lnTo>
                  <a:pt x="316596" y="206568"/>
                </a:lnTo>
                <a:lnTo>
                  <a:pt x="316706" y="207630"/>
                </a:lnTo>
                <a:lnTo>
                  <a:pt x="315793" y="209363"/>
                </a:lnTo>
                <a:lnTo>
                  <a:pt x="313871" y="211301"/>
                </a:lnTo>
                <a:lnTo>
                  <a:pt x="303791" y="218524"/>
                </a:lnTo>
                <a:lnTo>
                  <a:pt x="301477" y="218204"/>
                </a:lnTo>
                <a:lnTo>
                  <a:pt x="299036" y="216882"/>
                </a:lnTo>
                <a:lnTo>
                  <a:pt x="290044" y="210055"/>
                </a:lnTo>
                <a:lnTo>
                  <a:pt x="287172" y="206990"/>
                </a:lnTo>
                <a:lnTo>
                  <a:pt x="287518" y="205827"/>
                </a:lnTo>
                <a:lnTo>
                  <a:pt x="289624" y="204235"/>
                </a:lnTo>
                <a:lnTo>
                  <a:pt x="299460" y="198994"/>
                </a:lnTo>
                <a:lnTo>
                  <a:pt x="301041" y="198701"/>
                </a:lnTo>
                <a:lnTo>
                  <a:pt x="302869" y="198958"/>
                </a:lnTo>
                <a:lnTo>
                  <a:pt x="307800" y="201212"/>
                </a:lnTo>
                <a:close/>
                <a:moveTo>
                  <a:pt x="284355" y="211877"/>
                </a:moveTo>
                <a:lnTo>
                  <a:pt x="294756" y="219694"/>
                </a:lnTo>
                <a:lnTo>
                  <a:pt x="296285" y="221174"/>
                </a:lnTo>
                <a:lnTo>
                  <a:pt x="296384" y="222160"/>
                </a:lnTo>
                <a:lnTo>
                  <a:pt x="295356" y="224175"/>
                </a:lnTo>
                <a:lnTo>
                  <a:pt x="293865" y="225635"/>
                </a:lnTo>
                <a:lnTo>
                  <a:pt x="283247" y="233586"/>
                </a:lnTo>
                <a:lnTo>
                  <a:pt x="280003" y="235484"/>
                </a:lnTo>
                <a:lnTo>
                  <a:pt x="278710" y="235782"/>
                </a:lnTo>
                <a:lnTo>
                  <a:pt x="277607" y="234524"/>
                </a:lnTo>
                <a:lnTo>
                  <a:pt x="277431" y="232197"/>
                </a:lnTo>
                <a:lnTo>
                  <a:pt x="279034" y="224679"/>
                </a:lnTo>
                <a:lnTo>
                  <a:pt x="280478" y="212975"/>
                </a:lnTo>
                <a:lnTo>
                  <a:pt x="281585" y="211147"/>
                </a:lnTo>
                <a:lnTo>
                  <a:pt x="282747" y="211108"/>
                </a:lnTo>
                <a:lnTo>
                  <a:pt x="284355" y="211877"/>
                </a:lnTo>
                <a:close/>
                <a:moveTo>
                  <a:pt x="324135" y="213677"/>
                </a:moveTo>
                <a:lnTo>
                  <a:pt x="325000" y="216240"/>
                </a:lnTo>
                <a:lnTo>
                  <a:pt x="326604" y="229511"/>
                </a:lnTo>
                <a:lnTo>
                  <a:pt x="326322" y="234291"/>
                </a:lnTo>
                <a:lnTo>
                  <a:pt x="325935" y="235232"/>
                </a:lnTo>
                <a:lnTo>
                  <a:pt x="325143" y="235572"/>
                </a:lnTo>
                <a:lnTo>
                  <a:pt x="323122" y="234928"/>
                </a:lnTo>
                <a:lnTo>
                  <a:pt x="321045" y="233635"/>
                </a:lnTo>
                <a:lnTo>
                  <a:pt x="309375" y="225017"/>
                </a:lnTo>
                <a:lnTo>
                  <a:pt x="309375" y="221102"/>
                </a:lnTo>
                <a:lnTo>
                  <a:pt x="320912" y="212558"/>
                </a:lnTo>
                <a:lnTo>
                  <a:pt x="322406" y="212384"/>
                </a:lnTo>
                <a:lnTo>
                  <a:pt x="324135" y="213677"/>
                </a:lnTo>
                <a:close/>
                <a:moveTo>
                  <a:pt x="433575" y="76877"/>
                </a:moveTo>
                <a:lnTo>
                  <a:pt x="419730" y="77551"/>
                </a:lnTo>
                <a:lnTo>
                  <a:pt x="379315" y="78027"/>
                </a:lnTo>
                <a:lnTo>
                  <a:pt x="366970" y="79480"/>
                </a:lnTo>
                <a:lnTo>
                  <a:pt x="363050" y="80355"/>
                </a:lnTo>
                <a:lnTo>
                  <a:pt x="363054" y="80768"/>
                </a:lnTo>
                <a:lnTo>
                  <a:pt x="369045" y="82621"/>
                </a:lnTo>
                <a:lnTo>
                  <a:pt x="370052" y="83514"/>
                </a:lnTo>
                <a:lnTo>
                  <a:pt x="370233" y="84645"/>
                </a:lnTo>
                <a:lnTo>
                  <a:pt x="365920" y="93324"/>
                </a:lnTo>
                <a:lnTo>
                  <a:pt x="364784" y="94339"/>
                </a:lnTo>
                <a:lnTo>
                  <a:pt x="361753" y="95709"/>
                </a:lnTo>
                <a:lnTo>
                  <a:pt x="360562" y="97352"/>
                </a:lnTo>
                <a:lnTo>
                  <a:pt x="360587" y="99335"/>
                </a:lnTo>
                <a:lnTo>
                  <a:pt x="362229" y="101978"/>
                </a:lnTo>
                <a:lnTo>
                  <a:pt x="362597" y="103397"/>
                </a:lnTo>
                <a:lnTo>
                  <a:pt x="362456" y="104996"/>
                </a:lnTo>
                <a:lnTo>
                  <a:pt x="361572" y="107378"/>
                </a:lnTo>
                <a:lnTo>
                  <a:pt x="360979" y="108113"/>
                </a:lnTo>
                <a:lnTo>
                  <a:pt x="359859" y="108584"/>
                </a:lnTo>
                <a:lnTo>
                  <a:pt x="346595" y="107904"/>
                </a:lnTo>
                <a:lnTo>
                  <a:pt x="342720" y="108281"/>
                </a:lnTo>
                <a:lnTo>
                  <a:pt x="341305" y="108968"/>
                </a:lnTo>
                <a:lnTo>
                  <a:pt x="340482" y="110097"/>
                </a:lnTo>
                <a:lnTo>
                  <a:pt x="338600" y="114601"/>
                </a:lnTo>
                <a:lnTo>
                  <a:pt x="337286" y="116409"/>
                </a:lnTo>
                <a:lnTo>
                  <a:pt x="335724" y="117721"/>
                </a:lnTo>
                <a:lnTo>
                  <a:pt x="331753" y="119290"/>
                </a:lnTo>
                <a:lnTo>
                  <a:pt x="330216" y="120583"/>
                </a:lnTo>
                <a:lnTo>
                  <a:pt x="328683" y="123049"/>
                </a:lnTo>
                <a:lnTo>
                  <a:pt x="326767" y="128784"/>
                </a:lnTo>
                <a:lnTo>
                  <a:pt x="320231" y="134736"/>
                </a:lnTo>
                <a:lnTo>
                  <a:pt x="319850" y="135668"/>
                </a:lnTo>
                <a:lnTo>
                  <a:pt x="320040" y="137177"/>
                </a:lnTo>
                <a:lnTo>
                  <a:pt x="322739" y="139460"/>
                </a:lnTo>
                <a:lnTo>
                  <a:pt x="326650" y="141578"/>
                </a:lnTo>
                <a:lnTo>
                  <a:pt x="332802" y="144170"/>
                </a:lnTo>
                <a:lnTo>
                  <a:pt x="336701" y="146661"/>
                </a:lnTo>
                <a:lnTo>
                  <a:pt x="340521" y="147791"/>
                </a:lnTo>
                <a:lnTo>
                  <a:pt x="343282" y="149878"/>
                </a:lnTo>
                <a:lnTo>
                  <a:pt x="347904" y="151659"/>
                </a:lnTo>
                <a:lnTo>
                  <a:pt x="361646" y="159487"/>
                </a:lnTo>
                <a:lnTo>
                  <a:pt x="368151" y="162473"/>
                </a:lnTo>
                <a:lnTo>
                  <a:pt x="372032" y="165011"/>
                </a:lnTo>
                <a:lnTo>
                  <a:pt x="400918" y="179566"/>
                </a:lnTo>
                <a:lnTo>
                  <a:pt x="423099" y="189696"/>
                </a:lnTo>
                <a:lnTo>
                  <a:pt x="432758" y="193497"/>
                </a:lnTo>
                <a:lnTo>
                  <a:pt x="470630" y="205884"/>
                </a:lnTo>
                <a:lnTo>
                  <a:pt x="484228" y="211584"/>
                </a:lnTo>
                <a:lnTo>
                  <a:pt x="505086" y="218582"/>
                </a:lnTo>
                <a:lnTo>
                  <a:pt x="511802" y="220444"/>
                </a:lnTo>
                <a:lnTo>
                  <a:pt x="527147" y="225658"/>
                </a:lnTo>
                <a:lnTo>
                  <a:pt x="534122" y="227593"/>
                </a:lnTo>
                <a:lnTo>
                  <a:pt x="550058" y="232978"/>
                </a:lnTo>
                <a:lnTo>
                  <a:pt x="556755" y="234802"/>
                </a:lnTo>
                <a:lnTo>
                  <a:pt x="583256" y="243584"/>
                </a:lnTo>
                <a:lnTo>
                  <a:pt x="614008" y="252928"/>
                </a:lnTo>
                <a:lnTo>
                  <a:pt x="641231" y="261822"/>
                </a:lnTo>
                <a:lnTo>
                  <a:pt x="648411" y="263633"/>
                </a:lnTo>
                <a:lnTo>
                  <a:pt x="653962" y="265739"/>
                </a:lnTo>
                <a:lnTo>
                  <a:pt x="659291" y="266928"/>
                </a:lnTo>
                <a:lnTo>
                  <a:pt x="661041" y="266781"/>
                </a:lnTo>
                <a:lnTo>
                  <a:pt x="661767" y="265755"/>
                </a:lnTo>
                <a:lnTo>
                  <a:pt x="661789" y="264402"/>
                </a:lnTo>
                <a:lnTo>
                  <a:pt x="660040" y="262941"/>
                </a:lnTo>
                <a:lnTo>
                  <a:pt x="655611" y="261804"/>
                </a:lnTo>
                <a:lnTo>
                  <a:pt x="628739" y="252469"/>
                </a:lnTo>
                <a:lnTo>
                  <a:pt x="499179" y="209696"/>
                </a:lnTo>
                <a:lnTo>
                  <a:pt x="428570" y="185845"/>
                </a:lnTo>
                <a:lnTo>
                  <a:pt x="397045" y="171907"/>
                </a:lnTo>
                <a:lnTo>
                  <a:pt x="373405" y="160600"/>
                </a:lnTo>
                <a:lnTo>
                  <a:pt x="372712" y="159736"/>
                </a:lnTo>
                <a:lnTo>
                  <a:pt x="373088" y="158937"/>
                </a:lnTo>
                <a:lnTo>
                  <a:pt x="375562" y="158072"/>
                </a:lnTo>
                <a:lnTo>
                  <a:pt x="379890" y="157652"/>
                </a:lnTo>
                <a:lnTo>
                  <a:pt x="381695" y="155021"/>
                </a:lnTo>
                <a:lnTo>
                  <a:pt x="383434" y="154131"/>
                </a:lnTo>
                <a:lnTo>
                  <a:pt x="385543" y="154502"/>
                </a:lnTo>
                <a:lnTo>
                  <a:pt x="388004" y="156126"/>
                </a:lnTo>
                <a:lnTo>
                  <a:pt x="393390" y="162287"/>
                </a:lnTo>
                <a:lnTo>
                  <a:pt x="399645" y="161702"/>
                </a:lnTo>
                <a:lnTo>
                  <a:pt x="421201" y="172125"/>
                </a:lnTo>
                <a:lnTo>
                  <a:pt x="437524" y="178753"/>
                </a:lnTo>
                <a:lnTo>
                  <a:pt x="462493" y="186004"/>
                </a:lnTo>
                <a:lnTo>
                  <a:pt x="471071" y="187898"/>
                </a:lnTo>
                <a:lnTo>
                  <a:pt x="476449" y="189681"/>
                </a:lnTo>
                <a:lnTo>
                  <a:pt x="484578" y="191384"/>
                </a:lnTo>
                <a:lnTo>
                  <a:pt x="488239" y="193033"/>
                </a:lnTo>
                <a:lnTo>
                  <a:pt x="495235" y="195295"/>
                </a:lnTo>
                <a:lnTo>
                  <a:pt x="498933" y="197171"/>
                </a:lnTo>
                <a:lnTo>
                  <a:pt x="509119" y="201057"/>
                </a:lnTo>
                <a:lnTo>
                  <a:pt x="537563" y="211203"/>
                </a:lnTo>
                <a:lnTo>
                  <a:pt x="563799" y="219945"/>
                </a:lnTo>
                <a:lnTo>
                  <a:pt x="577108" y="223858"/>
                </a:lnTo>
                <a:lnTo>
                  <a:pt x="582013" y="225737"/>
                </a:lnTo>
                <a:lnTo>
                  <a:pt x="606917" y="233255"/>
                </a:lnTo>
                <a:lnTo>
                  <a:pt x="632554" y="240452"/>
                </a:lnTo>
                <a:lnTo>
                  <a:pt x="689146" y="254602"/>
                </a:lnTo>
                <a:lnTo>
                  <a:pt x="724718" y="262201"/>
                </a:lnTo>
                <a:lnTo>
                  <a:pt x="728820" y="262201"/>
                </a:lnTo>
                <a:lnTo>
                  <a:pt x="730133" y="261602"/>
                </a:lnTo>
                <a:lnTo>
                  <a:pt x="730943" y="260725"/>
                </a:lnTo>
                <a:lnTo>
                  <a:pt x="731642" y="258207"/>
                </a:lnTo>
                <a:lnTo>
                  <a:pt x="731160" y="257327"/>
                </a:lnTo>
                <a:lnTo>
                  <a:pt x="730242" y="256943"/>
                </a:lnTo>
                <a:lnTo>
                  <a:pt x="700922" y="251012"/>
                </a:lnTo>
                <a:lnTo>
                  <a:pt x="677917" y="245087"/>
                </a:lnTo>
                <a:lnTo>
                  <a:pt x="640628" y="236532"/>
                </a:lnTo>
                <a:lnTo>
                  <a:pt x="625590" y="232609"/>
                </a:lnTo>
                <a:lnTo>
                  <a:pt x="595008" y="223434"/>
                </a:lnTo>
                <a:lnTo>
                  <a:pt x="540664" y="205588"/>
                </a:lnTo>
                <a:lnTo>
                  <a:pt x="522761" y="200185"/>
                </a:lnTo>
                <a:lnTo>
                  <a:pt x="507792" y="195083"/>
                </a:lnTo>
                <a:lnTo>
                  <a:pt x="501572" y="193638"/>
                </a:lnTo>
                <a:lnTo>
                  <a:pt x="500142" y="192882"/>
                </a:lnTo>
                <a:lnTo>
                  <a:pt x="499883" y="192426"/>
                </a:lnTo>
                <a:lnTo>
                  <a:pt x="500270" y="191319"/>
                </a:lnTo>
                <a:lnTo>
                  <a:pt x="505918" y="187034"/>
                </a:lnTo>
                <a:lnTo>
                  <a:pt x="506919" y="185867"/>
                </a:lnTo>
                <a:lnTo>
                  <a:pt x="507534" y="183661"/>
                </a:lnTo>
                <a:lnTo>
                  <a:pt x="507600" y="177902"/>
                </a:lnTo>
                <a:lnTo>
                  <a:pt x="511463" y="173129"/>
                </a:lnTo>
                <a:lnTo>
                  <a:pt x="512048" y="171137"/>
                </a:lnTo>
                <a:lnTo>
                  <a:pt x="512025" y="167394"/>
                </a:lnTo>
                <a:lnTo>
                  <a:pt x="512975" y="166334"/>
                </a:lnTo>
                <a:lnTo>
                  <a:pt x="514755" y="165916"/>
                </a:lnTo>
                <a:lnTo>
                  <a:pt x="517303" y="166153"/>
                </a:lnTo>
                <a:lnTo>
                  <a:pt x="524486" y="168137"/>
                </a:lnTo>
                <a:lnTo>
                  <a:pt x="533419" y="169982"/>
                </a:lnTo>
                <a:lnTo>
                  <a:pt x="553399" y="175494"/>
                </a:lnTo>
                <a:lnTo>
                  <a:pt x="580164" y="182123"/>
                </a:lnTo>
                <a:lnTo>
                  <a:pt x="582323" y="182401"/>
                </a:lnTo>
                <a:lnTo>
                  <a:pt x="583931" y="182059"/>
                </a:lnTo>
                <a:lnTo>
                  <a:pt x="584838" y="181171"/>
                </a:lnTo>
                <a:lnTo>
                  <a:pt x="584891" y="179813"/>
                </a:lnTo>
                <a:lnTo>
                  <a:pt x="583984" y="178228"/>
                </a:lnTo>
                <a:lnTo>
                  <a:pt x="582491" y="177278"/>
                </a:lnTo>
                <a:lnTo>
                  <a:pt x="569612" y="173914"/>
                </a:lnTo>
                <a:lnTo>
                  <a:pt x="557415" y="171422"/>
                </a:lnTo>
                <a:lnTo>
                  <a:pt x="555726" y="170526"/>
                </a:lnTo>
                <a:lnTo>
                  <a:pt x="555282" y="169462"/>
                </a:lnTo>
                <a:lnTo>
                  <a:pt x="555812" y="168356"/>
                </a:lnTo>
                <a:lnTo>
                  <a:pt x="557243" y="167288"/>
                </a:lnTo>
                <a:lnTo>
                  <a:pt x="564924" y="164391"/>
                </a:lnTo>
                <a:lnTo>
                  <a:pt x="565694" y="162833"/>
                </a:lnTo>
                <a:lnTo>
                  <a:pt x="566740" y="157561"/>
                </a:lnTo>
                <a:lnTo>
                  <a:pt x="568590" y="155683"/>
                </a:lnTo>
                <a:lnTo>
                  <a:pt x="570604" y="155219"/>
                </a:lnTo>
                <a:lnTo>
                  <a:pt x="584525" y="155052"/>
                </a:lnTo>
                <a:lnTo>
                  <a:pt x="588202" y="154548"/>
                </a:lnTo>
                <a:lnTo>
                  <a:pt x="589412" y="153991"/>
                </a:lnTo>
                <a:lnTo>
                  <a:pt x="589855" y="153151"/>
                </a:lnTo>
                <a:lnTo>
                  <a:pt x="589185" y="146951"/>
                </a:lnTo>
                <a:lnTo>
                  <a:pt x="589496" y="144196"/>
                </a:lnTo>
                <a:lnTo>
                  <a:pt x="590537" y="141354"/>
                </a:lnTo>
                <a:lnTo>
                  <a:pt x="593113" y="136709"/>
                </a:lnTo>
                <a:lnTo>
                  <a:pt x="593606" y="134061"/>
                </a:lnTo>
                <a:lnTo>
                  <a:pt x="593087" y="131090"/>
                </a:lnTo>
                <a:lnTo>
                  <a:pt x="591568" y="129953"/>
                </a:lnTo>
                <a:lnTo>
                  <a:pt x="589511" y="130365"/>
                </a:lnTo>
                <a:lnTo>
                  <a:pt x="585350" y="134082"/>
                </a:lnTo>
                <a:lnTo>
                  <a:pt x="579690" y="140709"/>
                </a:lnTo>
                <a:lnTo>
                  <a:pt x="578841" y="142321"/>
                </a:lnTo>
                <a:lnTo>
                  <a:pt x="578295" y="144579"/>
                </a:lnTo>
                <a:lnTo>
                  <a:pt x="576356" y="146431"/>
                </a:lnTo>
                <a:lnTo>
                  <a:pt x="574013" y="146811"/>
                </a:lnTo>
                <a:lnTo>
                  <a:pt x="569135" y="145852"/>
                </a:lnTo>
                <a:lnTo>
                  <a:pt x="565886" y="145755"/>
                </a:lnTo>
                <a:lnTo>
                  <a:pt x="562759" y="146351"/>
                </a:lnTo>
                <a:lnTo>
                  <a:pt x="559179" y="148081"/>
                </a:lnTo>
                <a:lnTo>
                  <a:pt x="558129" y="149839"/>
                </a:lnTo>
                <a:lnTo>
                  <a:pt x="556943" y="155119"/>
                </a:lnTo>
                <a:lnTo>
                  <a:pt x="556419" y="155953"/>
                </a:lnTo>
                <a:lnTo>
                  <a:pt x="555718" y="156194"/>
                </a:lnTo>
                <a:lnTo>
                  <a:pt x="552454" y="154890"/>
                </a:lnTo>
                <a:lnTo>
                  <a:pt x="546704" y="153859"/>
                </a:lnTo>
                <a:lnTo>
                  <a:pt x="542576" y="150992"/>
                </a:lnTo>
                <a:lnTo>
                  <a:pt x="538335" y="149541"/>
                </a:lnTo>
                <a:lnTo>
                  <a:pt x="531813" y="145085"/>
                </a:lnTo>
                <a:lnTo>
                  <a:pt x="525918" y="143009"/>
                </a:lnTo>
                <a:lnTo>
                  <a:pt x="523640" y="143056"/>
                </a:lnTo>
                <a:lnTo>
                  <a:pt x="521752" y="143837"/>
                </a:lnTo>
                <a:lnTo>
                  <a:pt x="512588" y="152324"/>
                </a:lnTo>
                <a:lnTo>
                  <a:pt x="506136" y="156675"/>
                </a:lnTo>
                <a:lnTo>
                  <a:pt x="504392" y="157494"/>
                </a:lnTo>
                <a:lnTo>
                  <a:pt x="502543" y="157815"/>
                </a:lnTo>
                <a:lnTo>
                  <a:pt x="499248" y="157377"/>
                </a:lnTo>
                <a:lnTo>
                  <a:pt x="493505" y="155575"/>
                </a:lnTo>
                <a:lnTo>
                  <a:pt x="484256" y="153624"/>
                </a:lnTo>
                <a:lnTo>
                  <a:pt x="477394" y="151532"/>
                </a:lnTo>
                <a:lnTo>
                  <a:pt x="469320" y="150160"/>
                </a:lnTo>
                <a:lnTo>
                  <a:pt x="463341" y="148254"/>
                </a:lnTo>
                <a:lnTo>
                  <a:pt x="454027" y="146756"/>
                </a:lnTo>
                <a:lnTo>
                  <a:pt x="447702" y="144680"/>
                </a:lnTo>
                <a:lnTo>
                  <a:pt x="438673" y="143495"/>
                </a:lnTo>
                <a:lnTo>
                  <a:pt x="438305" y="143995"/>
                </a:lnTo>
                <a:lnTo>
                  <a:pt x="438520" y="145058"/>
                </a:lnTo>
                <a:lnTo>
                  <a:pt x="440458" y="146273"/>
                </a:lnTo>
                <a:lnTo>
                  <a:pt x="448667" y="147994"/>
                </a:lnTo>
                <a:lnTo>
                  <a:pt x="454209" y="150488"/>
                </a:lnTo>
                <a:lnTo>
                  <a:pt x="461503" y="151768"/>
                </a:lnTo>
                <a:lnTo>
                  <a:pt x="469155" y="154007"/>
                </a:lnTo>
                <a:lnTo>
                  <a:pt x="477450" y="155126"/>
                </a:lnTo>
                <a:lnTo>
                  <a:pt x="481941" y="157608"/>
                </a:lnTo>
                <a:lnTo>
                  <a:pt x="487153" y="158372"/>
                </a:lnTo>
                <a:lnTo>
                  <a:pt x="499353" y="162340"/>
                </a:lnTo>
                <a:lnTo>
                  <a:pt x="500190" y="162879"/>
                </a:lnTo>
                <a:lnTo>
                  <a:pt x="501154" y="164323"/>
                </a:lnTo>
                <a:lnTo>
                  <a:pt x="500792" y="167303"/>
                </a:lnTo>
                <a:lnTo>
                  <a:pt x="497140" y="172600"/>
                </a:lnTo>
                <a:lnTo>
                  <a:pt x="495028" y="174488"/>
                </a:lnTo>
                <a:lnTo>
                  <a:pt x="494509" y="174523"/>
                </a:lnTo>
                <a:lnTo>
                  <a:pt x="493560" y="173763"/>
                </a:lnTo>
                <a:lnTo>
                  <a:pt x="491243" y="169914"/>
                </a:lnTo>
                <a:lnTo>
                  <a:pt x="487373" y="165589"/>
                </a:lnTo>
                <a:lnTo>
                  <a:pt x="484050" y="162876"/>
                </a:lnTo>
                <a:lnTo>
                  <a:pt x="478726" y="159577"/>
                </a:lnTo>
                <a:lnTo>
                  <a:pt x="476722" y="159679"/>
                </a:lnTo>
                <a:lnTo>
                  <a:pt x="470908" y="163429"/>
                </a:lnTo>
                <a:lnTo>
                  <a:pt x="468651" y="163992"/>
                </a:lnTo>
                <a:lnTo>
                  <a:pt x="465649" y="162939"/>
                </a:lnTo>
                <a:lnTo>
                  <a:pt x="458839" y="162073"/>
                </a:lnTo>
                <a:lnTo>
                  <a:pt x="454500" y="160397"/>
                </a:lnTo>
                <a:lnTo>
                  <a:pt x="454418" y="157000"/>
                </a:lnTo>
                <a:lnTo>
                  <a:pt x="453729" y="155559"/>
                </a:lnTo>
                <a:lnTo>
                  <a:pt x="447525" y="151262"/>
                </a:lnTo>
                <a:lnTo>
                  <a:pt x="433086" y="150581"/>
                </a:lnTo>
                <a:lnTo>
                  <a:pt x="427747" y="150023"/>
                </a:lnTo>
                <a:lnTo>
                  <a:pt x="425294" y="149373"/>
                </a:lnTo>
                <a:lnTo>
                  <a:pt x="423922" y="147973"/>
                </a:lnTo>
                <a:lnTo>
                  <a:pt x="423586" y="146088"/>
                </a:lnTo>
                <a:lnTo>
                  <a:pt x="424350" y="143972"/>
                </a:lnTo>
                <a:lnTo>
                  <a:pt x="425812" y="142243"/>
                </a:lnTo>
                <a:lnTo>
                  <a:pt x="427387" y="141871"/>
                </a:lnTo>
                <a:lnTo>
                  <a:pt x="430329" y="142790"/>
                </a:lnTo>
                <a:lnTo>
                  <a:pt x="434686" y="143248"/>
                </a:lnTo>
                <a:lnTo>
                  <a:pt x="436190" y="142894"/>
                </a:lnTo>
                <a:lnTo>
                  <a:pt x="436242" y="142159"/>
                </a:lnTo>
                <a:lnTo>
                  <a:pt x="427245" y="139437"/>
                </a:lnTo>
                <a:lnTo>
                  <a:pt x="417686" y="131694"/>
                </a:lnTo>
                <a:lnTo>
                  <a:pt x="415963" y="130742"/>
                </a:lnTo>
                <a:lnTo>
                  <a:pt x="414376" y="130568"/>
                </a:lnTo>
                <a:lnTo>
                  <a:pt x="410062" y="131866"/>
                </a:lnTo>
                <a:lnTo>
                  <a:pt x="408769" y="131844"/>
                </a:lnTo>
                <a:lnTo>
                  <a:pt x="405821" y="127614"/>
                </a:lnTo>
                <a:lnTo>
                  <a:pt x="402930" y="124575"/>
                </a:lnTo>
                <a:lnTo>
                  <a:pt x="402921" y="123037"/>
                </a:lnTo>
                <a:lnTo>
                  <a:pt x="403862" y="122395"/>
                </a:lnTo>
                <a:lnTo>
                  <a:pt x="408113" y="121873"/>
                </a:lnTo>
                <a:lnTo>
                  <a:pt x="430154" y="121082"/>
                </a:lnTo>
                <a:lnTo>
                  <a:pt x="457316" y="118886"/>
                </a:lnTo>
                <a:lnTo>
                  <a:pt x="469976" y="117620"/>
                </a:lnTo>
                <a:lnTo>
                  <a:pt x="475380" y="115397"/>
                </a:lnTo>
                <a:lnTo>
                  <a:pt x="487198" y="116291"/>
                </a:lnTo>
                <a:lnTo>
                  <a:pt x="495249" y="115228"/>
                </a:lnTo>
                <a:lnTo>
                  <a:pt x="511019" y="114502"/>
                </a:lnTo>
                <a:lnTo>
                  <a:pt x="522727" y="113100"/>
                </a:lnTo>
                <a:lnTo>
                  <a:pt x="530719" y="111570"/>
                </a:lnTo>
                <a:lnTo>
                  <a:pt x="549092" y="110779"/>
                </a:lnTo>
                <a:lnTo>
                  <a:pt x="552398" y="110148"/>
                </a:lnTo>
                <a:lnTo>
                  <a:pt x="553546" y="109327"/>
                </a:lnTo>
                <a:lnTo>
                  <a:pt x="552301" y="108843"/>
                </a:lnTo>
                <a:lnTo>
                  <a:pt x="547640" y="108621"/>
                </a:lnTo>
                <a:lnTo>
                  <a:pt x="531015" y="109009"/>
                </a:lnTo>
                <a:lnTo>
                  <a:pt x="515562" y="110785"/>
                </a:lnTo>
                <a:lnTo>
                  <a:pt x="486379" y="112054"/>
                </a:lnTo>
                <a:lnTo>
                  <a:pt x="478318" y="113443"/>
                </a:lnTo>
                <a:lnTo>
                  <a:pt x="471499" y="113355"/>
                </a:lnTo>
                <a:lnTo>
                  <a:pt x="464631" y="114486"/>
                </a:lnTo>
                <a:lnTo>
                  <a:pt x="424182" y="116271"/>
                </a:lnTo>
                <a:lnTo>
                  <a:pt x="415252" y="117666"/>
                </a:lnTo>
                <a:lnTo>
                  <a:pt x="412065" y="117467"/>
                </a:lnTo>
                <a:lnTo>
                  <a:pt x="409486" y="114524"/>
                </a:lnTo>
                <a:lnTo>
                  <a:pt x="408324" y="113805"/>
                </a:lnTo>
                <a:lnTo>
                  <a:pt x="403571" y="115340"/>
                </a:lnTo>
                <a:lnTo>
                  <a:pt x="402457" y="115391"/>
                </a:lnTo>
                <a:lnTo>
                  <a:pt x="401241" y="114852"/>
                </a:lnTo>
                <a:lnTo>
                  <a:pt x="400544" y="113132"/>
                </a:lnTo>
                <a:lnTo>
                  <a:pt x="401152" y="110446"/>
                </a:lnTo>
                <a:lnTo>
                  <a:pt x="403574" y="108188"/>
                </a:lnTo>
                <a:lnTo>
                  <a:pt x="406120" y="107006"/>
                </a:lnTo>
                <a:lnTo>
                  <a:pt x="412533" y="105611"/>
                </a:lnTo>
                <a:lnTo>
                  <a:pt x="422293" y="104435"/>
                </a:lnTo>
                <a:lnTo>
                  <a:pt x="436275" y="105396"/>
                </a:lnTo>
                <a:lnTo>
                  <a:pt x="446246" y="104309"/>
                </a:lnTo>
                <a:lnTo>
                  <a:pt x="478602" y="103699"/>
                </a:lnTo>
                <a:lnTo>
                  <a:pt x="495028" y="102617"/>
                </a:lnTo>
                <a:lnTo>
                  <a:pt x="510047" y="102274"/>
                </a:lnTo>
                <a:lnTo>
                  <a:pt x="518950" y="100985"/>
                </a:lnTo>
                <a:lnTo>
                  <a:pt x="543991" y="100498"/>
                </a:lnTo>
                <a:lnTo>
                  <a:pt x="566892" y="99489"/>
                </a:lnTo>
                <a:lnTo>
                  <a:pt x="572203" y="99079"/>
                </a:lnTo>
                <a:lnTo>
                  <a:pt x="574876" y="98295"/>
                </a:lnTo>
                <a:lnTo>
                  <a:pt x="574534" y="97338"/>
                </a:lnTo>
                <a:lnTo>
                  <a:pt x="573469" y="96975"/>
                </a:lnTo>
                <a:lnTo>
                  <a:pt x="559777" y="96339"/>
                </a:lnTo>
                <a:lnTo>
                  <a:pt x="547318" y="97178"/>
                </a:lnTo>
                <a:lnTo>
                  <a:pt x="503799" y="97786"/>
                </a:lnTo>
                <a:lnTo>
                  <a:pt x="500371" y="98062"/>
                </a:lnTo>
                <a:lnTo>
                  <a:pt x="494679" y="99203"/>
                </a:lnTo>
                <a:lnTo>
                  <a:pt x="476955" y="99444"/>
                </a:lnTo>
                <a:lnTo>
                  <a:pt x="465270" y="100565"/>
                </a:lnTo>
                <a:lnTo>
                  <a:pt x="439346" y="100997"/>
                </a:lnTo>
                <a:lnTo>
                  <a:pt x="419736" y="102606"/>
                </a:lnTo>
                <a:lnTo>
                  <a:pt x="401616" y="102264"/>
                </a:lnTo>
                <a:lnTo>
                  <a:pt x="400590" y="102032"/>
                </a:lnTo>
                <a:lnTo>
                  <a:pt x="399277" y="100909"/>
                </a:lnTo>
                <a:lnTo>
                  <a:pt x="398346" y="99262"/>
                </a:lnTo>
                <a:lnTo>
                  <a:pt x="397855" y="97321"/>
                </a:lnTo>
                <a:lnTo>
                  <a:pt x="397864" y="95317"/>
                </a:lnTo>
                <a:lnTo>
                  <a:pt x="399088" y="91567"/>
                </a:lnTo>
                <a:lnTo>
                  <a:pt x="399495" y="88597"/>
                </a:lnTo>
                <a:lnTo>
                  <a:pt x="399177" y="87221"/>
                </a:lnTo>
                <a:lnTo>
                  <a:pt x="397305" y="84302"/>
                </a:lnTo>
                <a:lnTo>
                  <a:pt x="399060" y="82502"/>
                </a:lnTo>
                <a:lnTo>
                  <a:pt x="447723" y="82184"/>
                </a:lnTo>
                <a:lnTo>
                  <a:pt x="503532" y="80775"/>
                </a:lnTo>
                <a:lnTo>
                  <a:pt x="521336" y="79436"/>
                </a:lnTo>
                <a:lnTo>
                  <a:pt x="551681" y="78591"/>
                </a:lnTo>
                <a:lnTo>
                  <a:pt x="557492" y="77826"/>
                </a:lnTo>
                <a:lnTo>
                  <a:pt x="557775" y="77237"/>
                </a:lnTo>
                <a:lnTo>
                  <a:pt x="556326" y="76783"/>
                </a:lnTo>
                <a:lnTo>
                  <a:pt x="541095" y="76297"/>
                </a:lnTo>
                <a:lnTo>
                  <a:pt x="455283" y="76197"/>
                </a:lnTo>
                <a:lnTo>
                  <a:pt x="433575" y="76877"/>
                </a:lnTo>
                <a:close/>
                <a:moveTo>
                  <a:pt x="382770" y="94652"/>
                </a:moveTo>
                <a:lnTo>
                  <a:pt x="384141" y="96771"/>
                </a:lnTo>
                <a:lnTo>
                  <a:pt x="387363" y="100379"/>
                </a:lnTo>
                <a:lnTo>
                  <a:pt x="387662" y="101683"/>
                </a:lnTo>
                <a:lnTo>
                  <a:pt x="387045" y="102932"/>
                </a:lnTo>
                <a:lnTo>
                  <a:pt x="386190" y="104012"/>
                </a:lnTo>
                <a:lnTo>
                  <a:pt x="378580" y="104330"/>
                </a:lnTo>
                <a:lnTo>
                  <a:pt x="375854" y="103732"/>
                </a:lnTo>
                <a:lnTo>
                  <a:pt x="375030" y="101267"/>
                </a:lnTo>
                <a:lnTo>
                  <a:pt x="375003" y="98712"/>
                </a:lnTo>
                <a:lnTo>
                  <a:pt x="375610" y="96447"/>
                </a:lnTo>
                <a:lnTo>
                  <a:pt x="376754" y="94631"/>
                </a:lnTo>
                <a:lnTo>
                  <a:pt x="379256" y="93100"/>
                </a:lnTo>
                <a:lnTo>
                  <a:pt x="382095" y="92987"/>
                </a:lnTo>
                <a:lnTo>
                  <a:pt x="382770" y="94652"/>
                </a:lnTo>
                <a:close/>
                <a:moveTo>
                  <a:pt x="384975" y="107207"/>
                </a:moveTo>
                <a:lnTo>
                  <a:pt x="388151" y="108222"/>
                </a:lnTo>
                <a:lnTo>
                  <a:pt x="389739" y="109513"/>
                </a:lnTo>
                <a:lnTo>
                  <a:pt x="390848" y="111226"/>
                </a:lnTo>
                <a:lnTo>
                  <a:pt x="391425" y="113299"/>
                </a:lnTo>
                <a:lnTo>
                  <a:pt x="391436" y="115897"/>
                </a:lnTo>
                <a:lnTo>
                  <a:pt x="391035" y="116991"/>
                </a:lnTo>
                <a:lnTo>
                  <a:pt x="389923" y="117809"/>
                </a:lnTo>
                <a:lnTo>
                  <a:pt x="388579" y="117992"/>
                </a:lnTo>
                <a:lnTo>
                  <a:pt x="387611" y="117599"/>
                </a:lnTo>
                <a:lnTo>
                  <a:pt x="383124" y="113529"/>
                </a:lnTo>
                <a:lnTo>
                  <a:pt x="377721" y="111822"/>
                </a:lnTo>
                <a:lnTo>
                  <a:pt x="376206" y="110751"/>
                </a:lnTo>
                <a:lnTo>
                  <a:pt x="375322" y="109518"/>
                </a:lnTo>
                <a:lnTo>
                  <a:pt x="375207" y="108256"/>
                </a:lnTo>
                <a:lnTo>
                  <a:pt x="376155" y="106622"/>
                </a:lnTo>
                <a:lnTo>
                  <a:pt x="384975" y="107207"/>
                </a:lnTo>
                <a:close/>
                <a:moveTo>
                  <a:pt x="357975" y="115937"/>
                </a:moveTo>
                <a:lnTo>
                  <a:pt x="358393" y="116546"/>
                </a:lnTo>
                <a:lnTo>
                  <a:pt x="358484" y="118511"/>
                </a:lnTo>
                <a:lnTo>
                  <a:pt x="357087" y="122530"/>
                </a:lnTo>
                <a:lnTo>
                  <a:pt x="354383" y="126574"/>
                </a:lnTo>
                <a:lnTo>
                  <a:pt x="351912" y="128906"/>
                </a:lnTo>
                <a:lnTo>
                  <a:pt x="348779" y="131313"/>
                </a:lnTo>
                <a:lnTo>
                  <a:pt x="347272" y="131978"/>
                </a:lnTo>
                <a:lnTo>
                  <a:pt x="345983" y="131998"/>
                </a:lnTo>
                <a:lnTo>
                  <a:pt x="342748" y="130877"/>
                </a:lnTo>
                <a:lnTo>
                  <a:pt x="340425" y="131237"/>
                </a:lnTo>
                <a:lnTo>
                  <a:pt x="340581" y="132531"/>
                </a:lnTo>
                <a:lnTo>
                  <a:pt x="341718" y="134344"/>
                </a:lnTo>
                <a:lnTo>
                  <a:pt x="346307" y="138573"/>
                </a:lnTo>
                <a:lnTo>
                  <a:pt x="348039" y="144386"/>
                </a:lnTo>
                <a:lnTo>
                  <a:pt x="348140" y="146058"/>
                </a:lnTo>
                <a:lnTo>
                  <a:pt x="347775" y="147116"/>
                </a:lnTo>
                <a:lnTo>
                  <a:pt x="346518" y="147745"/>
                </a:lnTo>
                <a:lnTo>
                  <a:pt x="344267" y="147403"/>
                </a:lnTo>
                <a:lnTo>
                  <a:pt x="339981" y="144861"/>
                </a:lnTo>
                <a:lnTo>
                  <a:pt x="335058" y="142795"/>
                </a:lnTo>
                <a:lnTo>
                  <a:pt x="334064" y="140519"/>
                </a:lnTo>
                <a:lnTo>
                  <a:pt x="334288" y="136643"/>
                </a:lnTo>
                <a:lnTo>
                  <a:pt x="336031" y="133167"/>
                </a:lnTo>
                <a:lnTo>
                  <a:pt x="338951" y="130995"/>
                </a:lnTo>
                <a:lnTo>
                  <a:pt x="338928" y="128540"/>
                </a:lnTo>
                <a:lnTo>
                  <a:pt x="339812" y="126855"/>
                </a:lnTo>
                <a:lnTo>
                  <a:pt x="343327" y="124031"/>
                </a:lnTo>
                <a:lnTo>
                  <a:pt x="347027" y="119807"/>
                </a:lnTo>
                <a:lnTo>
                  <a:pt x="352258" y="115655"/>
                </a:lnTo>
                <a:lnTo>
                  <a:pt x="355163" y="115234"/>
                </a:lnTo>
                <a:lnTo>
                  <a:pt x="357975" y="115937"/>
                </a:lnTo>
                <a:close/>
                <a:moveTo>
                  <a:pt x="371340" y="130562"/>
                </a:moveTo>
                <a:lnTo>
                  <a:pt x="373787" y="134639"/>
                </a:lnTo>
                <a:lnTo>
                  <a:pt x="375682" y="139181"/>
                </a:lnTo>
                <a:lnTo>
                  <a:pt x="375243" y="141615"/>
                </a:lnTo>
                <a:lnTo>
                  <a:pt x="373530" y="142895"/>
                </a:lnTo>
                <a:lnTo>
                  <a:pt x="372218" y="142835"/>
                </a:lnTo>
                <a:lnTo>
                  <a:pt x="371289" y="142211"/>
                </a:lnTo>
                <a:lnTo>
                  <a:pt x="369800" y="137058"/>
                </a:lnTo>
                <a:lnTo>
                  <a:pt x="368746" y="135494"/>
                </a:lnTo>
                <a:lnTo>
                  <a:pt x="366992" y="134420"/>
                </a:lnTo>
                <a:lnTo>
                  <a:pt x="363825" y="133262"/>
                </a:lnTo>
                <a:lnTo>
                  <a:pt x="364096" y="130879"/>
                </a:lnTo>
                <a:lnTo>
                  <a:pt x="364824" y="129946"/>
                </a:lnTo>
                <a:lnTo>
                  <a:pt x="366502" y="128925"/>
                </a:lnTo>
                <a:lnTo>
                  <a:pt x="369486" y="128812"/>
                </a:lnTo>
                <a:lnTo>
                  <a:pt x="371340" y="130562"/>
                </a:lnTo>
                <a:close/>
                <a:moveTo>
                  <a:pt x="407430" y="134207"/>
                </a:moveTo>
                <a:lnTo>
                  <a:pt x="407676" y="137141"/>
                </a:lnTo>
                <a:lnTo>
                  <a:pt x="406997" y="138825"/>
                </a:lnTo>
                <a:lnTo>
                  <a:pt x="402290" y="141552"/>
                </a:lnTo>
                <a:lnTo>
                  <a:pt x="398142" y="146781"/>
                </a:lnTo>
                <a:lnTo>
                  <a:pt x="397308" y="146852"/>
                </a:lnTo>
                <a:lnTo>
                  <a:pt x="396611" y="146428"/>
                </a:lnTo>
                <a:lnTo>
                  <a:pt x="395568" y="144691"/>
                </a:lnTo>
                <a:lnTo>
                  <a:pt x="395325" y="141857"/>
                </a:lnTo>
                <a:lnTo>
                  <a:pt x="398689" y="139736"/>
                </a:lnTo>
                <a:lnTo>
                  <a:pt x="400829" y="135765"/>
                </a:lnTo>
                <a:lnTo>
                  <a:pt x="402461" y="134254"/>
                </a:lnTo>
                <a:lnTo>
                  <a:pt x="405180" y="133487"/>
                </a:lnTo>
                <a:lnTo>
                  <a:pt x="406761" y="133661"/>
                </a:lnTo>
                <a:lnTo>
                  <a:pt x="407430" y="134207"/>
                </a:lnTo>
                <a:close/>
                <a:moveTo>
                  <a:pt x="524700" y="158282"/>
                </a:moveTo>
                <a:lnTo>
                  <a:pt x="525139" y="160639"/>
                </a:lnTo>
                <a:lnTo>
                  <a:pt x="523884" y="162073"/>
                </a:lnTo>
                <a:lnTo>
                  <a:pt x="521452" y="162146"/>
                </a:lnTo>
                <a:lnTo>
                  <a:pt x="519148" y="160760"/>
                </a:lnTo>
                <a:lnTo>
                  <a:pt x="519047" y="159975"/>
                </a:lnTo>
                <a:lnTo>
                  <a:pt x="519566" y="159131"/>
                </a:lnTo>
                <a:lnTo>
                  <a:pt x="522004" y="157559"/>
                </a:lnTo>
                <a:lnTo>
                  <a:pt x="523809" y="157317"/>
                </a:lnTo>
                <a:lnTo>
                  <a:pt x="524700" y="158282"/>
                </a:lnTo>
                <a:close/>
                <a:moveTo>
                  <a:pt x="432450" y="159542"/>
                </a:moveTo>
                <a:lnTo>
                  <a:pt x="435232" y="160002"/>
                </a:lnTo>
                <a:lnTo>
                  <a:pt x="436775" y="160793"/>
                </a:lnTo>
                <a:lnTo>
                  <a:pt x="440023" y="166363"/>
                </a:lnTo>
                <a:lnTo>
                  <a:pt x="442317" y="168213"/>
                </a:lnTo>
                <a:lnTo>
                  <a:pt x="445764" y="169565"/>
                </a:lnTo>
                <a:lnTo>
                  <a:pt x="452767" y="170584"/>
                </a:lnTo>
                <a:lnTo>
                  <a:pt x="461035" y="172515"/>
                </a:lnTo>
                <a:lnTo>
                  <a:pt x="462418" y="173291"/>
                </a:lnTo>
                <a:lnTo>
                  <a:pt x="465921" y="176422"/>
                </a:lnTo>
                <a:lnTo>
                  <a:pt x="468585" y="177677"/>
                </a:lnTo>
                <a:lnTo>
                  <a:pt x="474565" y="175813"/>
                </a:lnTo>
                <a:lnTo>
                  <a:pt x="479194" y="172958"/>
                </a:lnTo>
                <a:lnTo>
                  <a:pt x="480546" y="172733"/>
                </a:lnTo>
                <a:lnTo>
                  <a:pt x="483335" y="175417"/>
                </a:lnTo>
                <a:lnTo>
                  <a:pt x="488751" y="184139"/>
                </a:lnTo>
                <a:lnTo>
                  <a:pt x="489141" y="185913"/>
                </a:lnTo>
                <a:lnTo>
                  <a:pt x="488852" y="188218"/>
                </a:lnTo>
                <a:lnTo>
                  <a:pt x="487935" y="189012"/>
                </a:lnTo>
                <a:lnTo>
                  <a:pt x="486961" y="188955"/>
                </a:lnTo>
                <a:lnTo>
                  <a:pt x="473317" y="184405"/>
                </a:lnTo>
                <a:lnTo>
                  <a:pt x="466740" y="182768"/>
                </a:lnTo>
                <a:lnTo>
                  <a:pt x="461005" y="180579"/>
                </a:lnTo>
                <a:lnTo>
                  <a:pt x="442794" y="175269"/>
                </a:lnTo>
                <a:lnTo>
                  <a:pt x="432681" y="171613"/>
                </a:lnTo>
                <a:lnTo>
                  <a:pt x="421245" y="166517"/>
                </a:lnTo>
                <a:lnTo>
                  <a:pt x="418120" y="164743"/>
                </a:lnTo>
                <a:lnTo>
                  <a:pt x="417189" y="163410"/>
                </a:lnTo>
                <a:lnTo>
                  <a:pt x="418240" y="162057"/>
                </a:lnTo>
                <a:lnTo>
                  <a:pt x="422055" y="159452"/>
                </a:lnTo>
                <a:lnTo>
                  <a:pt x="424789" y="158822"/>
                </a:lnTo>
                <a:lnTo>
                  <a:pt x="432450" y="159542"/>
                </a:lnTo>
                <a:close/>
                <a:moveTo>
                  <a:pt x="549630" y="166022"/>
                </a:moveTo>
                <a:lnTo>
                  <a:pt x="550305" y="167507"/>
                </a:lnTo>
                <a:lnTo>
                  <a:pt x="548912" y="168430"/>
                </a:lnTo>
                <a:lnTo>
                  <a:pt x="545694" y="168175"/>
                </a:lnTo>
                <a:lnTo>
                  <a:pt x="544500" y="167057"/>
                </a:lnTo>
                <a:lnTo>
                  <a:pt x="544882" y="166267"/>
                </a:lnTo>
                <a:lnTo>
                  <a:pt x="546474" y="165544"/>
                </a:lnTo>
                <a:lnTo>
                  <a:pt x="548492" y="165538"/>
                </a:lnTo>
                <a:lnTo>
                  <a:pt x="549630" y="166022"/>
                </a:lnTo>
                <a:close/>
                <a:moveTo>
                  <a:pt x="403515" y="94202"/>
                </a:moveTo>
                <a:lnTo>
                  <a:pt x="403239" y="95603"/>
                </a:lnTo>
                <a:lnTo>
                  <a:pt x="403875" y="97037"/>
                </a:lnTo>
                <a:lnTo>
                  <a:pt x="404802" y="97384"/>
                </a:lnTo>
                <a:lnTo>
                  <a:pt x="406108" y="96795"/>
                </a:lnTo>
                <a:lnTo>
                  <a:pt x="406697" y="95489"/>
                </a:lnTo>
                <a:lnTo>
                  <a:pt x="406350" y="94562"/>
                </a:lnTo>
                <a:lnTo>
                  <a:pt x="404916" y="93926"/>
                </a:lnTo>
                <a:lnTo>
                  <a:pt x="403515" y="94202"/>
                </a:lnTo>
                <a:close/>
                <a:moveTo>
                  <a:pt x="591975" y="104012"/>
                </a:moveTo>
                <a:lnTo>
                  <a:pt x="583431" y="104974"/>
                </a:lnTo>
                <a:lnTo>
                  <a:pt x="581337" y="105698"/>
                </a:lnTo>
                <a:lnTo>
                  <a:pt x="581116" y="106315"/>
                </a:lnTo>
                <a:lnTo>
                  <a:pt x="581985" y="106982"/>
                </a:lnTo>
                <a:lnTo>
                  <a:pt x="584054" y="107276"/>
                </a:lnTo>
                <a:lnTo>
                  <a:pt x="589404" y="107117"/>
                </a:lnTo>
                <a:lnTo>
                  <a:pt x="594451" y="106472"/>
                </a:lnTo>
                <a:lnTo>
                  <a:pt x="596077" y="105742"/>
                </a:lnTo>
                <a:lnTo>
                  <a:pt x="596239" y="104979"/>
                </a:lnTo>
                <a:lnTo>
                  <a:pt x="595776" y="104057"/>
                </a:lnTo>
                <a:lnTo>
                  <a:pt x="594585" y="103511"/>
                </a:lnTo>
                <a:lnTo>
                  <a:pt x="591975" y="104012"/>
                </a:lnTo>
                <a:close/>
                <a:moveTo>
                  <a:pt x="570600" y="106262"/>
                </a:moveTo>
                <a:lnTo>
                  <a:pt x="570465" y="107404"/>
                </a:lnTo>
                <a:lnTo>
                  <a:pt x="572355" y="107837"/>
                </a:lnTo>
                <a:lnTo>
                  <a:pt x="574356" y="107455"/>
                </a:lnTo>
                <a:lnTo>
                  <a:pt x="575456" y="106361"/>
                </a:lnTo>
                <a:lnTo>
                  <a:pt x="575145" y="105923"/>
                </a:lnTo>
                <a:lnTo>
                  <a:pt x="573691" y="105611"/>
                </a:lnTo>
                <a:lnTo>
                  <a:pt x="571843" y="105731"/>
                </a:lnTo>
                <a:lnTo>
                  <a:pt x="570600" y="106262"/>
                </a:lnTo>
                <a:close/>
                <a:moveTo>
                  <a:pt x="557460" y="108377"/>
                </a:moveTo>
                <a:lnTo>
                  <a:pt x="556246" y="109329"/>
                </a:lnTo>
                <a:lnTo>
                  <a:pt x="557728" y="109987"/>
                </a:lnTo>
                <a:lnTo>
                  <a:pt x="561372" y="109911"/>
                </a:lnTo>
                <a:lnTo>
                  <a:pt x="562219" y="109542"/>
                </a:lnTo>
                <a:lnTo>
                  <a:pt x="562500" y="108962"/>
                </a:lnTo>
                <a:lnTo>
                  <a:pt x="562200" y="108387"/>
                </a:lnTo>
                <a:lnTo>
                  <a:pt x="560857" y="107927"/>
                </a:lnTo>
                <a:lnTo>
                  <a:pt x="557460" y="108377"/>
                </a:lnTo>
                <a:close/>
                <a:moveTo>
                  <a:pt x="257625" y="109187"/>
                </a:moveTo>
                <a:lnTo>
                  <a:pt x="257521" y="109845"/>
                </a:lnTo>
                <a:lnTo>
                  <a:pt x="258153" y="110421"/>
                </a:lnTo>
                <a:lnTo>
                  <a:pt x="261895" y="111855"/>
                </a:lnTo>
                <a:lnTo>
                  <a:pt x="265140" y="114024"/>
                </a:lnTo>
                <a:lnTo>
                  <a:pt x="269179" y="115656"/>
                </a:lnTo>
                <a:lnTo>
                  <a:pt x="272762" y="117664"/>
                </a:lnTo>
                <a:lnTo>
                  <a:pt x="277020" y="119289"/>
                </a:lnTo>
                <a:lnTo>
                  <a:pt x="280400" y="121502"/>
                </a:lnTo>
                <a:lnTo>
                  <a:pt x="282572" y="121847"/>
                </a:lnTo>
                <a:lnTo>
                  <a:pt x="283807" y="121041"/>
                </a:lnTo>
                <a:lnTo>
                  <a:pt x="283857" y="120070"/>
                </a:lnTo>
                <a:lnTo>
                  <a:pt x="283140" y="119070"/>
                </a:lnTo>
                <a:lnTo>
                  <a:pt x="278020" y="115956"/>
                </a:lnTo>
                <a:lnTo>
                  <a:pt x="273888" y="114673"/>
                </a:lnTo>
                <a:lnTo>
                  <a:pt x="270468" y="112563"/>
                </a:lnTo>
                <a:lnTo>
                  <a:pt x="265710" y="111006"/>
                </a:lnTo>
                <a:lnTo>
                  <a:pt x="262054" y="109233"/>
                </a:lnTo>
                <a:lnTo>
                  <a:pt x="259356" y="108696"/>
                </a:lnTo>
                <a:lnTo>
                  <a:pt x="257625" y="109187"/>
                </a:lnTo>
                <a:close/>
                <a:moveTo>
                  <a:pt x="817290" y="124082"/>
                </a:moveTo>
                <a:lnTo>
                  <a:pt x="814756" y="125914"/>
                </a:lnTo>
                <a:lnTo>
                  <a:pt x="813800" y="128016"/>
                </a:lnTo>
                <a:lnTo>
                  <a:pt x="808796" y="155925"/>
                </a:lnTo>
                <a:lnTo>
                  <a:pt x="806545" y="166342"/>
                </a:lnTo>
                <a:lnTo>
                  <a:pt x="805168" y="177193"/>
                </a:lnTo>
                <a:lnTo>
                  <a:pt x="802980" y="186019"/>
                </a:lnTo>
                <a:lnTo>
                  <a:pt x="801057" y="198629"/>
                </a:lnTo>
                <a:lnTo>
                  <a:pt x="800083" y="201448"/>
                </a:lnTo>
                <a:lnTo>
                  <a:pt x="798575" y="203372"/>
                </a:lnTo>
                <a:lnTo>
                  <a:pt x="796253" y="204938"/>
                </a:lnTo>
                <a:lnTo>
                  <a:pt x="761039" y="220942"/>
                </a:lnTo>
                <a:lnTo>
                  <a:pt x="757499" y="223207"/>
                </a:lnTo>
                <a:lnTo>
                  <a:pt x="756450" y="224612"/>
                </a:lnTo>
                <a:lnTo>
                  <a:pt x="757684" y="226128"/>
                </a:lnTo>
                <a:lnTo>
                  <a:pt x="759821" y="226918"/>
                </a:lnTo>
                <a:lnTo>
                  <a:pt x="794475" y="227807"/>
                </a:lnTo>
                <a:lnTo>
                  <a:pt x="797485" y="229423"/>
                </a:lnTo>
                <a:lnTo>
                  <a:pt x="798854" y="231344"/>
                </a:lnTo>
                <a:lnTo>
                  <a:pt x="798964" y="235431"/>
                </a:lnTo>
                <a:lnTo>
                  <a:pt x="798117" y="237695"/>
                </a:lnTo>
                <a:lnTo>
                  <a:pt x="796930" y="238834"/>
                </a:lnTo>
                <a:lnTo>
                  <a:pt x="795086" y="239818"/>
                </a:lnTo>
                <a:lnTo>
                  <a:pt x="785232" y="243754"/>
                </a:lnTo>
                <a:lnTo>
                  <a:pt x="761469" y="252011"/>
                </a:lnTo>
                <a:lnTo>
                  <a:pt x="756180" y="254430"/>
                </a:lnTo>
                <a:lnTo>
                  <a:pt x="739116" y="260554"/>
                </a:lnTo>
                <a:lnTo>
                  <a:pt x="735560" y="262292"/>
                </a:lnTo>
                <a:lnTo>
                  <a:pt x="733981" y="263982"/>
                </a:lnTo>
                <a:lnTo>
                  <a:pt x="734387" y="265271"/>
                </a:lnTo>
                <a:lnTo>
                  <a:pt x="735750" y="266687"/>
                </a:lnTo>
                <a:lnTo>
                  <a:pt x="797265" y="266867"/>
                </a:lnTo>
                <a:lnTo>
                  <a:pt x="798503" y="267812"/>
                </a:lnTo>
                <a:lnTo>
                  <a:pt x="798853" y="269817"/>
                </a:lnTo>
                <a:lnTo>
                  <a:pt x="799102" y="279005"/>
                </a:lnTo>
                <a:lnTo>
                  <a:pt x="798560" y="282938"/>
                </a:lnTo>
                <a:lnTo>
                  <a:pt x="796555" y="284611"/>
                </a:lnTo>
                <a:lnTo>
                  <a:pt x="792308" y="286878"/>
                </a:lnTo>
                <a:lnTo>
                  <a:pt x="766305" y="296972"/>
                </a:lnTo>
                <a:lnTo>
                  <a:pt x="756473" y="294626"/>
                </a:lnTo>
                <a:lnTo>
                  <a:pt x="750379" y="291895"/>
                </a:lnTo>
                <a:lnTo>
                  <a:pt x="722974" y="283406"/>
                </a:lnTo>
                <a:lnTo>
                  <a:pt x="704295" y="277147"/>
                </a:lnTo>
                <a:lnTo>
                  <a:pt x="697846" y="276196"/>
                </a:lnTo>
                <a:lnTo>
                  <a:pt x="696825" y="276632"/>
                </a:lnTo>
                <a:lnTo>
                  <a:pt x="696663" y="277502"/>
                </a:lnTo>
                <a:lnTo>
                  <a:pt x="697177" y="278862"/>
                </a:lnTo>
                <a:lnTo>
                  <a:pt x="698402" y="279860"/>
                </a:lnTo>
                <a:lnTo>
                  <a:pt x="704936" y="281678"/>
                </a:lnTo>
                <a:lnTo>
                  <a:pt x="718492" y="287168"/>
                </a:lnTo>
                <a:lnTo>
                  <a:pt x="727990" y="290463"/>
                </a:lnTo>
                <a:lnTo>
                  <a:pt x="741954" y="294327"/>
                </a:lnTo>
                <a:lnTo>
                  <a:pt x="754389" y="297227"/>
                </a:lnTo>
                <a:lnTo>
                  <a:pt x="756280" y="298302"/>
                </a:lnTo>
                <a:lnTo>
                  <a:pt x="757681" y="299895"/>
                </a:lnTo>
                <a:lnTo>
                  <a:pt x="757605" y="300712"/>
                </a:lnTo>
                <a:lnTo>
                  <a:pt x="756056" y="303604"/>
                </a:lnTo>
                <a:lnTo>
                  <a:pt x="756295" y="304473"/>
                </a:lnTo>
                <a:lnTo>
                  <a:pt x="757295" y="305238"/>
                </a:lnTo>
                <a:lnTo>
                  <a:pt x="790582" y="306392"/>
                </a:lnTo>
                <a:lnTo>
                  <a:pt x="796885" y="306919"/>
                </a:lnTo>
                <a:lnTo>
                  <a:pt x="797691" y="307400"/>
                </a:lnTo>
                <a:lnTo>
                  <a:pt x="797957" y="309118"/>
                </a:lnTo>
                <a:lnTo>
                  <a:pt x="797723" y="311837"/>
                </a:lnTo>
                <a:lnTo>
                  <a:pt x="796085" y="319765"/>
                </a:lnTo>
                <a:lnTo>
                  <a:pt x="793718" y="336736"/>
                </a:lnTo>
                <a:lnTo>
                  <a:pt x="792146" y="344565"/>
                </a:lnTo>
                <a:lnTo>
                  <a:pt x="790852" y="355841"/>
                </a:lnTo>
                <a:lnTo>
                  <a:pt x="788574" y="366255"/>
                </a:lnTo>
                <a:lnTo>
                  <a:pt x="783279" y="402325"/>
                </a:lnTo>
                <a:lnTo>
                  <a:pt x="777596" y="435894"/>
                </a:lnTo>
                <a:lnTo>
                  <a:pt x="773027" y="466968"/>
                </a:lnTo>
                <a:lnTo>
                  <a:pt x="770630" y="479644"/>
                </a:lnTo>
                <a:lnTo>
                  <a:pt x="770604" y="481703"/>
                </a:lnTo>
                <a:lnTo>
                  <a:pt x="771330" y="483712"/>
                </a:lnTo>
                <a:lnTo>
                  <a:pt x="772821" y="484309"/>
                </a:lnTo>
                <a:lnTo>
                  <a:pt x="775810" y="483144"/>
                </a:lnTo>
                <a:lnTo>
                  <a:pt x="815677" y="454497"/>
                </a:lnTo>
                <a:lnTo>
                  <a:pt x="817584" y="453361"/>
                </a:lnTo>
                <a:lnTo>
                  <a:pt x="819360" y="452987"/>
                </a:lnTo>
                <a:lnTo>
                  <a:pt x="821273" y="453298"/>
                </a:lnTo>
                <a:lnTo>
                  <a:pt x="822706" y="454059"/>
                </a:lnTo>
                <a:lnTo>
                  <a:pt x="854370" y="477911"/>
                </a:lnTo>
                <a:lnTo>
                  <a:pt x="860837" y="482353"/>
                </a:lnTo>
                <a:lnTo>
                  <a:pt x="865080" y="484577"/>
                </a:lnTo>
                <a:lnTo>
                  <a:pt x="866171" y="483132"/>
                </a:lnTo>
                <a:lnTo>
                  <a:pt x="866554" y="481801"/>
                </a:lnTo>
                <a:lnTo>
                  <a:pt x="866473" y="476686"/>
                </a:lnTo>
                <a:lnTo>
                  <a:pt x="864191" y="465434"/>
                </a:lnTo>
                <a:lnTo>
                  <a:pt x="862875" y="453758"/>
                </a:lnTo>
                <a:lnTo>
                  <a:pt x="860968" y="443419"/>
                </a:lnTo>
                <a:lnTo>
                  <a:pt x="859224" y="429372"/>
                </a:lnTo>
                <a:lnTo>
                  <a:pt x="857582" y="421200"/>
                </a:lnTo>
                <a:lnTo>
                  <a:pt x="855478" y="403683"/>
                </a:lnTo>
                <a:lnTo>
                  <a:pt x="853734" y="396051"/>
                </a:lnTo>
                <a:lnTo>
                  <a:pt x="851743" y="380520"/>
                </a:lnTo>
                <a:lnTo>
                  <a:pt x="849994" y="372937"/>
                </a:lnTo>
                <a:lnTo>
                  <a:pt x="848301" y="358577"/>
                </a:lnTo>
                <a:lnTo>
                  <a:pt x="846452" y="348409"/>
                </a:lnTo>
                <a:lnTo>
                  <a:pt x="845016" y="335576"/>
                </a:lnTo>
                <a:lnTo>
                  <a:pt x="842626" y="322299"/>
                </a:lnTo>
                <a:lnTo>
                  <a:pt x="841365" y="310787"/>
                </a:lnTo>
                <a:lnTo>
                  <a:pt x="842985" y="308987"/>
                </a:lnTo>
                <a:lnTo>
                  <a:pt x="863780" y="309086"/>
                </a:lnTo>
                <a:lnTo>
                  <a:pt x="879155" y="309761"/>
                </a:lnTo>
                <a:lnTo>
                  <a:pt x="882379" y="309001"/>
                </a:lnTo>
                <a:lnTo>
                  <a:pt x="883890" y="307232"/>
                </a:lnTo>
                <a:lnTo>
                  <a:pt x="879438" y="304037"/>
                </a:lnTo>
                <a:lnTo>
                  <a:pt x="844429" y="286625"/>
                </a:lnTo>
                <a:lnTo>
                  <a:pt x="839250" y="282752"/>
                </a:lnTo>
                <a:lnTo>
                  <a:pt x="839573" y="269051"/>
                </a:lnTo>
                <a:lnTo>
                  <a:pt x="840063" y="267941"/>
                </a:lnTo>
                <a:lnTo>
                  <a:pt x="841374" y="267223"/>
                </a:lnTo>
                <a:lnTo>
                  <a:pt x="847767" y="266705"/>
                </a:lnTo>
                <a:lnTo>
                  <a:pt x="901845" y="266777"/>
                </a:lnTo>
                <a:lnTo>
                  <a:pt x="903236" y="265396"/>
                </a:lnTo>
                <a:lnTo>
                  <a:pt x="903584" y="264191"/>
                </a:lnTo>
                <a:lnTo>
                  <a:pt x="903060" y="263177"/>
                </a:lnTo>
                <a:lnTo>
                  <a:pt x="899348" y="261461"/>
                </a:lnTo>
                <a:lnTo>
                  <a:pt x="891219" y="258495"/>
                </a:lnTo>
                <a:lnTo>
                  <a:pt x="877419" y="252536"/>
                </a:lnTo>
                <a:lnTo>
                  <a:pt x="871470" y="250695"/>
                </a:lnTo>
                <a:lnTo>
                  <a:pt x="844368" y="239993"/>
                </a:lnTo>
                <a:lnTo>
                  <a:pt x="841395" y="238188"/>
                </a:lnTo>
                <a:lnTo>
                  <a:pt x="839537" y="236031"/>
                </a:lnTo>
                <a:lnTo>
                  <a:pt x="838948" y="233798"/>
                </a:lnTo>
                <a:lnTo>
                  <a:pt x="839178" y="232740"/>
                </a:lnTo>
                <a:lnTo>
                  <a:pt x="840780" y="230912"/>
                </a:lnTo>
                <a:lnTo>
                  <a:pt x="842468" y="230324"/>
                </a:lnTo>
                <a:lnTo>
                  <a:pt x="850148" y="230171"/>
                </a:lnTo>
                <a:lnTo>
                  <a:pt x="880875" y="230822"/>
                </a:lnTo>
                <a:lnTo>
                  <a:pt x="882481" y="229399"/>
                </a:lnTo>
                <a:lnTo>
                  <a:pt x="882805" y="228441"/>
                </a:lnTo>
                <a:lnTo>
                  <a:pt x="878592" y="225094"/>
                </a:lnTo>
                <a:lnTo>
                  <a:pt x="842265" y="204096"/>
                </a:lnTo>
                <a:lnTo>
                  <a:pt x="840012" y="201977"/>
                </a:lnTo>
                <a:lnTo>
                  <a:pt x="838746" y="198906"/>
                </a:lnTo>
                <a:lnTo>
                  <a:pt x="837708" y="188217"/>
                </a:lnTo>
                <a:lnTo>
                  <a:pt x="835898" y="180622"/>
                </a:lnTo>
                <a:lnTo>
                  <a:pt x="834081" y="169324"/>
                </a:lnTo>
                <a:lnTo>
                  <a:pt x="830044" y="148012"/>
                </a:lnTo>
                <a:lnTo>
                  <a:pt x="828349" y="140968"/>
                </a:lnTo>
                <a:lnTo>
                  <a:pt x="826276" y="128729"/>
                </a:lnTo>
                <a:lnTo>
                  <a:pt x="824960" y="126045"/>
                </a:lnTo>
                <a:lnTo>
                  <a:pt x="822307" y="123493"/>
                </a:lnTo>
                <a:lnTo>
                  <a:pt x="820431" y="123124"/>
                </a:lnTo>
                <a:lnTo>
                  <a:pt x="817290" y="124082"/>
                </a:lnTo>
                <a:close/>
                <a:moveTo>
                  <a:pt x="820125" y="142037"/>
                </a:moveTo>
                <a:lnTo>
                  <a:pt x="819354" y="143308"/>
                </a:lnTo>
                <a:lnTo>
                  <a:pt x="818627" y="143239"/>
                </a:lnTo>
                <a:lnTo>
                  <a:pt x="818280" y="142757"/>
                </a:lnTo>
                <a:lnTo>
                  <a:pt x="818223" y="141542"/>
                </a:lnTo>
                <a:lnTo>
                  <a:pt x="818840" y="140810"/>
                </a:lnTo>
                <a:lnTo>
                  <a:pt x="819833" y="141052"/>
                </a:lnTo>
                <a:lnTo>
                  <a:pt x="820125" y="142037"/>
                </a:lnTo>
                <a:close/>
                <a:moveTo>
                  <a:pt x="822060" y="156212"/>
                </a:moveTo>
                <a:lnTo>
                  <a:pt x="823978" y="158590"/>
                </a:lnTo>
                <a:lnTo>
                  <a:pt x="824085" y="160852"/>
                </a:lnTo>
                <a:lnTo>
                  <a:pt x="823169" y="162165"/>
                </a:lnTo>
                <a:lnTo>
                  <a:pt x="821475" y="163232"/>
                </a:lnTo>
                <a:lnTo>
                  <a:pt x="819635" y="163837"/>
                </a:lnTo>
                <a:lnTo>
                  <a:pt x="818229" y="163650"/>
                </a:lnTo>
                <a:lnTo>
                  <a:pt x="815266" y="160634"/>
                </a:lnTo>
                <a:lnTo>
                  <a:pt x="815057" y="159896"/>
                </a:lnTo>
                <a:lnTo>
                  <a:pt x="815501" y="158554"/>
                </a:lnTo>
                <a:lnTo>
                  <a:pt x="816794" y="156500"/>
                </a:lnTo>
                <a:lnTo>
                  <a:pt x="818379" y="155201"/>
                </a:lnTo>
                <a:lnTo>
                  <a:pt x="820130" y="155108"/>
                </a:lnTo>
                <a:lnTo>
                  <a:pt x="822060" y="156212"/>
                </a:lnTo>
                <a:close/>
                <a:moveTo>
                  <a:pt x="814410" y="166877"/>
                </a:moveTo>
                <a:lnTo>
                  <a:pt x="814871" y="167918"/>
                </a:lnTo>
                <a:lnTo>
                  <a:pt x="814038" y="169126"/>
                </a:lnTo>
                <a:lnTo>
                  <a:pt x="812326" y="170562"/>
                </a:lnTo>
                <a:lnTo>
                  <a:pt x="811110" y="170588"/>
                </a:lnTo>
                <a:lnTo>
                  <a:pt x="810430" y="168718"/>
                </a:lnTo>
                <a:lnTo>
                  <a:pt x="810882" y="166780"/>
                </a:lnTo>
                <a:lnTo>
                  <a:pt x="812359" y="166057"/>
                </a:lnTo>
                <a:lnTo>
                  <a:pt x="814410" y="166877"/>
                </a:lnTo>
                <a:close/>
                <a:moveTo>
                  <a:pt x="827010" y="166877"/>
                </a:moveTo>
                <a:lnTo>
                  <a:pt x="827493" y="168769"/>
                </a:lnTo>
                <a:lnTo>
                  <a:pt x="827096" y="169533"/>
                </a:lnTo>
                <a:lnTo>
                  <a:pt x="826353" y="169673"/>
                </a:lnTo>
                <a:lnTo>
                  <a:pt x="825134" y="168677"/>
                </a:lnTo>
                <a:lnTo>
                  <a:pt x="824883" y="167341"/>
                </a:lnTo>
                <a:lnTo>
                  <a:pt x="825803" y="166329"/>
                </a:lnTo>
                <a:lnTo>
                  <a:pt x="827010" y="166877"/>
                </a:lnTo>
                <a:close/>
                <a:moveTo>
                  <a:pt x="823815" y="175922"/>
                </a:moveTo>
                <a:lnTo>
                  <a:pt x="825750" y="178248"/>
                </a:lnTo>
                <a:lnTo>
                  <a:pt x="826170" y="180050"/>
                </a:lnTo>
                <a:lnTo>
                  <a:pt x="824490" y="182492"/>
                </a:lnTo>
                <a:lnTo>
                  <a:pt x="821961" y="184287"/>
                </a:lnTo>
                <a:lnTo>
                  <a:pt x="819090" y="185372"/>
                </a:lnTo>
                <a:lnTo>
                  <a:pt x="815193" y="182960"/>
                </a:lnTo>
                <a:lnTo>
                  <a:pt x="813675" y="181494"/>
                </a:lnTo>
                <a:lnTo>
                  <a:pt x="813213" y="179391"/>
                </a:lnTo>
                <a:lnTo>
                  <a:pt x="813596" y="177664"/>
                </a:lnTo>
                <a:lnTo>
                  <a:pt x="818297" y="173801"/>
                </a:lnTo>
                <a:lnTo>
                  <a:pt x="819486" y="173463"/>
                </a:lnTo>
                <a:lnTo>
                  <a:pt x="820771" y="173699"/>
                </a:lnTo>
                <a:lnTo>
                  <a:pt x="823815" y="175922"/>
                </a:lnTo>
                <a:close/>
                <a:moveTo>
                  <a:pt x="830880" y="185777"/>
                </a:moveTo>
                <a:lnTo>
                  <a:pt x="832031" y="188573"/>
                </a:lnTo>
                <a:lnTo>
                  <a:pt x="832884" y="192312"/>
                </a:lnTo>
                <a:lnTo>
                  <a:pt x="832351" y="193544"/>
                </a:lnTo>
                <a:lnTo>
                  <a:pt x="831361" y="193811"/>
                </a:lnTo>
                <a:lnTo>
                  <a:pt x="829312" y="193219"/>
                </a:lnTo>
                <a:lnTo>
                  <a:pt x="827798" y="192211"/>
                </a:lnTo>
                <a:lnTo>
                  <a:pt x="826013" y="190373"/>
                </a:lnTo>
                <a:lnTo>
                  <a:pt x="825407" y="189000"/>
                </a:lnTo>
                <a:lnTo>
                  <a:pt x="825955" y="187639"/>
                </a:lnTo>
                <a:lnTo>
                  <a:pt x="828466" y="185216"/>
                </a:lnTo>
                <a:lnTo>
                  <a:pt x="829638" y="184851"/>
                </a:lnTo>
                <a:lnTo>
                  <a:pt x="830880" y="185777"/>
                </a:lnTo>
                <a:close/>
                <a:moveTo>
                  <a:pt x="812835" y="186947"/>
                </a:moveTo>
                <a:lnTo>
                  <a:pt x="813957" y="188645"/>
                </a:lnTo>
                <a:lnTo>
                  <a:pt x="813283" y="190491"/>
                </a:lnTo>
                <a:lnTo>
                  <a:pt x="810249" y="193537"/>
                </a:lnTo>
                <a:lnTo>
                  <a:pt x="808566" y="194412"/>
                </a:lnTo>
                <a:lnTo>
                  <a:pt x="807280" y="194345"/>
                </a:lnTo>
                <a:lnTo>
                  <a:pt x="806471" y="193340"/>
                </a:lnTo>
                <a:lnTo>
                  <a:pt x="806220" y="191402"/>
                </a:lnTo>
                <a:lnTo>
                  <a:pt x="806627" y="188446"/>
                </a:lnTo>
                <a:lnTo>
                  <a:pt x="807609" y="186438"/>
                </a:lnTo>
                <a:lnTo>
                  <a:pt x="809049" y="185463"/>
                </a:lnTo>
                <a:lnTo>
                  <a:pt x="809904" y="185389"/>
                </a:lnTo>
                <a:lnTo>
                  <a:pt x="812835" y="186947"/>
                </a:lnTo>
                <a:close/>
                <a:moveTo>
                  <a:pt x="822510" y="194372"/>
                </a:moveTo>
                <a:lnTo>
                  <a:pt x="826722" y="198904"/>
                </a:lnTo>
                <a:lnTo>
                  <a:pt x="827100" y="199637"/>
                </a:lnTo>
                <a:lnTo>
                  <a:pt x="826604" y="200422"/>
                </a:lnTo>
                <a:lnTo>
                  <a:pt x="824787" y="200816"/>
                </a:lnTo>
                <a:lnTo>
                  <a:pt x="819450" y="200897"/>
                </a:lnTo>
                <a:lnTo>
                  <a:pt x="814012" y="200605"/>
                </a:lnTo>
                <a:lnTo>
                  <a:pt x="812492" y="200093"/>
                </a:lnTo>
                <a:lnTo>
                  <a:pt x="812299" y="199679"/>
                </a:lnTo>
                <a:lnTo>
                  <a:pt x="812943" y="198432"/>
                </a:lnTo>
                <a:lnTo>
                  <a:pt x="817560" y="193787"/>
                </a:lnTo>
                <a:lnTo>
                  <a:pt x="820527" y="193874"/>
                </a:lnTo>
                <a:lnTo>
                  <a:pt x="822510" y="194372"/>
                </a:lnTo>
                <a:close/>
                <a:moveTo>
                  <a:pt x="822150" y="206657"/>
                </a:moveTo>
                <a:lnTo>
                  <a:pt x="822410" y="207175"/>
                </a:lnTo>
                <a:lnTo>
                  <a:pt x="821994" y="208103"/>
                </a:lnTo>
                <a:lnTo>
                  <a:pt x="819934" y="208941"/>
                </a:lnTo>
                <a:lnTo>
                  <a:pt x="817586" y="208662"/>
                </a:lnTo>
                <a:lnTo>
                  <a:pt x="816463" y="207354"/>
                </a:lnTo>
                <a:lnTo>
                  <a:pt x="816750" y="206612"/>
                </a:lnTo>
                <a:lnTo>
                  <a:pt x="818109" y="206026"/>
                </a:lnTo>
                <a:lnTo>
                  <a:pt x="820791" y="206052"/>
                </a:lnTo>
                <a:lnTo>
                  <a:pt x="822150" y="206657"/>
                </a:lnTo>
                <a:close/>
                <a:moveTo>
                  <a:pt x="834300" y="208007"/>
                </a:moveTo>
                <a:lnTo>
                  <a:pt x="835008" y="211048"/>
                </a:lnTo>
                <a:lnTo>
                  <a:pt x="835091" y="215710"/>
                </a:lnTo>
                <a:lnTo>
                  <a:pt x="834058" y="218604"/>
                </a:lnTo>
                <a:lnTo>
                  <a:pt x="832677" y="218966"/>
                </a:lnTo>
                <a:lnTo>
                  <a:pt x="830725" y="218087"/>
                </a:lnTo>
                <a:lnTo>
                  <a:pt x="826807" y="215285"/>
                </a:lnTo>
                <a:lnTo>
                  <a:pt x="826036" y="213568"/>
                </a:lnTo>
                <a:lnTo>
                  <a:pt x="827188" y="211309"/>
                </a:lnTo>
                <a:lnTo>
                  <a:pt x="830025" y="208817"/>
                </a:lnTo>
                <a:lnTo>
                  <a:pt x="832770" y="207366"/>
                </a:lnTo>
                <a:lnTo>
                  <a:pt x="833467" y="207382"/>
                </a:lnTo>
                <a:lnTo>
                  <a:pt x="834300" y="208007"/>
                </a:lnTo>
                <a:close/>
                <a:moveTo>
                  <a:pt x="809865" y="209087"/>
                </a:moveTo>
                <a:lnTo>
                  <a:pt x="812447" y="211964"/>
                </a:lnTo>
                <a:lnTo>
                  <a:pt x="813101" y="213275"/>
                </a:lnTo>
                <a:lnTo>
                  <a:pt x="813028" y="214146"/>
                </a:lnTo>
                <a:lnTo>
                  <a:pt x="811390" y="215713"/>
                </a:lnTo>
                <a:lnTo>
                  <a:pt x="807808" y="217735"/>
                </a:lnTo>
                <a:lnTo>
                  <a:pt x="806523" y="218025"/>
                </a:lnTo>
                <a:lnTo>
                  <a:pt x="805235" y="217647"/>
                </a:lnTo>
                <a:lnTo>
                  <a:pt x="804374" y="216774"/>
                </a:lnTo>
                <a:lnTo>
                  <a:pt x="803921" y="215064"/>
                </a:lnTo>
                <a:lnTo>
                  <a:pt x="804024" y="209594"/>
                </a:lnTo>
                <a:lnTo>
                  <a:pt x="805355" y="208337"/>
                </a:lnTo>
                <a:lnTo>
                  <a:pt x="806761" y="207895"/>
                </a:lnTo>
                <a:lnTo>
                  <a:pt x="808274" y="208142"/>
                </a:lnTo>
                <a:lnTo>
                  <a:pt x="809865" y="209087"/>
                </a:lnTo>
                <a:close/>
                <a:moveTo>
                  <a:pt x="845685" y="211922"/>
                </a:moveTo>
                <a:lnTo>
                  <a:pt x="859600" y="220519"/>
                </a:lnTo>
                <a:lnTo>
                  <a:pt x="860948" y="222310"/>
                </a:lnTo>
                <a:lnTo>
                  <a:pt x="860805" y="223577"/>
                </a:lnTo>
                <a:lnTo>
                  <a:pt x="858052" y="224332"/>
                </a:lnTo>
                <a:lnTo>
                  <a:pt x="852457" y="224284"/>
                </a:lnTo>
                <a:lnTo>
                  <a:pt x="842772" y="223101"/>
                </a:lnTo>
                <a:lnTo>
                  <a:pt x="840105" y="222182"/>
                </a:lnTo>
                <a:lnTo>
                  <a:pt x="839115" y="221372"/>
                </a:lnTo>
                <a:lnTo>
                  <a:pt x="839698" y="210692"/>
                </a:lnTo>
                <a:lnTo>
                  <a:pt x="840407" y="210154"/>
                </a:lnTo>
                <a:lnTo>
                  <a:pt x="841894" y="210212"/>
                </a:lnTo>
                <a:lnTo>
                  <a:pt x="845685" y="211922"/>
                </a:lnTo>
                <a:close/>
                <a:moveTo>
                  <a:pt x="798030" y="211607"/>
                </a:moveTo>
                <a:lnTo>
                  <a:pt x="799026" y="213593"/>
                </a:lnTo>
                <a:lnTo>
                  <a:pt x="799161" y="216150"/>
                </a:lnTo>
                <a:lnTo>
                  <a:pt x="798600" y="219641"/>
                </a:lnTo>
                <a:lnTo>
                  <a:pt x="797574" y="220568"/>
                </a:lnTo>
                <a:lnTo>
                  <a:pt x="793857" y="221181"/>
                </a:lnTo>
                <a:lnTo>
                  <a:pt x="786444" y="221452"/>
                </a:lnTo>
                <a:lnTo>
                  <a:pt x="781200" y="221386"/>
                </a:lnTo>
                <a:lnTo>
                  <a:pt x="779937" y="220928"/>
                </a:lnTo>
                <a:lnTo>
                  <a:pt x="780545" y="219303"/>
                </a:lnTo>
                <a:lnTo>
                  <a:pt x="783361" y="216691"/>
                </a:lnTo>
                <a:lnTo>
                  <a:pt x="788461" y="214787"/>
                </a:lnTo>
                <a:lnTo>
                  <a:pt x="796720" y="210972"/>
                </a:lnTo>
                <a:lnTo>
                  <a:pt x="798030" y="211607"/>
                </a:lnTo>
                <a:close/>
                <a:moveTo>
                  <a:pt x="821700" y="218627"/>
                </a:moveTo>
                <a:lnTo>
                  <a:pt x="823597" y="220455"/>
                </a:lnTo>
                <a:lnTo>
                  <a:pt x="823753" y="221434"/>
                </a:lnTo>
                <a:lnTo>
                  <a:pt x="823051" y="222148"/>
                </a:lnTo>
                <a:lnTo>
                  <a:pt x="819469" y="222540"/>
                </a:lnTo>
                <a:lnTo>
                  <a:pt x="817947" y="222182"/>
                </a:lnTo>
                <a:lnTo>
                  <a:pt x="817014" y="221501"/>
                </a:lnTo>
                <a:lnTo>
                  <a:pt x="816790" y="219955"/>
                </a:lnTo>
                <a:lnTo>
                  <a:pt x="818057" y="218022"/>
                </a:lnTo>
                <a:lnTo>
                  <a:pt x="819641" y="217720"/>
                </a:lnTo>
                <a:lnTo>
                  <a:pt x="821700" y="218627"/>
                </a:lnTo>
                <a:close/>
                <a:moveTo>
                  <a:pt x="820350" y="230642"/>
                </a:moveTo>
                <a:lnTo>
                  <a:pt x="819309" y="231388"/>
                </a:lnTo>
                <a:lnTo>
                  <a:pt x="818556" y="230810"/>
                </a:lnTo>
                <a:lnTo>
                  <a:pt x="819210" y="230251"/>
                </a:lnTo>
                <a:lnTo>
                  <a:pt x="820350" y="230642"/>
                </a:lnTo>
                <a:close/>
                <a:moveTo>
                  <a:pt x="834300" y="231137"/>
                </a:moveTo>
                <a:lnTo>
                  <a:pt x="835091" y="232669"/>
                </a:lnTo>
                <a:lnTo>
                  <a:pt x="835142" y="234217"/>
                </a:lnTo>
                <a:lnTo>
                  <a:pt x="834404" y="236725"/>
                </a:lnTo>
                <a:lnTo>
                  <a:pt x="833547" y="237732"/>
                </a:lnTo>
                <a:lnTo>
                  <a:pt x="831659" y="238339"/>
                </a:lnTo>
                <a:lnTo>
                  <a:pt x="830032" y="238134"/>
                </a:lnTo>
                <a:lnTo>
                  <a:pt x="827364" y="237047"/>
                </a:lnTo>
                <a:lnTo>
                  <a:pt x="826386" y="236247"/>
                </a:lnTo>
                <a:lnTo>
                  <a:pt x="826166" y="235361"/>
                </a:lnTo>
                <a:lnTo>
                  <a:pt x="826713" y="234319"/>
                </a:lnTo>
                <a:lnTo>
                  <a:pt x="830609" y="231179"/>
                </a:lnTo>
                <a:lnTo>
                  <a:pt x="832761" y="230324"/>
                </a:lnTo>
                <a:lnTo>
                  <a:pt x="834300" y="231137"/>
                </a:lnTo>
                <a:close/>
                <a:moveTo>
                  <a:pt x="810585" y="232532"/>
                </a:moveTo>
                <a:lnTo>
                  <a:pt x="812227" y="233944"/>
                </a:lnTo>
                <a:lnTo>
                  <a:pt x="812945" y="235201"/>
                </a:lnTo>
                <a:lnTo>
                  <a:pt x="812743" y="236287"/>
                </a:lnTo>
                <a:lnTo>
                  <a:pt x="811625" y="237187"/>
                </a:lnTo>
                <a:lnTo>
                  <a:pt x="809595" y="237887"/>
                </a:lnTo>
                <a:lnTo>
                  <a:pt x="807001" y="238060"/>
                </a:lnTo>
                <a:lnTo>
                  <a:pt x="805030" y="237232"/>
                </a:lnTo>
                <a:lnTo>
                  <a:pt x="804104" y="236146"/>
                </a:lnTo>
                <a:lnTo>
                  <a:pt x="803375" y="233545"/>
                </a:lnTo>
                <a:lnTo>
                  <a:pt x="803490" y="232621"/>
                </a:lnTo>
                <a:lnTo>
                  <a:pt x="804393" y="231336"/>
                </a:lnTo>
                <a:lnTo>
                  <a:pt x="807035" y="230931"/>
                </a:lnTo>
                <a:lnTo>
                  <a:pt x="810585" y="232532"/>
                </a:lnTo>
                <a:close/>
                <a:moveTo>
                  <a:pt x="826020" y="244412"/>
                </a:moveTo>
                <a:lnTo>
                  <a:pt x="826934" y="244824"/>
                </a:lnTo>
                <a:lnTo>
                  <a:pt x="827363" y="245493"/>
                </a:lnTo>
                <a:lnTo>
                  <a:pt x="826805" y="247118"/>
                </a:lnTo>
                <a:lnTo>
                  <a:pt x="821941" y="250084"/>
                </a:lnTo>
                <a:lnTo>
                  <a:pt x="819629" y="250921"/>
                </a:lnTo>
                <a:lnTo>
                  <a:pt x="814798" y="249103"/>
                </a:lnTo>
                <a:lnTo>
                  <a:pt x="811901" y="247366"/>
                </a:lnTo>
                <a:lnTo>
                  <a:pt x="810960" y="246240"/>
                </a:lnTo>
                <a:lnTo>
                  <a:pt x="811476" y="244875"/>
                </a:lnTo>
                <a:lnTo>
                  <a:pt x="813346" y="244108"/>
                </a:lnTo>
                <a:lnTo>
                  <a:pt x="826020" y="244412"/>
                </a:lnTo>
                <a:close/>
                <a:moveTo>
                  <a:pt x="798075" y="245357"/>
                </a:moveTo>
                <a:lnTo>
                  <a:pt x="798923" y="246137"/>
                </a:lnTo>
                <a:lnTo>
                  <a:pt x="799234" y="247129"/>
                </a:lnTo>
                <a:lnTo>
                  <a:pt x="799322" y="250685"/>
                </a:lnTo>
                <a:lnTo>
                  <a:pt x="798575" y="256054"/>
                </a:lnTo>
                <a:lnTo>
                  <a:pt x="797337" y="257901"/>
                </a:lnTo>
                <a:lnTo>
                  <a:pt x="796166" y="257926"/>
                </a:lnTo>
                <a:lnTo>
                  <a:pt x="788541" y="254023"/>
                </a:lnTo>
                <a:lnTo>
                  <a:pt x="785901" y="252227"/>
                </a:lnTo>
                <a:lnTo>
                  <a:pt x="784648" y="250585"/>
                </a:lnTo>
                <a:lnTo>
                  <a:pt x="784841" y="249658"/>
                </a:lnTo>
                <a:lnTo>
                  <a:pt x="786108" y="248846"/>
                </a:lnTo>
                <a:lnTo>
                  <a:pt x="791269" y="247219"/>
                </a:lnTo>
                <a:lnTo>
                  <a:pt x="795745" y="245263"/>
                </a:lnTo>
                <a:lnTo>
                  <a:pt x="798075" y="245357"/>
                </a:lnTo>
                <a:close/>
                <a:moveTo>
                  <a:pt x="846225" y="247247"/>
                </a:moveTo>
                <a:lnTo>
                  <a:pt x="853513" y="250018"/>
                </a:lnTo>
                <a:lnTo>
                  <a:pt x="853965" y="251182"/>
                </a:lnTo>
                <a:lnTo>
                  <a:pt x="853335" y="252827"/>
                </a:lnTo>
                <a:lnTo>
                  <a:pt x="851767" y="254389"/>
                </a:lnTo>
                <a:lnTo>
                  <a:pt x="844482" y="258061"/>
                </a:lnTo>
                <a:lnTo>
                  <a:pt x="841764" y="258616"/>
                </a:lnTo>
                <a:lnTo>
                  <a:pt x="840146" y="258304"/>
                </a:lnTo>
                <a:lnTo>
                  <a:pt x="839552" y="257535"/>
                </a:lnTo>
                <a:lnTo>
                  <a:pt x="839208" y="253923"/>
                </a:lnTo>
                <a:lnTo>
                  <a:pt x="839380" y="249368"/>
                </a:lnTo>
                <a:lnTo>
                  <a:pt x="840015" y="246662"/>
                </a:lnTo>
                <a:lnTo>
                  <a:pt x="842276" y="246111"/>
                </a:lnTo>
                <a:lnTo>
                  <a:pt x="846225" y="247247"/>
                </a:lnTo>
                <a:close/>
                <a:moveTo>
                  <a:pt x="833985" y="250847"/>
                </a:moveTo>
                <a:lnTo>
                  <a:pt x="834936" y="253476"/>
                </a:lnTo>
                <a:lnTo>
                  <a:pt x="834803" y="257409"/>
                </a:lnTo>
                <a:lnTo>
                  <a:pt x="834113" y="258429"/>
                </a:lnTo>
                <a:lnTo>
                  <a:pt x="832878" y="258936"/>
                </a:lnTo>
                <a:lnTo>
                  <a:pt x="830559" y="258476"/>
                </a:lnTo>
                <a:lnTo>
                  <a:pt x="828967" y="257427"/>
                </a:lnTo>
                <a:lnTo>
                  <a:pt x="827550" y="255842"/>
                </a:lnTo>
                <a:lnTo>
                  <a:pt x="826860" y="254365"/>
                </a:lnTo>
                <a:lnTo>
                  <a:pt x="827010" y="253519"/>
                </a:lnTo>
                <a:lnTo>
                  <a:pt x="828215" y="252301"/>
                </a:lnTo>
                <a:lnTo>
                  <a:pt x="831824" y="250415"/>
                </a:lnTo>
                <a:lnTo>
                  <a:pt x="832966" y="250152"/>
                </a:lnTo>
                <a:lnTo>
                  <a:pt x="833985" y="250847"/>
                </a:lnTo>
                <a:close/>
                <a:moveTo>
                  <a:pt x="810000" y="252692"/>
                </a:moveTo>
                <a:lnTo>
                  <a:pt x="810971" y="253704"/>
                </a:lnTo>
                <a:lnTo>
                  <a:pt x="811205" y="254860"/>
                </a:lnTo>
                <a:lnTo>
                  <a:pt x="810696" y="256253"/>
                </a:lnTo>
                <a:lnTo>
                  <a:pt x="809468" y="257809"/>
                </a:lnTo>
                <a:lnTo>
                  <a:pt x="808475" y="258485"/>
                </a:lnTo>
                <a:lnTo>
                  <a:pt x="806412" y="258892"/>
                </a:lnTo>
                <a:lnTo>
                  <a:pt x="804622" y="258183"/>
                </a:lnTo>
                <a:lnTo>
                  <a:pt x="803969" y="257467"/>
                </a:lnTo>
                <a:lnTo>
                  <a:pt x="803430" y="255419"/>
                </a:lnTo>
                <a:lnTo>
                  <a:pt x="803955" y="253385"/>
                </a:lnTo>
                <a:lnTo>
                  <a:pt x="804864" y="252273"/>
                </a:lnTo>
                <a:lnTo>
                  <a:pt x="806102" y="251691"/>
                </a:lnTo>
                <a:lnTo>
                  <a:pt x="807572" y="251659"/>
                </a:lnTo>
                <a:lnTo>
                  <a:pt x="810000" y="252692"/>
                </a:lnTo>
                <a:close/>
                <a:moveTo>
                  <a:pt x="772830" y="255257"/>
                </a:moveTo>
                <a:lnTo>
                  <a:pt x="773397" y="256204"/>
                </a:lnTo>
                <a:lnTo>
                  <a:pt x="773478" y="257344"/>
                </a:lnTo>
                <a:lnTo>
                  <a:pt x="772830" y="258947"/>
                </a:lnTo>
                <a:lnTo>
                  <a:pt x="772010" y="259665"/>
                </a:lnTo>
                <a:lnTo>
                  <a:pt x="765883" y="259788"/>
                </a:lnTo>
                <a:lnTo>
                  <a:pt x="764052" y="259325"/>
                </a:lnTo>
                <a:lnTo>
                  <a:pt x="763252" y="258526"/>
                </a:lnTo>
                <a:lnTo>
                  <a:pt x="763753" y="256934"/>
                </a:lnTo>
                <a:lnTo>
                  <a:pt x="765723" y="255911"/>
                </a:lnTo>
                <a:lnTo>
                  <a:pt x="770572" y="254658"/>
                </a:lnTo>
                <a:lnTo>
                  <a:pt x="771940" y="254702"/>
                </a:lnTo>
                <a:lnTo>
                  <a:pt x="772830" y="255257"/>
                </a:lnTo>
                <a:close/>
                <a:moveTo>
                  <a:pt x="875250" y="257327"/>
                </a:moveTo>
                <a:lnTo>
                  <a:pt x="881487" y="259910"/>
                </a:lnTo>
                <a:lnTo>
                  <a:pt x="882598" y="261104"/>
                </a:lnTo>
                <a:lnTo>
                  <a:pt x="881910" y="261782"/>
                </a:lnTo>
                <a:lnTo>
                  <a:pt x="880092" y="262204"/>
                </a:lnTo>
                <a:lnTo>
                  <a:pt x="873399" y="262589"/>
                </a:lnTo>
                <a:lnTo>
                  <a:pt x="868545" y="262187"/>
                </a:lnTo>
                <a:lnTo>
                  <a:pt x="866835" y="260049"/>
                </a:lnTo>
                <a:lnTo>
                  <a:pt x="865800" y="257372"/>
                </a:lnTo>
                <a:lnTo>
                  <a:pt x="866269" y="256201"/>
                </a:lnTo>
                <a:lnTo>
                  <a:pt x="868567" y="255527"/>
                </a:lnTo>
                <a:lnTo>
                  <a:pt x="872276" y="256165"/>
                </a:lnTo>
                <a:lnTo>
                  <a:pt x="875250" y="257327"/>
                </a:lnTo>
                <a:close/>
                <a:moveTo>
                  <a:pt x="783360" y="256427"/>
                </a:moveTo>
                <a:lnTo>
                  <a:pt x="783865" y="258300"/>
                </a:lnTo>
                <a:lnTo>
                  <a:pt x="782754" y="259680"/>
                </a:lnTo>
                <a:lnTo>
                  <a:pt x="781180" y="259366"/>
                </a:lnTo>
                <a:lnTo>
                  <a:pt x="779440" y="257809"/>
                </a:lnTo>
                <a:lnTo>
                  <a:pt x="779708" y="256876"/>
                </a:lnTo>
                <a:lnTo>
                  <a:pt x="780975" y="256106"/>
                </a:lnTo>
                <a:lnTo>
                  <a:pt x="782533" y="256005"/>
                </a:lnTo>
                <a:lnTo>
                  <a:pt x="783360" y="256427"/>
                </a:lnTo>
                <a:close/>
                <a:moveTo>
                  <a:pt x="859050" y="256787"/>
                </a:moveTo>
                <a:lnTo>
                  <a:pt x="859940" y="257725"/>
                </a:lnTo>
                <a:lnTo>
                  <a:pt x="860559" y="259632"/>
                </a:lnTo>
                <a:lnTo>
                  <a:pt x="860400" y="260882"/>
                </a:lnTo>
                <a:lnTo>
                  <a:pt x="859598" y="261773"/>
                </a:lnTo>
                <a:lnTo>
                  <a:pt x="858425" y="262369"/>
                </a:lnTo>
                <a:lnTo>
                  <a:pt x="856290" y="262638"/>
                </a:lnTo>
                <a:lnTo>
                  <a:pt x="854830" y="262350"/>
                </a:lnTo>
                <a:lnTo>
                  <a:pt x="853104" y="261313"/>
                </a:lnTo>
                <a:lnTo>
                  <a:pt x="853505" y="260025"/>
                </a:lnTo>
                <a:lnTo>
                  <a:pt x="857124" y="256926"/>
                </a:lnTo>
                <a:lnTo>
                  <a:pt x="858050" y="256424"/>
                </a:lnTo>
                <a:lnTo>
                  <a:pt x="859050" y="256787"/>
                </a:lnTo>
                <a:close/>
                <a:moveTo>
                  <a:pt x="820575" y="259622"/>
                </a:moveTo>
                <a:lnTo>
                  <a:pt x="821109" y="260597"/>
                </a:lnTo>
                <a:lnTo>
                  <a:pt x="820054" y="261200"/>
                </a:lnTo>
                <a:lnTo>
                  <a:pt x="817605" y="261134"/>
                </a:lnTo>
                <a:lnTo>
                  <a:pt x="816866" y="260489"/>
                </a:lnTo>
                <a:lnTo>
                  <a:pt x="817439" y="259481"/>
                </a:lnTo>
                <a:lnTo>
                  <a:pt x="818375" y="259091"/>
                </a:lnTo>
                <a:lnTo>
                  <a:pt x="820575" y="259622"/>
                </a:lnTo>
                <a:close/>
                <a:moveTo>
                  <a:pt x="823680" y="267677"/>
                </a:moveTo>
                <a:lnTo>
                  <a:pt x="823855" y="268214"/>
                </a:lnTo>
                <a:lnTo>
                  <a:pt x="823363" y="269218"/>
                </a:lnTo>
                <a:lnTo>
                  <a:pt x="820270" y="270454"/>
                </a:lnTo>
                <a:lnTo>
                  <a:pt x="817515" y="270152"/>
                </a:lnTo>
                <a:lnTo>
                  <a:pt x="815660" y="269037"/>
                </a:lnTo>
                <a:lnTo>
                  <a:pt x="815244" y="268218"/>
                </a:lnTo>
                <a:lnTo>
                  <a:pt x="816126" y="267122"/>
                </a:lnTo>
                <a:lnTo>
                  <a:pt x="818729" y="266711"/>
                </a:lnTo>
                <a:lnTo>
                  <a:pt x="821828" y="266918"/>
                </a:lnTo>
                <a:lnTo>
                  <a:pt x="823680" y="267677"/>
                </a:lnTo>
                <a:close/>
                <a:moveTo>
                  <a:pt x="834120" y="269432"/>
                </a:moveTo>
                <a:lnTo>
                  <a:pt x="834934" y="272173"/>
                </a:lnTo>
                <a:lnTo>
                  <a:pt x="834922" y="277578"/>
                </a:lnTo>
                <a:lnTo>
                  <a:pt x="834120" y="280007"/>
                </a:lnTo>
                <a:lnTo>
                  <a:pt x="832782" y="280579"/>
                </a:lnTo>
                <a:lnTo>
                  <a:pt x="826048" y="276232"/>
                </a:lnTo>
                <a:lnTo>
                  <a:pt x="825614" y="275718"/>
                </a:lnTo>
                <a:lnTo>
                  <a:pt x="825475" y="274428"/>
                </a:lnTo>
                <a:lnTo>
                  <a:pt x="826938" y="272124"/>
                </a:lnTo>
                <a:lnTo>
                  <a:pt x="830160" y="269837"/>
                </a:lnTo>
                <a:lnTo>
                  <a:pt x="832916" y="268605"/>
                </a:lnTo>
                <a:lnTo>
                  <a:pt x="834120" y="269432"/>
                </a:lnTo>
                <a:close/>
                <a:moveTo>
                  <a:pt x="809865" y="270332"/>
                </a:moveTo>
                <a:lnTo>
                  <a:pt x="812499" y="273083"/>
                </a:lnTo>
                <a:lnTo>
                  <a:pt x="813105" y="274604"/>
                </a:lnTo>
                <a:lnTo>
                  <a:pt x="812884" y="275738"/>
                </a:lnTo>
                <a:lnTo>
                  <a:pt x="810984" y="277263"/>
                </a:lnTo>
                <a:lnTo>
                  <a:pt x="806863" y="279567"/>
                </a:lnTo>
                <a:lnTo>
                  <a:pt x="804946" y="280145"/>
                </a:lnTo>
                <a:lnTo>
                  <a:pt x="803660" y="279902"/>
                </a:lnTo>
                <a:lnTo>
                  <a:pt x="802994" y="278520"/>
                </a:lnTo>
                <a:lnTo>
                  <a:pt x="802822" y="273880"/>
                </a:lnTo>
                <a:lnTo>
                  <a:pt x="803146" y="270650"/>
                </a:lnTo>
                <a:lnTo>
                  <a:pt x="803880" y="268847"/>
                </a:lnTo>
                <a:lnTo>
                  <a:pt x="807267" y="269321"/>
                </a:lnTo>
                <a:lnTo>
                  <a:pt x="809865" y="270332"/>
                </a:lnTo>
                <a:close/>
                <a:moveTo>
                  <a:pt x="823905" y="279827"/>
                </a:moveTo>
                <a:lnTo>
                  <a:pt x="826482" y="282537"/>
                </a:lnTo>
                <a:lnTo>
                  <a:pt x="826470" y="282909"/>
                </a:lnTo>
                <a:lnTo>
                  <a:pt x="825614" y="283394"/>
                </a:lnTo>
                <a:lnTo>
                  <a:pt x="818119" y="283685"/>
                </a:lnTo>
                <a:lnTo>
                  <a:pt x="815563" y="283332"/>
                </a:lnTo>
                <a:lnTo>
                  <a:pt x="814371" y="282566"/>
                </a:lnTo>
                <a:lnTo>
                  <a:pt x="814250" y="282006"/>
                </a:lnTo>
                <a:lnTo>
                  <a:pt x="814892" y="280488"/>
                </a:lnTo>
                <a:lnTo>
                  <a:pt x="817245" y="277487"/>
                </a:lnTo>
                <a:lnTo>
                  <a:pt x="820905" y="277727"/>
                </a:lnTo>
                <a:lnTo>
                  <a:pt x="823905" y="279827"/>
                </a:lnTo>
                <a:close/>
                <a:moveTo>
                  <a:pt x="823410" y="288827"/>
                </a:moveTo>
                <a:lnTo>
                  <a:pt x="824019" y="289842"/>
                </a:lnTo>
                <a:lnTo>
                  <a:pt x="823374" y="290823"/>
                </a:lnTo>
                <a:lnTo>
                  <a:pt x="818550" y="292517"/>
                </a:lnTo>
                <a:lnTo>
                  <a:pt x="815507" y="290953"/>
                </a:lnTo>
                <a:lnTo>
                  <a:pt x="814526" y="289836"/>
                </a:lnTo>
                <a:lnTo>
                  <a:pt x="815040" y="288917"/>
                </a:lnTo>
                <a:lnTo>
                  <a:pt x="817336" y="288254"/>
                </a:lnTo>
                <a:lnTo>
                  <a:pt x="821341" y="288214"/>
                </a:lnTo>
                <a:lnTo>
                  <a:pt x="823410" y="288827"/>
                </a:lnTo>
                <a:close/>
                <a:moveTo>
                  <a:pt x="808830" y="291797"/>
                </a:moveTo>
                <a:lnTo>
                  <a:pt x="810291" y="292679"/>
                </a:lnTo>
                <a:lnTo>
                  <a:pt x="812019" y="294435"/>
                </a:lnTo>
                <a:lnTo>
                  <a:pt x="812861" y="296252"/>
                </a:lnTo>
                <a:lnTo>
                  <a:pt x="812745" y="297242"/>
                </a:lnTo>
                <a:lnTo>
                  <a:pt x="811598" y="298250"/>
                </a:lnTo>
                <a:lnTo>
                  <a:pt x="808644" y="299025"/>
                </a:lnTo>
                <a:lnTo>
                  <a:pt x="805436" y="298791"/>
                </a:lnTo>
                <a:lnTo>
                  <a:pt x="803835" y="298007"/>
                </a:lnTo>
                <a:lnTo>
                  <a:pt x="802941" y="296980"/>
                </a:lnTo>
                <a:lnTo>
                  <a:pt x="802643" y="295555"/>
                </a:lnTo>
                <a:lnTo>
                  <a:pt x="802842" y="292347"/>
                </a:lnTo>
                <a:lnTo>
                  <a:pt x="803471" y="291104"/>
                </a:lnTo>
                <a:lnTo>
                  <a:pt x="805402" y="290665"/>
                </a:lnTo>
                <a:lnTo>
                  <a:pt x="808830" y="291797"/>
                </a:lnTo>
                <a:close/>
                <a:moveTo>
                  <a:pt x="834750" y="292607"/>
                </a:moveTo>
                <a:lnTo>
                  <a:pt x="835169" y="295357"/>
                </a:lnTo>
                <a:lnTo>
                  <a:pt x="834949" y="298453"/>
                </a:lnTo>
                <a:lnTo>
                  <a:pt x="834384" y="299912"/>
                </a:lnTo>
                <a:lnTo>
                  <a:pt x="833433" y="300662"/>
                </a:lnTo>
                <a:lnTo>
                  <a:pt x="831568" y="300547"/>
                </a:lnTo>
                <a:lnTo>
                  <a:pt x="827170" y="298193"/>
                </a:lnTo>
                <a:lnTo>
                  <a:pt x="826121" y="297113"/>
                </a:lnTo>
                <a:lnTo>
                  <a:pt x="826061" y="296250"/>
                </a:lnTo>
                <a:lnTo>
                  <a:pt x="826875" y="294587"/>
                </a:lnTo>
                <a:lnTo>
                  <a:pt x="830267" y="291729"/>
                </a:lnTo>
                <a:lnTo>
                  <a:pt x="833029" y="290908"/>
                </a:lnTo>
                <a:lnTo>
                  <a:pt x="833918" y="291372"/>
                </a:lnTo>
                <a:lnTo>
                  <a:pt x="834750" y="292607"/>
                </a:lnTo>
                <a:close/>
                <a:moveTo>
                  <a:pt x="797850" y="292337"/>
                </a:moveTo>
                <a:lnTo>
                  <a:pt x="798651" y="293863"/>
                </a:lnTo>
                <a:lnTo>
                  <a:pt x="798722" y="295745"/>
                </a:lnTo>
                <a:lnTo>
                  <a:pt x="798082" y="297468"/>
                </a:lnTo>
                <a:lnTo>
                  <a:pt x="796680" y="298952"/>
                </a:lnTo>
                <a:lnTo>
                  <a:pt x="783191" y="299453"/>
                </a:lnTo>
                <a:lnTo>
                  <a:pt x="781765" y="299240"/>
                </a:lnTo>
                <a:lnTo>
                  <a:pt x="780615" y="298232"/>
                </a:lnTo>
                <a:lnTo>
                  <a:pt x="781512" y="296918"/>
                </a:lnTo>
                <a:lnTo>
                  <a:pt x="782612" y="296123"/>
                </a:lnTo>
                <a:lnTo>
                  <a:pt x="788920" y="294151"/>
                </a:lnTo>
                <a:lnTo>
                  <a:pt x="793961" y="291954"/>
                </a:lnTo>
                <a:lnTo>
                  <a:pt x="796023" y="291526"/>
                </a:lnTo>
                <a:lnTo>
                  <a:pt x="797850" y="292337"/>
                </a:lnTo>
                <a:close/>
                <a:moveTo>
                  <a:pt x="846450" y="292832"/>
                </a:moveTo>
                <a:lnTo>
                  <a:pt x="859468" y="299632"/>
                </a:lnTo>
                <a:lnTo>
                  <a:pt x="860524" y="300510"/>
                </a:lnTo>
                <a:lnTo>
                  <a:pt x="860611" y="301704"/>
                </a:lnTo>
                <a:lnTo>
                  <a:pt x="859116" y="302453"/>
                </a:lnTo>
                <a:lnTo>
                  <a:pt x="851670" y="302417"/>
                </a:lnTo>
                <a:lnTo>
                  <a:pt x="843777" y="301858"/>
                </a:lnTo>
                <a:lnTo>
                  <a:pt x="841129" y="300982"/>
                </a:lnTo>
                <a:lnTo>
                  <a:pt x="840242" y="300002"/>
                </a:lnTo>
                <a:lnTo>
                  <a:pt x="839493" y="297865"/>
                </a:lnTo>
                <a:lnTo>
                  <a:pt x="839287" y="294458"/>
                </a:lnTo>
                <a:lnTo>
                  <a:pt x="839715" y="292519"/>
                </a:lnTo>
                <a:lnTo>
                  <a:pt x="840387" y="291827"/>
                </a:lnTo>
                <a:lnTo>
                  <a:pt x="842141" y="291397"/>
                </a:lnTo>
                <a:lnTo>
                  <a:pt x="844308" y="291753"/>
                </a:lnTo>
                <a:lnTo>
                  <a:pt x="846450" y="292832"/>
                </a:lnTo>
                <a:close/>
                <a:moveTo>
                  <a:pt x="821745" y="307637"/>
                </a:moveTo>
                <a:lnTo>
                  <a:pt x="822549" y="308813"/>
                </a:lnTo>
                <a:lnTo>
                  <a:pt x="821430" y="310292"/>
                </a:lnTo>
                <a:lnTo>
                  <a:pt x="819564" y="311161"/>
                </a:lnTo>
                <a:lnTo>
                  <a:pt x="818505" y="311040"/>
                </a:lnTo>
                <a:lnTo>
                  <a:pt x="817705" y="310406"/>
                </a:lnTo>
                <a:lnTo>
                  <a:pt x="817200" y="308582"/>
                </a:lnTo>
                <a:lnTo>
                  <a:pt x="817850" y="307652"/>
                </a:lnTo>
                <a:lnTo>
                  <a:pt x="819989" y="307206"/>
                </a:lnTo>
                <a:lnTo>
                  <a:pt x="821745" y="307637"/>
                </a:lnTo>
                <a:close/>
                <a:moveTo>
                  <a:pt x="806850" y="309887"/>
                </a:moveTo>
                <a:lnTo>
                  <a:pt x="811850" y="313165"/>
                </a:lnTo>
                <a:lnTo>
                  <a:pt x="812595" y="315148"/>
                </a:lnTo>
                <a:lnTo>
                  <a:pt x="811706" y="316313"/>
                </a:lnTo>
                <a:lnTo>
                  <a:pt x="806049" y="319634"/>
                </a:lnTo>
                <a:lnTo>
                  <a:pt x="803551" y="320046"/>
                </a:lnTo>
                <a:lnTo>
                  <a:pt x="802564" y="319100"/>
                </a:lnTo>
                <a:lnTo>
                  <a:pt x="802096" y="317147"/>
                </a:lnTo>
                <a:lnTo>
                  <a:pt x="802666" y="310653"/>
                </a:lnTo>
                <a:lnTo>
                  <a:pt x="803832" y="309176"/>
                </a:lnTo>
                <a:lnTo>
                  <a:pt x="805097" y="309182"/>
                </a:lnTo>
                <a:lnTo>
                  <a:pt x="806850" y="309887"/>
                </a:lnTo>
                <a:close/>
                <a:moveTo>
                  <a:pt x="835875" y="310517"/>
                </a:moveTo>
                <a:lnTo>
                  <a:pt x="837166" y="312488"/>
                </a:lnTo>
                <a:lnTo>
                  <a:pt x="837797" y="314807"/>
                </a:lnTo>
                <a:lnTo>
                  <a:pt x="837510" y="317951"/>
                </a:lnTo>
                <a:lnTo>
                  <a:pt x="836495" y="319164"/>
                </a:lnTo>
                <a:lnTo>
                  <a:pt x="835240" y="319261"/>
                </a:lnTo>
                <a:lnTo>
                  <a:pt x="832692" y="318328"/>
                </a:lnTo>
                <a:lnTo>
                  <a:pt x="828805" y="316359"/>
                </a:lnTo>
                <a:lnTo>
                  <a:pt x="827341" y="315193"/>
                </a:lnTo>
                <a:lnTo>
                  <a:pt x="827229" y="314006"/>
                </a:lnTo>
                <a:lnTo>
                  <a:pt x="828030" y="312571"/>
                </a:lnTo>
                <a:lnTo>
                  <a:pt x="831123" y="310062"/>
                </a:lnTo>
                <a:lnTo>
                  <a:pt x="833715" y="309434"/>
                </a:lnTo>
                <a:lnTo>
                  <a:pt x="835875" y="310517"/>
                </a:lnTo>
                <a:close/>
                <a:moveTo>
                  <a:pt x="823230" y="319607"/>
                </a:moveTo>
                <a:lnTo>
                  <a:pt x="830421" y="324015"/>
                </a:lnTo>
                <a:lnTo>
                  <a:pt x="831780" y="325277"/>
                </a:lnTo>
                <a:lnTo>
                  <a:pt x="831992" y="326074"/>
                </a:lnTo>
                <a:lnTo>
                  <a:pt x="831392" y="327510"/>
                </a:lnTo>
                <a:lnTo>
                  <a:pt x="829711" y="329201"/>
                </a:lnTo>
                <a:lnTo>
                  <a:pt x="823802" y="333584"/>
                </a:lnTo>
                <a:lnTo>
                  <a:pt x="821472" y="334777"/>
                </a:lnTo>
                <a:lnTo>
                  <a:pt x="818977" y="335333"/>
                </a:lnTo>
                <a:lnTo>
                  <a:pt x="816291" y="334566"/>
                </a:lnTo>
                <a:lnTo>
                  <a:pt x="809516" y="329824"/>
                </a:lnTo>
                <a:lnTo>
                  <a:pt x="806237" y="326177"/>
                </a:lnTo>
                <a:lnTo>
                  <a:pt x="806231" y="325278"/>
                </a:lnTo>
                <a:lnTo>
                  <a:pt x="807351" y="324096"/>
                </a:lnTo>
                <a:lnTo>
                  <a:pt x="817948" y="318306"/>
                </a:lnTo>
                <a:lnTo>
                  <a:pt x="819473" y="318092"/>
                </a:lnTo>
                <a:lnTo>
                  <a:pt x="823230" y="319607"/>
                </a:lnTo>
                <a:close/>
                <a:moveTo>
                  <a:pt x="804285" y="331532"/>
                </a:moveTo>
                <a:lnTo>
                  <a:pt x="811371" y="336597"/>
                </a:lnTo>
                <a:lnTo>
                  <a:pt x="812883" y="338797"/>
                </a:lnTo>
                <a:lnTo>
                  <a:pt x="813015" y="340172"/>
                </a:lnTo>
                <a:lnTo>
                  <a:pt x="802012" y="348227"/>
                </a:lnTo>
                <a:lnTo>
                  <a:pt x="797625" y="349937"/>
                </a:lnTo>
                <a:lnTo>
                  <a:pt x="796348" y="348274"/>
                </a:lnTo>
                <a:lnTo>
                  <a:pt x="796106" y="347085"/>
                </a:lnTo>
                <a:lnTo>
                  <a:pt x="798092" y="340245"/>
                </a:lnTo>
                <a:lnTo>
                  <a:pt x="799436" y="332582"/>
                </a:lnTo>
                <a:lnTo>
                  <a:pt x="800685" y="331155"/>
                </a:lnTo>
                <a:lnTo>
                  <a:pt x="802263" y="331063"/>
                </a:lnTo>
                <a:lnTo>
                  <a:pt x="804285" y="331532"/>
                </a:lnTo>
                <a:close/>
                <a:moveTo>
                  <a:pt x="838035" y="331847"/>
                </a:moveTo>
                <a:lnTo>
                  <a:pt x="839901" y="335984"/>
                </a:lnTo>
                <a:lnTo>
                  <a:pt x="841537" y="343545"/>
                </a:lnTo>
                <a:lnTo>
                  <a:pt x="841827" y="348618"/>
                </a:lnTo>
                <a:lnTo>
                  <a:pt x="841567" y="349549"/>
                </a:lnTo>
                <a:lnTo>
                  <a:pt x="840494" y="350312"/>
                </a:lnTo>
                <a:lnTo>
                  <a:pt x="838660" y="349656"/>
                </a:lnTo>
                <a:lnTo>
                  <a:pt x="828309" y="342454"/>
                </a:lnTo>
                <a:lnTo>
                  <a:pt x="825750" y="340037"/>
                </a:lnTo>
                <a:lnTo>
                  <a:pt x="828336" y="336904"/>
                </a:lnTo>
                <a:lnTo>
                  <a:pt x="835152" y="331415"/>
                </a:lnTo>
                <a:lnTo>
                  <a:pt x="836654" y="331091"/>
                </a:lnTo>
                <a:lnTo>
                  <a:pt x="838035" y="331847"/>
                </a:lnTo>
                <a:close/>
                <a:moveTo>
                  <a:pt x="823860" y="344942"/>
                </a:moveTo>
                <a:lnTo>
                  <a:pt x="833419" y="351548"/>
                </a:lnTo>
                <a:lnTo>
                  <a:pt x="837178" y="353381"/>
                </a:lnTo>
                <a:lnTo>
                  <a:pt x="837704" y="354189"/>
                </a:lnTo>
                <a:lnTo>
                  <a:pt x="837819" y="355908"/>
                </a:lnTo>
                <a:lnTo>
                  <a:pt x="837292" y="357272"/>
                </a:lnTo>
                <a:lnTo>
                  <a:pt x="835988" y="358442"/>
                </a:lnTo>
                <a:lnTo>
                  <a:pt x="831813" y="360876"/>
                </a:lnTo>
                <a:lnTo>
                  <a:pt x="823776" y="366571"/>
                </a:lnTo>
                <a:lnTo>
                  <a:pt x="820992" y="367146"/>
                </a:lnTo>
                <a:lnTo>
                  <a:pt x="818491" y="366129"/>
                </a:lnTo>
                <a:lnTo>
                  <a:pt x="808045" y="358886"/>
                </a:lnTo>
                <a:lnTo>
                  <a:pt x="805662" y="356372"/>
                </a:lnTo>
                <a:lnTo>
                  <a:pt x="805385" y="354877"/>
                </a:lnTo>
                <a:lnTo>
                  <a:pt x="806910" y="352706"/>
                </a:lnTo>
                <a:lnTo>
                  <a:pt x="818224" y="344413"/>
                </a:lnTo>
                <a:lnTo>
                  <a:pt x="820485" y="343637"/>
                </a:lnTo>
                <a:lnTo>
                  <a:pt x="823860" y="344942"/>
                </a:lnTo>
                <a:close/>
                <a:moveTo>
                  <a:pt x="799290" y="361097"/>
                </a:moveTo>
                <a:lnTo>
                  <a:pt x="810506" y="369067"/>
                </a:lnTo>
                <a:lnTo>
                  <a:pt x="812700" y="371109"/>
                </a:lnTo>
                <a:lnTo>
                  <a:pt x="813187" y="372590"/>
                </a:lnTo>
                <a:lnTo>
                  <a:pt x="811305" y="374552"/>
                </a:lnTo>
                <a:lnTo>
                  <a:pt x="795770" y="384859"/>
                </a:lnTo>
                <a:lnTo>
                  <a:pt x="792769" y="385908"/>
                </a:lnTo>
                <a:lnTo>
                  <a:pt x="791699" y="384920"/>
                </a:lnTo>
                <a:lnTo>
                  <a:pt x="791331" y="380744"/>
                </a:lnTo>
                <a:lnTo>
                  <a:pt x="792576" y="370031"/>
                </a:lnTo>
                <a:lnTo>
                  <a:pt x="793757" y="364365"/>
                </a:lnTo>
                <a:lnTo>
                  <a:pt x="795156" y="361184"/>
                </a:lnTo>
                <a:lnTo>
                  <a:pt x="796384" y="360096"/>
                </a:lnTo>
                <a:lnTo>
                  <a:pt x="797647" y="359970"/>
                </a:lnTo>
                <a:lnTo>
                  <a:pt x="799290" y="361097"/>
                </a:lnTo>
                <a:close/>
                <a:moveTo>
                  <a:pt x="844110" y="361367"/>
                </a:moveTo>
                <a:lnTo>
                  <a:pt x="844795" y="363131"/>
                </a:lnTo>
                <a:lnTo>
                  <a:pt x="846060" y="374990"/>
                </a:lnTo>
                <a:lnTo>
                  <a:pt x="847575" y="382292"/>
                </a:lnTo>
                <a:lnTo>
                  <a:pt x="847084" y="384026"/>
                </a:lnTo>
                <a:lnTo>
                  <a:pt x="845796" y="384604"/>
                </a:lnTo>
                <a:lnTo>
                  <a:pt x="842880" y="383725"/>
                </a:lnTo>
                <a:lnTo>
                  <a:pt x="829476" y="374140"/>
                </a:lnTo>
                <a:lnTo>
                  <a:pt x="827963" y="372721"/>
                </a:lnTo>
                <a:lnTo>
                  <a:pt x="827676" y="371892"/>
                </a:lnTo>
                <a:lnTo>
                  <a:pt x="828102" y="370259"/>
                </a:lnTo>
                <a:lnTo>
                  <a:pt x="829534" y="368525"/>
                </a:lnTo>
                <a:lnTo>
                  <a:pt x="836814" y="363707"/>
                </a:lnTo>
                <a:lnTo>
                  <a:pt x="840371" y="360645"/>
                </a:lnTo>
                <a:lnTo>
                  <a:pt x="842085" y="360467"/>
                </a:lnTo>
                <a:lnTo>
                  <a:pt x="844110" y="361367"/>
                </a:lnTo>
                <a:close/>
                <a:moveTo>
                  <a:pt x="822825" y="377297"/>
                </a:moveTo>
                <a:lnTo>
                  <a:pt x="841491" y="389976"/>
                </a:lnTo>
                <a:lnTo>
                  <a:pt x="841697" y="390677"/>
                </a:lnTo>
                <a:lnTo>
                  <a:pt x="841111" y="391771"/>
                </a:lnTo>
                <a:lnTo>
                  <a:pt x="837386" y="394809"/>
                </a:lnTo>
                <a:lnTo>
                  <a:pt x="821827" y="402126"/>
                </a:lnTo>
                <a:lnTo>
                  <a:pt x="818222" y="402634"/>
                </a:lnTo>
                <a:lnTo>
                  <a:pt x="815487" y="401824"/>
                </a:lnTo>
                <a:lnTo>
                  <a:pt x="803221" y="395323"/>
                </a:lnTo>
                <a:lnTo>
                  <a:pt x="800779" y="393738"/>
                </a:lnTo>
                <a:lnTo>
                  <a:pt x="798619" y="391692"/>
                </a:lnTo>
                <a:lnTo>
                  <a:pt x="798343" y="390690"/>
                </a:lnTo>
                <a:lnTo>
                  <a:pt x="799549" y="389334"/>
                </a:lnTo>
                <a:lnTo>
                  <a:pt x="816187" y="377624"/>
                </a:lnTo>
                <a:lnTo>
                  <a:pt x="819506" y="376385"/>
                </a:lnTo>
                <a:lnTo>
                  <a:pt x="822825" y="377297"/>
                </a:lnTo>
                <a:close/>
                <a:moveTo>
                  <a:pt x="848295" y="396107"/>
                </a:moveTo>
                <a:lnTo>
                  <a:pt x="849016" y="398377"/>
                </a:lnTo>
                <a:lnTo>
                  <a:pt x="850354" y="408443"/>
                </a:lnTo>
                <a:lnTo>
                  <a:pt x="851801" y="414964"/>
                </a:lnTo>
                <a:lnTo>
                  <a:pt x="851545" y="417634"/>
                </a:lnTo>
                <a:lnTo>
                  <a:pt x="850476" y="419124"/>
                </a:lnTo>
                <a:lnTo>
                  <a:pt x="848935" y="419000"/>
                </a:lnTo>
                <a:lnTo>
                  <a:pt x="846090" y="417769"/>
                </a:lnTo>
                <a:lnTo>
                  <a:pt x="829819" y="409477"/>
                </a:lnTo>
                <a:lnTo>
                  <a:pt x="828028" y="408138"/>
                </a:lnTo>
                <a:lnTo>
                  <a:pt x="827579" y="405880"/>
                </a:lnTo>
                <a:lnTo>
                  <a:pt x="828070" y="404692"/>
                </a:lnTo>
                <a:lnTo>
                  <a:pt x="828794" y="404076"/>
                </a:lnTo>
                <a:lnTo>
                  <a:pt x="833409" y="402304"/>
                </a:lnTo>
                <a:lnTo>
                  <a:pt x="841100" y="398344"/>
                </a:lnTo>
                <a:lnTo>
                  <a:pt x="845061" y="395822"/>
                </a:lnTo>
                <a:lnTo>
                  <a:pt x="846967" y="395482"/>
                </a:lnTo>
                <a:lnTo>
                  <a:pt x="848295" y="396107"/>
                </a:lnTo>
                <a:close/>
                <a:moveTo>
                  <a:pt x="795600" y="397457"/>
                </a:moveTo>
                <a:lnTo>
                  <a:pt x="807778" y="404231"/>
                </a:lnTo>
                <a:lnTo>
                  <a:pt x="808913" y="405429"/>
                </a:lnTo>
                <a:lnTo>
                  <a:pt x="808928" y="406835"/>
                </a:lnTo>
                <a:lnTo>
                  <a:pt x="808031" y="408268"/>
                </a:lnTo>
                <a:lnTo>
                  <a:pt x="806284" y="409434"/>
                </a:lnTo>
                <a:lnTo>
                  <a:pt x="800875" y="411439"/>
                </a:lnTo>
                <a:lnTo>
                  <a:pt x="790741" y="416591"/>
                </a:lnTo>
                <a:lnTo>
                  <a:pt x="788445" y="416835"/>
                </a:lnTo>
                <a:lnTo>
                  <a:pt x="787496" y="415778"/>
                </a:lnTo>
                <a:lnTo>
                  <a:pt x="787320" y="414512"/>
                </a:lnTo>
                <a:lnTo>
                  <a:pt x="788175" y="403824"/>
                </a:lnTo>
                <a:lnTo>
                  <a:pt x="789300" y="396512"/>
                </a:lnTo>
                <a:lnTo>
                  <a:pt x="790106" y="395975"/>
                </a:lnTo>
                <a:lnTo>
                  <a:pt x="791876" y="395871"/>
                </a:lnTo>
                <a:lnTo>
                  <a:pt x="795600" y="397457"/>
                </a:lnTo>
                <a:close/>
                <a:moveTo>
                  <a:pt x="821925" y="411992"/>
                </a:moveTo>
                <a:lnTo>
                  <a:pt x="840703" y="422314"/>
                </a:lnTo>
                <a:lnTo>
                  <a:pt x="841956" y="423422"/>
                </a:lnTo>
                <a:lnTo>
                  <a:pt x="842386" y="425393"/>
                </a:lnTo>
                <a:lnTo>
                  <a:pt x="842123" y="426630"/>
                </a:lnTo>
                <a:lnTo>
                  <a:pt x="841106" y="427725"/>
                </a:lnTo>
                <a:lnTo>
                  <a:pt x="822127" y="441812"/>
                </a:lnTo>
                <a:lnTo>
                  <a:pt x="820371" y="442799"/>
                </a:lnTo>
                <a:lnTo>
                  <a:pt x="818685" y="442924"/>
                </a:lnTo>
                <a:lnTo>
                  <a:pt x="815520" y="441337"/>
                </a:lnTo>
                <a:lnTo>
                  <a:pt x="799912" y="429279"/>
                </a:lnTo>
                <a:lnTo>
                  <a:pt x="795285" y="425329"/>
                </a:lnTo>
                <a:lnTo>
                  <a:pt x="793866" y="423165"/>
                </a:lnTo>
                <a:lnTo>
                  <a:pt x="794205" y="422207"/>
                </a:lnTo>
                <a:lnTo>
                  <a:pt x="795477" y="421336"/>
                </a:lnTo>
                <a:lnTo>
                  <a:pt x="811622" y="413222"/>
                </a:lnTo>
                <a:lnTo>
                  <a:pt x="815423" y="410892"/>
                </a:lnTo>
                <a:lnTo>
                  <a:pt x="818566" y="410526"/>
                </a:lnTo>
                <a:lnTo>
                  <a:pt x="821925" y="411992"/>
                </a:lnTo>
                <a:close/>
                <a:moveTo>
                  <a:pt x="792000" y="431477"/>
                </a:moveTo>
                <a:lnTo>
                  <a:pt x="809485" y="444401"/>
                </a:lnTo>
                <a:lnTo>
                  <a:pt x="811559" y="446335"/>
                </a:lnTo>
                <a:lnTo>
                  <a:pt x="812250" y="447812"/>
                </a:lnTo>
                <a:lnTo>
                  <a:pt x="811374" y="449208"/>
                </a:lnTo>
                <a:lnTo>
                  <a:pt x="808442" y="451814"/>
                </a:lnTo>
                <a:lnTo>
                  <a:pt x="803436" y="455097"/>
                </a:lnTo>
                <a:lnTo>
                  <a:pt x="783261" y="470098"/>
                </a:lnTo>
                <a:lnTo>
                  <a:pt x="781851" y="470357"/>
                </a:lnTo>
                <a:lnTo>
                  <a:pt x="780618" y="469543"/>
                </a:lnTo>
                <a:lnTo>
                  <a:pt x="780464" y="466686"/>
                </a:lnTo>
                <a:lnTo>
                  <a:pt x="784790" y="431467"/>
                </a:lnTo>
                <a:lnTo>
                  <a:pt x="785582" y="429254"/>
                </a:lnTo>
                <a:lnTo>
                  <a:pt x="786900" y="428595"/>
                </a:lnTo>
                <a:lnTo>
                  <a:pt x="788966" y="429374"/>
                </a:lnTo>
                <a:lnTo>
                  <a:pt x="792000" y="431477"/>
                </a:lnTo>
                <a:close/>
                <a:moveTo>
                  <a:pt x="852615" y="431972"/>
                </a:moveTo>
                <a:lnTo>
                  <a:pt x="853439" y="435790"/>
                </a:lnTo>
                <a:lnTo>
                  <a:pt x="855600" y="454688"/>
                </a:lnTo>
                <a:lnTo>
                  <a:pt x="856552" y="467680"/>
                </a:lnTo>
                <a:lnTo>
                  <a:pt x="856436" y="469788"/>
                </a:lnTo>
                <a:lnTo>
                  <a:pt x="855759" y="470908"/>
                </a:lnTo>
                <a:lnTo>
                  <a:pt x="855216" y="471093"/>
                </a:lnTo>
                <a:lnTo>
                  <a:pt x="852785" y="470118"/>
                </a:lnTo>
                <a:lnTo>
                  <a:pt x="830958" y="453031"/>
                </a:lnTo>
                <a:lnTo>
                  <a:pt x="827464" y="449893"/>
                </a:lnTo>
                <a:lnTo>
                  <a:pt x="826200" y="447992"/>
                </a:lnTo>
                <a:lnTo>
                  <a:pt x="827814" y="446158"/>
                </a:lnTo>
                <a:lnTo>
                  <a:pt x="832912" y="442251"/>
                </a:lnTo>
                <a:lnTo>
                  <a:pt x="848174" y="431557"/>
                </a:lnTo>
                <a:lnTo>
                  <a:pt x="851265" y="430352"/>
                </a:lnTo>
                <a:lnTo>
                  <a:pt x="852615" y="431972"/>
                </a:lnTo>
                <a:close/>
                <a:moveTo>
                  <a:pt x="277650" y="139157"/>
                </a:moveTo>
                <a:lnTo>
                  <a:pt x="274617" y="140719"/>
                </a:lnTo>
                <a:lnTo>
                  <a:pt x="271468" y="143544"/>
                </a:lnTo>
                <a:lnTo>
                  <a:pt x="267136" y="144964"/>
                </a:lnTo>
                <a:lnTo>
                  <a:pt x="264363" y="146658"/>
                </a:lnTo>
                <a:lnTo>
                  <a:pt x="255818" y="157775"/>
                </a:lnTo>
                <a:lnTo>
                  <a:pt x="254870" y="159524"/>
                </a:lnTo>
                <a:lnTo>
                  <a:pt x="254724" y="161224"/>
                </a:lnTo>
                <a:lnTo>
                  <a:pt x="258098" y="172869"/>
                </a:lnTo>
                <a:lnTo>
                  <a:pt x="258042" y="174780"/>
                </a:lnTo>
                <a:lnTo>
                  <a:pt x="250914" y="183409"/>
                </a:lnTo>
                <a:lnTo>
                  <a:pt x="246901" y="191257"/>
                </a:lnTo>
                <a:lnTo>
                  <a:pt x="245647" y="192138"/>
                </a:lnTo>
                <a:lnTo>
                  <a:pt x="242203" y="192334"/>
                </a:lnTo>
                <a:lnTo>
                  <a:pt x="239202" y="194082"/>
                </a:lnTo>
                <a:lnTo>
                  <a:pt x="234320" y="199575"/>
                </a:lnTo>
                <a:lnTo>
                  <a:pt x="232798" y="203207"/>
                </a:lnTo>
                <a:lnTo>
                  <a:pt x="232738" y="204978"/>
                </a:lnTo>
                <a:lnTo>
                  <a:pt x="233894" y="208085"/>
                </a:lnTo>
                <a:lnTo>
                  <a:pt x="239303" y="217359"/>
                </a:lnTo>
                <a:lnTo>
                  <a:pt x="238892" y="218333"/>
                </a:lnTo>
                <a:lnTo>
                  <a:pt x="236013" y="220686"/>
                </a:lnTo>
                <a:lnTo>
                  <a:pt x="234827" y="222548"/>
                </a:lnTo>
                <a:lnTo>
                  <a:pt x="234649" y="224616"/>
                </a:lnTo>
                <a:lnTo>
                  <a:pt x="235716" y="229073"/>
                </a:lnTo>
                <a:lnTo>
                  <a:pt x="233986" y="234436"/>
                </a:lnTo>
                <a:lnTo>
                  <a:pt x="233917" y="237563"/>
                </a:lnTo>
                <a:lnTo>
                  <a:pt x="237375" y="243972"/>
                </a:lnTo>
                <a:lnTo>
                  <a:pt x="241196" y="249462"/>
                </a:lnTo>
                <a:lnTo>
                  <a:pt x="241902" y="251758"/>
                </a:lnTo>
                <a:lnTo>
                  <a:pt x="242398" y="257259"/>
                </a:lnTo>
                <a:lnTo>
                  <a:pt x="244637" y="262738"/>
                </a:lnTo>
                <a:lnTo>
                  <a:pt x="245411" y="266788"/>
                </a:lnTo>
                <a:lnTo>
                  <a:pt x="246291" y="268223"/>
                </a:lnTo>
                <a:lnTo>
                  <a:pt x="247374" y="268710"/>
                </a:lnTo>
                <a:lnTo>
                  <a:pt x="251021" y="268907"/>
                </a:lnTo>
                <a:lnTo>
                  <a:pt x="253867" y="268088"/>
                </a:lnTo>
                <a:lnTo>
                  <a:pt x="255061" y="266547"/>
                </a:lnTo>
                <a:lnTo>
                  <a:pt x="255759" y="263267"/>
                </a:lnTo>
                <a:lnTo>
                  <a:pt x="254936" y="259039"/>
                </a:lnTo>
                <a:lnTo>
                  <a:pt x="252107" y="253873"/>
                </a:lnTo>
                <a:lnTo>
                  <a:pt x="250966" y="247844"/>
                </a:lnTo>
                <a:lnTo>
                  <a:pt x="249311" y="243214"/>
                </a:lnTo>
                <a:lnTo>
                  <a:pt x="247146" y="239106"/>
                </a:lnTo>
                <a:lnTo>
                  <a:pt x="244350" y="235502"/>
                </a:lnTo>
                <a:lnTo>
                  <a:pt x="245205" y="226952"/>
                </a:lnTo>
                <a:lnTo>
                  <a:pt x="250143" y="219095"/>
                </a:lnTo>
                <a:lnTo>
                  <a:pt x="251938" y="214346"/>
                </a:lnTo>
                <a:lnTo>
                  <a:pt x="251947" y="210558"/>
                </a:lnTo>
                <a:lnTo>
                  <a:pt x="249705" y="206882"/>
                </a:lnTo>
                <a:lnTo>
                  <a:pt x="255482" y="204003"/>
                </a:lnTo>
                <a:lnTo>
                  <a:pt x="258343" y="201346"/>
                </a:lnTo>
                <a:lnTo>
                  <a:pt x="258647" y="198870"/>
                </a:lnTo>
                <a:lnTo>
                  <a:pt x="256815" y="193832"/>
                </a:lnTo>
                <a:lnTo>
                  <a:pt x="259046" y="188648"/>
                </a:lnTo>
                <a:lnTo>
                  <a:pt x="265255" y="181527"/>
                </a:lnTo>
                <a:lnTo>
                  <a:pt x="267470" y="177369"/>
                </a:lnTo>
                <a:lnTo>
                  <a:pt x="267881" y="175288"/>
                </a:lnTo>
                <a:lnTo>
                  <a:pt x="267803" y="172297"/>
                </a:lnTo>
                <a:lnTo>
                  <a:pt x="266352" y="167823"/>
                </a:lnTo>
                <a:lnTo>
                  <a:pt x="265861" y="164109"/>
                </a:lnTo>
                <a:lnTo>
                  <a:pt x="266040" y="161702"/>
                </a:lnTo>
                <a:lnTo>
                  <a:pt x="266637" y="160099"/>
                </a:lnTo>
                <a:lnTo>
                  <a:pt x="268273" y="157511"/>
                </a:lnTo>
                <a:lnTo>
                  <a:pt x="270262" y="155398"/>
                </a:lnTo>
                <a:lnTo>
                  <a:pt x="275473" y="152814"/>
                </a:lnTo>
                <a:lnTo>
                  <a:pt x="278415" y="150587"/>
                </a:lnTo>
                <a:lnTo>
                  <a:pt x="281874" y="146861"/>
                </a:lnTo>
                <a:lnTo>
                  <a:pt x="283583" y="144062"/>
                </a:lnTo>
                <a:lnTo>
                  <a:pt x="283930" y="142375"/>
                </a:lnTo>
                <a:lnTo>
                  <a:pt x="283770" y="140597"/>
                </a:lnTo>
                <a:lnTo>
                  <a:pt x="282672" y="138334"/>
                </a:lnTo>
                <a:lnTo>
                  <a:pt x="280866" y="138161"/>
                </a:lnTo>
                <a:lnTo>
                  <a:pt x="277650" y="139157"/>
                </a:lnTo>
                <a:close/>
                <a:moveTo>
                  <a:pt x="669690" y="266237"/>
                </a:moveTo>
                <a:lnTo>
                  <a:pt x="668385" y="267407"/>
                </a:lnTo>
                <a:lnTo>
                  <a:pt x="668958" y="269892"/>
                </a:lnTo>
                <a:lnTo>
                  <a:pt x="671238" y="273179"/>
                </a:lnTo>
                <a:lnTo>
                  <a:pt x="673093" y="273718"/>
                </a:lnTo>
                <a:lnTo>
                  <a:pt x="678929" y="273806"/>
                </a:lnTo>
                <a:lnTo>
                  <a:pt x="682237" y="273207"/>
                </a:lnTo>
                <a:lnTo>
                  <a:pt x="685425" y="270485"/>
                </a:lnTo>
                <a:lnTo>
                  <a:pt x="686700" y="268172"/>
                </a:lnTo>
                <a:lnTo>
                  <a:pt x="686274" y="266944"/>
                </a:lnTo>
                <a:lnTo>
                  <a:pt x="684343" y="265939"/>
                </a:lnTo>
                <a:lnTo>
                  <a:pt x="681647" y="266088"/>
                </a:lnTo>
                <a:lnTo>
                  <a:pt x="677514" y="267958"/>
                </a:lnTo>
                <a:lnTo>
                  <a:pt x="672126" y="265968"/>
                </a:lnTo>
                <a:lnTo>
                  <a:pt x="669690" y="266237"/>
                </a:lnTo>
                <a:close/>
                <a:moveTo>
                  <a:pt x="9540" y="275642"/>
                </a:moveTo>
                <a:lnTo>
                  <a:pt x="6473" y="276038"/>
                </a:lnTo>
                <a:lnTo>
                  <a:pt x="4637" y="277212"/>
                </a:lnTo>
                <a:lnTo>
                  <a:pt x="4089" y="278387"/>
                </a:lnTo>
                <a:lnTo>
                  <a:pt x="3553" y="282509"/>
                </a:lnTo>
                <a:lnTo>
                  <a:pt x="3825" y="307592"/>
                </a:lnTo>
                <a:lnTo>
                  <a:pt x="5860" y="309206"/>
                </a:lnTo>
                <a:lnTo>
                  <a:pt x="8139" y="309628"/>
                </a:lnTo>
                <a:lnTo>
                  <a:pt x="10552" y="309394"/>
                </a:lnTo>
                <a:lnTo>
                  <a:pt x="13050" y="308087"/>
                </a:lnTo>
                <a:lnTo>
                  <a:pt x="13050" y="285677"/>
                </a:lnTo>
                <a:lnTo>
                  <a:pt x="14760" y="283562"/>
                </a:lnTo>
                <a:lnTo>
                  <a:pt x="22780" y="283136"/>
                </a:lnTo>
                <a:lnTo>
                  <a:pt x="24870" y="282703"/>
                </a:lnTo>
                <a:lnTo>
                  <a:pt x="26383" y="281438"/>
                </a:lnTo>
                <a:lnTo>
                  <a:pt x="27268" y="279522"/>
                </a:lnTo>
                <a:lnTo>
                  <a:pt x="26817" y="277741"/>
                </a:lnTo>
                <a:lnTo>
                  <a:pt x="24409" y="276032"/>
                </a:lnTo>
                <a:lnTo>
                  <a:pt x="17299" y="275384"/>
                </a:lnTo>
                <a:lnTo>
                  <a:pt x="9540" y="275642"/>
                </a:lnTo>
                <a:close/>
                <a:moveTo>
                  <a:pt x="48285" y="275732"/>
                </a:moveTo>
                <a:lnTo>
                  <a:pt x="46986" y="276703"/>
                </a:lnTo>
                <a:lnTo>
                  <a:pt x="45720" y="278522"/>
                </a:lnTo>
                <a:lnTo>
                  <a:pt x="45900" y="307862"/>
                </a:lnTo>
                <a:lnTo>
                  <a:pt x="47998" y="309467"/>
                </a:lnTo>
                <a:lnTo>
                  <a:pt x="50424" y="309847"/>
                </a:lnTo>
                <a:lnTo>
                  <a:pt x="54675" y="308312"/>
                </a:lnTo>
                <a:lnTo>
                  <a:pt x="55125" y="299852"/>
                </a:lnTo>
                <a:lnTo>
                  <a:pt x="57555" y="298465"/>
                </a:lnTo>
                <a:lnTo>
                  <a:pt x="62965" y="297397"/>
                </a:lnTo>
                <a:lnTo>
                  <a:pt x="66296" y="296280"/>
                </a:lnTo>
                <a:lnTo>
                  <a:pt x="70290" y="293822"/>
                </a:lnTo>
                <a:lnTo>
                  <a:pt x="71916" y="290851"/>
                </a:lnTo>
                <a:lnTo>
                  <a:pt x="72323" y="289068"/>
                </a:lnTo>
                <a:lnTo>
                  <a:pt x="72366" y="285266"/>
                </a:lnTo>
                <a:lnTo>
                  <a:pt x="71442" y="281632"/>
                </a:lnTo>
                <a:lnTo>
                  <a:pt x="70640" y="280058"/>
                </a:lnTo>
                <a:lnTo>
                  <a:pt x="69623" y="278743"/>
                </a:lnTo>
                <a:lnTo>
                  <a:pt x="67159" y="277219"/>
                </a:lnTo>
                <a:lnTo>
                  <a:pt x="63278" y="276276"/>
                </a:lnTo>
                <a:lnTo>
                  <a:pt x="55858" y="275389"/>
                </a:lnTo>
                <a:lnTo>
                  <a:pt x="51319" y="275299"/>
                </a:lnTo>
                <a:lnTo>
                  <a:pt x="48285" y="275732"/>
                </a:lnTo>
                <a:close/>
                <a:moveTo>
                  <a:pt x="61650" y="283787"/>
                </a:moveTo>
                <a:lnTo>
                  <a:pt x="63363" y="285085"/>
                </a:lnTo>
                <a:lnTo>
                  <a:pt x="63746" y="286212"/>
                </a:lnTo>
                <a:lnTo>
                  <a:pt x="63405" y="287567"/>
                </a:lnTo>
                <a:lnTo>
                  <a:pt x="61795" y="289506"/>
                </a:lnTo>
                <a:lnTo>
                  <a:pt x="60734" y="290074"/>
                </a:lnTo>
                <a:lnTo>
                  <a:pt x="58444" y="290430"/>
                </a:lnTo>
                <a:lnTo>
                  <a:pt x="56380" y="289776"/>
                </a:lnTo>
                <a:lnTo>
                  <a:pt x="55603" y="289082"/>
                </a:lnTo>
                <a:lnTo>
                  <a:pt x="55087" y="288149"/>
                </a:lnTo>
                <a:lnTo>
                  <a:pt x="54991" y="285968"/>
                </a:lnTo>
                <a:lnTo>
                  <a:pt x="56226" y="283771"/>
                </a:lnTo>
                <a:lnTo>
                  <a:pt x="58585" y="282983"/>
                </a:lnTo>
                <a:lnTo>
                  <a:pt x="61650" y="283787"/>
                </a:lnTo>
                <a:close/>
                <a:moveTo>
                  <a:pt x="91800" y="275507"/>
                </a:moveTo>
                <a:lnTo>
                  <a:pt x="90385" y="276760"/>
                </a:lnTo>
                <a:lnTo>
                  <a:pt x="90039" y="278016"/>
                </a:lnTo>
                <a:lnTo>
                  <a:pt x="90186" y="279477"/>
                </a:lnTo>
                <a:lnTo>
                  <a:pt x="97435" y="293971"/>
                </a:lnTo>
                <a:lnTo>
                  <a:pt x="99900" y="300032"/>
                </a:lnTo>
                <a:lnTo>
                  <a:pt x="99534" y="301280"/>
                </a:lnTo>
                <a:lnTo>
                  <a:pt x="98529" y="302193"/>
                </a:lnTo>
                <a:lnTo>
                  <a:pt x="95264" y="302847"/>
                </a:lnTo>
                <a:lnTo>
                  <a:pt x="93982" y="303671"/>
                </a:lnTo>
                <a:lnTo>
                  <a:pt x="93284" y="305164"/>
                </a:lnTo>
                <a:lnTo>
                  <a:pt x="93234" y="307570"/>
                </a:lnTo>
                <a:lnTo>
                  <a:pt x="93896" y="309224"/>
                </a:lnTo>
                <a:lnTo>
                  <a:pt x="95186" y="310247"/>
                </a:lnTo>
                <a:lnTo>
                  <a:pt x="97070" y="310622"/>
                </a:lnTo>
                <a:lnTo>
                  <a:pt x="99514" y="310332"/>
                </a:lnTo>
                <a:lnTo>
                  <a:pt x="103712" y="308618"/>
                </a:lnTo>
                <a:lnTo>
                  <a:pt x="105895" y="306757"/>
                </a:lnTo>
                <a:lnTo>
                  <a:pt x="107029" y="305194"/>
                </a:lnTo>
                <a:lnTo>
                  <a:pt x="117574" y="281601"/>
                </a:lnTo>
                <a:lnTo>
                  <a:pt x="118245" y="279334"/>
                </a:lnTo>
                <a:lnTo>
                  <a:pt x="118187" y="277453"/>
                </a:lnTo>
                <a:lnTo>
                  <a:pt x="117432" y="276080"/>
                </a:lnTo>
                <a:lnTo>
                  <a:pt x="116013" y="275336"/>
                </a:lnTo>
                <a:lnTo>
                  <a:pt x="114259" y="275313"/>
                </a:lnTo>
                <a:lnTo>
                  <a:pt x="112738" y="275937"/>
                </a:lnTo>
                <a:lnTo>
                  <a:pt x="111319" y="277217"/>
                </a:lnTo>
                <a:lnTo>
                  <a:pt x="109975" y="279188"/>
                </a:lnTo>
                <a:lnTo>
                  <a:pt x="106920" y="286084"/>
                </a:lnTo>
                <a:lnTo>
                  <a:pt x="105863" y="287220"/>
                </a:lnTo>
                <a:lnTo>
                  <a:pt x="105306" y="287235"/>
                </a:lnTo>
                <a:lnTo>
                  <a:pt x="103266" y="284996"/>
                </a:lnTo>
                <a:lnTo>
                  <a:pt x="98701" y="277209"/>
                </a:lnTo>
                <a:lnTo>
                  <a:pt x="95808" y="275838"/>
                </a:lnTo>
                <a:lnTo>
                  <a:pt x="91800" y="275507"/>
                </a:lnTo>
                <a:close/>
                <a:moveTo>
                  <a:pt x="143235" y="275687"/>
                </a:moveTo>
                <a:lnTo>
                  <a:pt x="139632" y="276238"/>
                </a:lnTo>
                <a:lnTo>
                  <a:pt x="137250" y="278072"/>
                </a:lnTo>
                <a:lnTo>
                  <a:pt x="137296" y="299861"/>
                </a:lnTo>
                <a:lnTo>
                  <a:pt x="137700" y="308087"/>
                </a:lnTo>
                <a:lnTo>
                  <a:pt x="139630" y="309419"/>
                </a:lnTo>
                <a:lnTo>
                  <a:pt x="142644" y="309850"/>
                </a:lnTo>
                <a:lnTo>
                  <a:pt x="145372" y="309255"/>
                </a:lnTo>
                <a:lnTo>
                  <a:pt x="147060" y="307772"/>
                </a:lnTo>
                <a:lnTo>
                  <a:pt x="146970" y="285047"/>
                </a:lnTo>
                <a:lnTo>
                  <a:pt x="148662" y="283790"/>
                </a:lnTo>
                <a:lnTo>
                  <a:pt x="151234" y="283372"/>
                </a:lnTo>
                <a:lnTo>
                  <a:pt x="153855" y="283989"/>
                </a:lnTo>
                <a:lnTo>
                  <a:pt x="155088" y="284882"/>
                </a:lnTo>
                <a:lnTo>
                  <a:pt x="155481" y="285725"/>
                </a:lnTo>
                <a:lnTo>
                  <a:pt x="155520" y="307772"/>
                </a:lnTo>
                <a:lnTo>
                  <a:pt x="157251" y="309030"/>
                </a:lnTo>
                <a:lnTo>
                  <a:pt x="160038" y="309765"/>
                </a:lnTo>
                <a:lnTo>
                  <a:pt x="162927" y="309596"/>
                </a:lnTo>
                <a:lnTo>
                  <a:pt x="164308" y="308988"/>
                </a:lnTo>
                <a:lnTo>
                  <a:pt x="164778" y="308217"/>
                </a:lnTo>
                <a:lnTo>
                  <a:pt x="165026" y="303818"/>
                </a:lnTo>
                <a:lnTo>
                  <a:pt x="165150" y="277622"/>
                </a:lnTo>
                <a:lnTo>
                  <a:pt x="163125" y="275777"/>
                </a:lnTo>
                <a:lnTo>
                  <a:pt x="143235" y="275687"/>
                </a:lnTo>
                <a:close/>
                <a:moveTo>
                  <a:pt x="190665" y="275642"/>
                </a:moveTo>
                <a:lnTo>
                  <a:pt x="188623" y="276489"/>
                </a:lnTo>
                <a:lnTo>
                  <a:pt x="187065" y="277892"/>
                </a:lnTo>
                <a:lnTo>
                  <a:pt x="187110" y="307682"/>
                </a:lnTo>
                <a:lnTo>
                  <a:pt x="188513" y="309036"/>
                </a:lnTo>
                <a:lnTo>
                  <a:pt x="191445" y="309744"/>
                </a:lnTo>
                <a:lnTo>
                  <a:pt x="194639" y="309348"/>
                </a:lnTo>
                <a:lnTo>
                  <a:pt x="196470" y="307952"/>
                </a:lnTo>
                <a:lnTo>
                  <a:pt x="196875" y="285047"/>
                </a:lnTo>
                <a:lnTo>
                  <a:pt x="198770" y="283673"/>
                </a:lnTo>
                <a:lnTo>
                  <a:pt x="201594" y="283242"/>
                </a:lnTo>
                <a:lnTo>
                  <a:pt x="204111" y="284244"/>
                </a:lnTo>
                <a:lnTo>
                  <a:pt x="205200" y="286352"/>
                </a:lnTo>
                <a:lnTo>
                  <a:pt x="205155" y="307592"/>
                </a:lnTo>
                <a:lnTo>
                  <a:pt x="206588" y="308888"/>
                </a:lnTo>
                <a:lnTo>
                  <a:pt x="209122" y="309664"/>
                </a:lnTo>
                <a:lnTo>
                  <a:pt x="212049" y="309589"/>
                </a:lnTo>
                <a:lnTo>
                  <a:pt x="214335" y="308627"/>
                </a:lnTo>
                <a:lnTo>
                  <a:pt x="215100" y="307952"/>
                </a:lnTo>
                <a:lnTo>
                  <a:pt x="215073" y="284976"/>
                </a:lnTo>
                <a:lnTo>
                  <a:pt x="214729" y="278466"/>
                </a:lnTo>
                <a:lnTo>
                  <a:pt x="214108" y="276708"/>
                </a:lnTo>
                <a:lnTo>
                  <a:pt x="213022" y="276088"/>
                </a:lnTo>
                <a:lnTo>
                  <a:pt x="209163" y="275734"/>
                </a:lnTo>
                <a:lnTo>
                  <a:pt x="190665" y="275642"/>
                </a:lnTo>
                <a:close/>
                <a:moveTo>
                  <a:pt x="245610" y="275957"/>
                </a:moveTo>
                <a:lnTo>
                  <a:pt x="243612" y="278038"/>
                </a:lnTo>
                <a:lnTo>
                  <a:pt x="241830" y="282004"/>
                </a:lnTo>
                <a:lnTo>
                  <a:pt x="236450" y="299755"/>
                </a:lnTo>
                <a:lnTo>
                  <a:pt x="234230" y="305547"/>
                </a:lnTo>
                <a:lnTo>
                  <a:pt x="234304" y="308295"/>
                </a:lnTo>
                <a:lnTo>
                  <a:pt x="236054" y="309694"/>
                </a:lnTo>
                <a:lnTo>
                  <a:pt x="239746" y="309357"/>
                </a:lnTo>
                <a:lnTo>
                  <a:pt x="241241" y="308111"/>
                </a:lnTo>
                <a:lnTo>
                  <a:pt x="243228" y="304720"/>
                </a:lnTo>
                <a:lnTo>
                  <a:pt x="244693" y="303159"/>
                </a:lnTo>
                <a:lnTo>
                  <a:pt x="246413" y="302377"/>
                </a:lnTo>
                <a:lnTo>
                  <a:pt x="248572" y="302260"/>
                </a:lnTo>
                <a:lnTo>
                  <a:pt x="250494" y="302657"/>
                </a:lnTo>
                <a:lnTo>
                  <a:pt x="251483" y="303267"/>
                </a:lnTo>
                <a:lnTo>
                  <a:pt x="255600" y="309096"/>
                </a:lnTo>
                <a:lnTo>
                  <a:pt x="258013" y="309821"/>
                </a:lnTo>
                <a:lnTo>
                  <a:pt x="261510" y="309262"/>
                </a:lnTo>
                <a:lnTo>
                  <a:pt x="263295" y="307277"/>
                </a:lnTo>
                <a:lnTo>
                  <a:pt x="262575" y="304217"/>
                </a:lnTo>
                <a:lnTo>
                  <a:pt x="254211" y="278548"/>
                </a:lnTo>
                <a:lnTo>
                  <a:pt x="252600" y="276739"/>
                </a:lnTo>
                <a:lnTo>
                  <a:pt x="250107" y="275611"/>
                </a:lnTo>
                <a:lnTo>
                  <a:pt x="247725" y="275331"/>
                </a:lnTo>
                <a:lnTo>
                  <a:pt x="245610" y="275957"/>
                </a:lnTo>
                <a:close/>
                <a:moveTo>
                  <a:pt x="249210" y="291842"/>
                </a:moveTo>
                <a:lnTo>
                  <a:pt x="249788" y="292626"/>
                </a:lnTo>
                <a:lnTo>
                  <a:pt x="249186" y="293609"/>
                </a:lnTo>
                <a:lnTo>
                  <a:pt x="247332" y="293884"/>
                </a:lnTo>
                <a:lnTo>
                  <a:pt x="246340" y="293388"/>
                </a:lnTo>
                <a:lnTo>
                  <a:pt x="246317" y="292310"/>
                </a:lnTo>
                <a:lnTo>
                  <a:pt x="247050" y="291617"/>
                </a:lnTo>
                <a:lnTo>
                  <a:pt x="248064" y="291442"/>
                </a:lnTo>
                <a:lnTo>
                  <a:pt x="249210" y="291842"/>
                </a:lnTo>
                <a:close/>
                <a:moveTo>
                  <a:pt x="313695" y="275822"/>
                </a:moveTo>
                <a:lnTo>
                  <a:pt x="312235" y="277198"/>
                </a:lnTo>
                <a:lnTo>
                  <a:pt x="311592" y="280659"/>
                </a:lnTo>
                <a:lnTo>
                  <a:pt x="311400" y="307142"/>
                </a:lnTo>
                <a:lnTo>
                  <a:pt x="312946" y="308885"/>
                </a:lnTo>
                <a:lnTo>
                  <a:pt x="314055" y="309472"/>
                </a:lnTo>
                <a:lnTo>
                  <a:pt x="316724" y="309595"/>
                </a:lnTo>
                <a:lnTo>
                  <a:pt x="318638" y="309053"/>
                </a:lnTo>
                <a:lnTo>
                  <a:pt x="319652" y="307641"/>
                </a:lnTo>
                <a:lnTo>
                  <a:pt x="320148" y="302654"/>
                </a:lnTo>
                <a:lnTo>
                  <a:pt x="320757" y="300794"/>
                </a:lnTo>
                <a:lnTo>
                  <a:pt x="321798" y="299577"/>
                </a:lnTo>
                <a:lnTo>
                  <a:pt x="324224" y="298699"/>
                </a:lnTo>
                <a:lnTo>
                  <a:pt x="325271" y="298941"/>
                </a:lnTo>
                <a:lnTo>
                  <a:pt x="326157" y="299733"/>
                </a:lnTo>
                <a:lnTo>
                  <a:pt x="329180" y="305632"/>
                </a:lnTo>
                <a:lnTo>
                  <a:pt x="332089" y="309201"/>
                </a:lnTo>
                <a:lnTo>
                  <a:pt x="334986" y="309900"/>
                </a:lnTo>
                <a:lnTo>
                  <a:pt x="339850" y="309102"/>
                </a:lnTo>
                <a:lnTo>
                  <a:pt x="340476" y="308228"/>
                </a:lnTo>
                <a:lnTo>
                  <a:pt x="339735" y="305634"/>
                </a:lnTo>
                <a:lnTo>
                  <a:pt x="331763" y="290993"/>
                </a:lnTo>
                <a:lnTo>
                  <a:pt x="331329" y="289356"/>
                </a:lnTo>
                <a:lnTo>
                  <a:pt x="331633" y="287539"/>
                </a:lnTo>
                <a:lnTo>
                  <a:pt x="332742" y="285371"/>
                </a:lnTo>
                <a:lnTo>
                  <a:pt x="337119" y="279407"/>
                </a:lnTo>
                <a:lnTo>
                  <a:pt x="337459" y="277822"/>
                </a:lnTo>
                <a:lnTo>
                  <a:pt x="337116" y="276493"/>
                </a:lnTo>
                <a:lnTo>
                  <a:pt x="336128" y="275578"/>
                </a:lnTo>
                <a:lnTo>
                  <a:pt x="334530" y="275237"/>
                </a:lnTo>
                <a:lnTo>
                  <a:pt x="332523" y="275776"/>
                </a:lnTo>
                <a:lnTo>
                  <a:pt x="330140" y="277074"/>
                </a:lnTo>
                <a:lnTo>
                  <a:pt x="328218" y="278649"/>
                </a:lnTo>
                <a:lnTo>
                  <a:pt x="324084" y="284293"/>
                </a:lnTo>
                <a:lnTo>
                  <a:pt x="321525" y="286937"/>
                </a:lnTo>
                <a:lnTo>
                  <a:pt x="320709" y="286486"/>
                </a:lnTo>
                <a:lnTo>
                  <a:pt x="320193" y="285080"/>
                </a:lnTo>
                <a:lnTo>
                  <a:pt x="319848" y="278847"/>
                </a:lnTo>
                <a:lnTo>
                  <a:pt x="319195" y="277102"/>
                </a:lnTo>
                <a:lnTo>
                  <a:pt x="318075" y="276091"/>
                </a:lnTo>
                <a:lnTo>
                  <a:pt x="316429" y="275473"/>
                </a:lnTo>
                <a:lnTo>
                  <a:pt x="313695" y="275822"/>
                </a:lnTo>
                <a:close/>
                <a:moveTo>
                  <a:pt x="369540" y="275912"/>
                </a:moveTo>
                <a:lnTo>
                  <a:pt x="366465" y="277060"/>
                </a:lnTo>
                <a:lnTo>
                  <a:pt x="363907" y="278646"/>
                </a:lnTo>
                <a:lnTo>
                  <a:pt x="360938" y="281956"/>
                </a:lnTo>
                <a:lnTo>
                  <a:pt x="359471" y="284856"/>
                </a:lnTo>
                <a:lnTo>
                  <a:pt x="358221" y="288876"/>
                </a:lnTo>
                <a:lnTo>
                  <a:pt x="357927" y="293884"/>
                </a:lnTo>
                <a:lnTo>
                  <a:pt x="359973" y="302183"/>
                </a:lnTo>
                <a:lnTo>
                  <a:pt x="361171" y="304397"/>
                </a:lnTo>
                <a:lnTo>
                  <a:pt x="363015" y="306512"/>
                </a:lnTo>
                <a:lnTo>
                  <a:pt x="365012" y="308267"/>
                </a:lnTo>
                <a:lnTo>
                  <a:pt x="367302" y="309323"/>
                </a:lnTo>
                <a:lnTo>
                  <a:pt x="371950" y="310558"/>
                </a:lnTo>
                <a:lnTo>
                  <a:pt x="374524" y="310568"/>
                </a:lnTo>
                <a:lnTo>
                  <a:pt x="379575" y="309392"/>
                </a:lnTo>
                <a:lnTo>
                  <a:pt x="381105" y="308672"/>
                </a:lnTo>
                <a:lnTo>
                  <a:pt x="384477" y="305643"/>
                </a:lnTo>
                <a:lnTo>
                  <a:pt x="386691" y="302584"/>
                </a:lnTo>
                <a:lnTo>
                  <a:pt x="388575" y="298862"/>
                </a:lnTo>
                <a:lnTo>
                  <a:pt x="388392" y="287813"/>
                </a:lnTo>
                <a:lnTo>
                  <a:pt x="387038" y="283500"/>
                </a:lnTo>
                <a:lnTo>
                  <a:pt x="384117" y="279541"/>
                </a:lnTo>
                <a:lnTo>
                  <a:pt x="381981" y="277595"/>
                </a:lnTo>
                <a:lnTo>
                  <a:pt x="378586" y="276273"/>
                </a:lnTo>
                <a:lnTo>
                  <a:pt x="375340" y="275581"/>
                </a:lnTo>
                <a:lnTo>
                  <a:pt x="372312" y="275464"/>
                </a:lnTo>
                <a:lnTo>
                  <a:pt x="369540" y="275912"/>
                </a:lnTo>
                <a:close/>
                <a:moveTo>
                  <a:pt x="376335" y="284237"/>
                </a:moveTo>
                <a:lnTo>
                  <a:pt x="377786" y="286041"/>
                </a:lnTo>
                <a:lnTo>
                  <a:pt x="378761" y="288617"/>
                </a:lnTo>
                <a:lnTo>
                  <a:pt x="379239" y="293297"/>
                </a:lnTo>
                <a:lnTo>
                  <a:pt x="378838" y="296544"/>
                </a:lnTo>
                <a:lnTo>
                  <a:pt x="377692" y="299836"/>
                </a:lnTo>
                <a:lnTo>
                  <a:pt x="376425" y="301624"/>
                </a:lnTo>
                <a:lnTo>
                  <a:pt x="374818" y="302525"/>
                </a:lnTo>
                <a:lnTo>
                  <a:pt x="372227" y="302534"/>
                </a:lnTo>
                <a:lnTo>
                  <a:pt x="370626" y="301663"/>
                </a:lnTo>
                <a:lnTo>
                  <a:pt x="369684" y="300592"/>
                </a:lnTo>
                <a:lnTo>
                  <a:pt x="367785" y="296873"/>
                </a:lnTo>
                <a:lnTo>
                  <a:pt x="367230" y="294307"/>
                </a:lnTo>
                <a:lnTo>
                  <a:pt x="367604" y="290367"/>
                </a:lnTo>
                <a:lnTo>
                  <a:pt x="368962" y="286547"/>
                </a:lnTo>
                <a:lnTo>
                  <a:pt x="370890" y="284057"/>
                </a:lnTo>
                <a:lnTo>
                  <a:pt x="373612" y="283371"/>
                </a:lnTo>
                <a:lnTo>
                  <a:pt x="376335" y="284237"/>
                </a:lnTo>
                <a:close/>
                <a:moveTo>
                  <a:pt x="411840" y="275687"/>
                </a:moveTo>
                <a:lnTo>
                  <a:pt x="410500" y="276998"/>
                </a:lnTo>
                <a:lnTo>
                  <a:pt x="409870" y="280832"/>
                </a:lnTo>
                <a:lnTo>
                  <a:pt x="409725" y="308177"/>
                </a:lnTo>
                <a:lnTo>
                  <a:pt x="411718" y="309550"/>
                </a:lnTo>
                <a:lnTo>
                  <a:pt x="413325" y="309842"/>
                </a:lnTo>
                <a:lnTo>
                  <a:pt x="414932" y="309550"/>
                </a:lnTo>
                <a:lnTo>
                  <a:pt x="416925" y="308177"/>
                </a:lnTo>
                <a:lnTo>
                  <a:pt x="417600" y="297251"/>
                </a:lnTo>
                <a:lnTo>
                  <a:pt x="417780" y="296252"/>
                </a:lnTo>
                <a:lnTo>
                  <a:pt x="418596" y="295471"/>
                </a:lnTo>
                <a:lnTo>
                  <a:pt x="419809" y="297114"/>
                </a:lnTo>
                <a:lnTo>
                  <a:pt x="422615" y="305855"/>
                </a:lnTo>
                <a:lnTo>
                  <a:pt x="423996" y="308121"/>
                </a:lnTo>
                <a:lnTo>
                  <a:pt x="425597" y="309339"/>
                </a:lnTo>
                <a:lnTo>
                  <a:pt x="428580" y="309392"/>
                </a:lnTo>
                <a:lnTo>
                  <a:pt x="430385" y="308264"/>
                </a:lnTo>
                <a:lnTo>
                  <a:pt x="431212" y="306531"/>
                </a:lnTo>
                <a:lnTo>
                  <a:pt x="432703" y="300594"/>
                </a:lnTo>
                <a:lnTo>
                  <a:pt x="433854" y="298980"/>
                </a:lnTo>
                <a:lnTo>
                  <a:pt x="435240" y="298277"/>
                </a:lnTo>
                <a:lnTo>
                  <a:pt x="436273" y="298515"/>
                </a:lnTo>
                <a:lnTo>
                  <a:pt x="436646" y="299228"/>
                </a:lnTo>
                <a:lnTo>
                  <a:pt x="436365" y="307232"/>
                </a:lnTo>
                <a:lnTo>
                  <a:pt x="437400" y="308312"/>
                </a:lnTo>
                <a:lnTo>
                  <a:pt x="438981" y="309364"/>
                </a:lnTo>
                <a:lnTo>
                  <a:pt x="440909" y="309786"/>
                </a:lnTo>
                <a:lnTo>
                  <a:pt x="443726" y="309297"/>
                </a:lnTo>
                <a:lnTo>
                  <a:pt x="445069" y="308265"/>
                </a:lnTo>
                <a:lnTo>
                  <a:pt x="445545" y="307139"/>
                </a:lnTo>
                <a:lnTo>
                  <a:pt x="445765" y="304340"/>
                </a:lnTo>
                <a:lnTo>
                  <a:pt x="445950" y="287889"/>
                </a:lnTo>
                <a:lnTo>
                  <a:pt x="445659" y="279321"/>
                </a:lnTo>
                <a:lnTo>
                  <a:pt x="444871" y="276807"/>
                </a:lnTo>
                <a:lnTo>
                  <a:pt x="443277" y="275804"/>
                </a:lnTo>
                <a:lnTo>
                  <a:pt x="438449" y="275327"/>
                </a:lnTo>
                <a:lnTo>
                  <a:pt x="436324" y="275903"/>
                </a:lnTo>
                <a:lnTo>
                  <a:pt x="433936" y="277310"/>
                </a:lnTo>
                <a:lnTo>
                  <a:pt x="432463" y="279744"/>
                </a:lnTo>
                <a:lnTo>
                  <a:pt x="430133" y="288366"/>
                </a:lnTo>
                <a:lnTo>
                  <a:pt x="429130" y="289808"/>
                </a:lnTo>
                <a:lnTo>
                  <a:pt x="426915" y="291077"/>
                </a:lnTo>
                <a:lnTo>
                  <a:pt x="425426" y="288944"/>
                </a:lnTo>
                <a:lnTo>
                  <a:pt x="422640" y="279737"/>
                </a:lnTo>
                <a:lnTo>
                  <a:pt x="420825" y="276885"/>
                </a:lnTo>
                <a:lnTo>
                  <a:pt x="419840" y="276082"/>
                </a:lnTo>
                <a:lnTo>
                  <a:pt x="417367" y="275476"/>
                </a:lnTo>
                <a:lnTo>
                  <a:pt x="414268" y="275308"/>
                </a:lnTo>
                <a:lnTo>
                  <a:pt x="411840" y="275687"/>
                </a:lnTo>
                <a:close/>
                <a:moveTo>
                  <a:pt x="471375" y="275597"/>
                </a:moveTo>
                <a:lnTo>
                  <a:pt x="469642" y="276258"/>
                </a:lnTo>
                <a:lnTo>
                  <a:pt x="468000" y="277622"/>
                </a:lnTo>
                <a:lnTo>
                  <a:pt x="468000" y="307952"/>
                </a:lnTo>
                <a:lnTo>
                  <a:pt x="470040" y="309360"/>
                </a:lnTo>
                <a:lnTo>
                  <a:pt x="472109" y="309696"/>
                </a:lnTo>
                <a:lnTo>
                  <a:pt x="475353" y="308913"/>
                </a:lnTo>
                <a:lnTo>
                  <a:pt x="476281" y="307925"/>
                </a:lnTo>
                <a:lnTo>
                  <a:pt x="476966" y="302223"/>
                </a:lnTo>
                <a:lnTo>
                  <a:pt x="477000" y="285677"/>
                </a:lnTo>
                <a:lnTo>
                  <a:pt x="479908" y="283601"/>
                </a:lnTo>
                <a:lnTo>
                  <a:pt x="482974" y="283364"/>
                </a:lnTo>
                <a:lnTo>
                  <a:pt x="484776" y="283800"/>
                </a:lnTo>
                <a:lnTo>
                  <a:pt x="485378" y="284355"/>
                </a:lnTo>
                <a:lnTo>
                  <a:pt x="486109" y="286506"/>
                </a:lnTo>
                <a:lnTo>
                  <a:pt x="486225" y="307547"/>
                </a:lnTo>
                <a:lnTo>
                  <a:pt x="487663" y="308967"/>
                </a:lnTo>
                <a:lnTo>
                  <a:pt x="489318" y="309581"/>
                </a:lnTo>
                <a:lnTo>
                  <a:pt x="492180" y="309503"/>
                </a:lnTo>
                <a:lnTo>
                  <a:pt x="493855" y="308839"/>
                </a:lnTo>
                <a:lnTo>
                  <a:pt x="494955" y="307727"/>
                </a:lnTo>
                <a:lnTo>
                  <a:pt x="495265" y="304799"/>
                </a:lnTo>
                <a:lnTo>
                  <a:pt x="495450" y="278297"/>
                </a:lnTo>
                <a:lnTo>
                  <a:pt x="493423" y="276391"/>
                </a:lnTo>
                <a:lnTo>
                  <a:pt x="491760" y="275642"/>
                </a:lnTo>
                <a:lnTo>
                  <a:pt x="471375" y="275597"/>
                </a:lnTo>
                <a:close/>
                <a:moveTo>
                  <a:pt x="526050" y="276227"/>
                </a:moveTo>
                <a:lnTo>
                  <a:pt x="523773" y="278456"/>
                </a:lnTo>
                <a:lnTo>
                  <a:pt x="522587" y="280959"/>
                </a:lnTo>
                <a:lnTo>
                  <a:pt x="520393" y="289193"/>
                </a:lnTo>
                <a:lnTo>
                  <a:pt x="514929" y="304907"/>
                </a:lnTo>
                <a:lnTo>
                  <a:pt x="514734" y="307818"/>
                </a:lnTo>
                <a:lnTo>
                  <a:pt x="516431" y="309651"/>
                </a:lnTo>
                <a:lnTo>
                  <a:pt x="519977" y="309643"/>
                </a:lnTo>
                <a:lnTo>
                  <a:pt x="521677" y="308284"/>
                </a:lnTo>
                <a:lnTo>
                  <a:pt x="523565" y="304745"/>
                </a:lnTo>
                <a:lnTo>
                  <a:pt x="524835" y="303300"/>
                </a:lnTo>
                <a:lnTo>
                  <a:pt x="526542" y="302548"/>
                </a:lnTo>
                <a:lnTo>
                  <a:pt x="529722" y="302301"/>
                </a:lnTo>
                <a:lnTo>
                  <a:pt x="531591" y="302828"/>
                </a:lnTo>
                <a:lnTo>
                  <a:pt x="532532" y="303610"/>
                </a:lnTo>
                <a:lnTo>
                  <a:pt x="534853" y="307624"/>
                </a:lnTo>
                <a:lnTo>
                  <a:pt x="536338" y="308969"/>
                </a:lnTo>
                <a:lnTo>
                  <a:pt x="538965" y="309752"/>
                </a:lnTo>
                <a:lnTo>
                  <a:pt x="542233" y="309313"/>
                </a:lnTo>
                <a:lnTo>
                  <a:pt x="543240" y="308305"/>
                </a:lnTo>
                <a:lnTo>
                  <a:pt x="543510" y="307322"/>
                </a:lnTo>
                <a:lnTo>
                  <a:pt x="542919" y="303199"/>
                </a:lnTo>
                <a:lnTo>
                  <a:pt x="537050" y="285814"/>
                </a:lnTo>
                <a:lnTo>
                  <a:pt x="535053" y="278697"/>
                </a:lnTo>
                <a:lnTo>
                  <a:pt x="534060" y="277155"/>
                </a:lnTo>
                <a:lnTo>
                  <a:pt x="531889" y="275826"/>
                </a:lnTo>
                <a:lnTo>
                  <a:pt x="528078" y="275346"/>
                </a:lnTo>
                <a:lnTo>
                  <a:pt x="526050" y="276227"/>
                </a:lnTo>
                <a:close/>
                <a:moveTo>
                  <a:pt x="529830" y="291842"/>
                </a:moveTo>
                <a:lnTo>
                  <a:pt x="530320" y="293057"/>
                </a:lnTo>
                <a:lnTo>
                  <a:pt x="529686" y="294021"/>
                </a:lnTo>
                <a:lnTo>
                  <a:pt x="527726" y="294429"/>
                </a:lnTo>
                <a:lnTo>
                  <a:pt x="526728" y="293809"/>
                </a:lnTo>
                <a:lnTo>
                  <a:pt x="526557" y="292261"/>
                </a:lnTo>
                <a:lnTo>
                  <a:pt x="527283" y="291210"/>
                </a:lnTo>
                <a:lnTo>
                  <a:pt x="528515" y="291034"/>
                </a:lnTo>
                <a:lnTo>
                  <a:pt x="529830" y="291842"/>
                </a:lnTo>
                <a:close/>
                <a:moveTo>
                  <a:pt x="566190" y="275687"/>
                </a:moveTo>
                <a:lnTo>
                  <a:pt x="564752" y="276996"/>
                </a:lnTo>
                <a:lnTo>
                  <a:pt x="564065" y="280715"/>
                </a:lnTo>
                <a:lnTo>
                  <a:pt x="563906" y="301119"/>
                </a:lnTo>
                <a:lnTo>
                  <a:pt x="564080" y="307197"/>
                </a:lnTo>
                <a:lnTo>
                  <a:pt x="564414" y="308168"/>
                </a:lnTo>
                <a:lnTo>
                  <a:pt x="566270" y="309486"/>
                </a:lnTo>
                <a:lnTo>
                  <a:pt x="568845" y="309827"/>
                </a:lnTo>
                <a:lnTo>
                  <a:pt x="570490" y="309411"/>
                </a:lnTo>
                <a:lnTo>
                  <a:pt x="572310" y="308087"/>
                </a:lnTo>
                <a:lnTo>
                  <a:pt x="572606" y="299965"/>
                </a:lnTo>
                <a:lnTo>
                  <a:pt x="573086" y="297433"/>
                </a:lnTo>
                <a:lnTo>
                  <a:pt x="574833" y="296087"/>
                </a:lnTo>
                <a:lnTo>
                  <a:pt x="577862" y="295706"/>
                </a:lnTo>
                <a:lnTo>
                  <a:pt x="580733" y="296334"/>
                </a:lnTo>
                <a:lnTo>
                  <a:pt x="581850" y="297287"/>
                </a:lnTo>
                <a:lnTo>
                  <a:pt x="582300" y="307682"/>
                </a:lnTo>
                <a:lnTo>
                  <a:pt x="583978" y="309249"/>
                </a:lnTo>
                <a:lnTo>
                  <a:pt x="585289" y="309753"/>
                </a:lnTo>
                <a:lnTo>
                  <a:pt x="587572" y="309795"/>
                </a:lnTo>
                <a:lnTo>
                  <a:pt x="589568" y="308990"/>
                </a:lnTo>
                <a:lnTo>
                  <a:pt x="590850" y="307547"/>
                </a:lnTo>
                <a:lnTo>
                  <a:pt x="590850" y="278612"/>
                </a:lnTo>
                <a:lnTo>
                  <a:pt x="589770" y="276888"/>
                </a:lnTo>
                <a:lnTo>
                  <a:pt x="588712" y="275857"/>
                </a:lnTo>
                <a:lnTo>
                  <a:pt x="587610" y="275462"/>
                </a:lnTo>
                <a:lnTo>
                  <a:pt x="585629" y="275438"/>
                </a:lnTo>
                <a:lnTo>
                  <a:pt x="584084" y="276147"/>
                </a:lnTo>
                <a:lnTo>
                  <a:pt x="582665" y="278483"/>
                </a:lnTo>
                <a:lnTo>
                  <a:pt x="582450" y="284821"/>
                </a:lnTo>
                <a:lnTo>
                  <a:pt x="581905" y="286649"/>
                </a:lnTo>
                <a:lnTo>
                  <a:pt x="580728" y="287765"/>
                </a:lnTo>
                <a:lnTo>
                  <a:pt x="577614" y="288264"/>
                </a:lnTo>
                <a:lnTo>
                  <a:pt x="574508" y="287862"/>
                </a:lnTo>
                <a:lnTo>
                  <a:pt x="573041" y="286858"/>
                </a:lnTo>
                <a:lnTo>
                  <a:pt x="572473" y="284615"/>
                </a:lnTo>
                <a:lnTo>
                  <a:pt x="572400" y="277847"/>
                </a:lnTo>
                <a:lnTo>
                  <a:pt x="569336" y="275437"/>
                </a:lnTo>
                <a:lnTo>
                  <a:pt x="567859" y="275279"/>
                </a:lnTo>
                <a:lnTo>
                  <a:pt x="566190" y="275687"/>
                </a:lnTo>
                <a:close/>
                <a:moveTo>
                  <a:pt x="615735" y="276137"/>
                </a:moveTo>
                <a:lnTo>
                  <a:pt x="614095" y="277499"/>
                </a:lnTo>
                <a:lnTo>
                  <a:pt x="613740" y="278761"/>
                </a:lnTo>
                <a:lnTo>
                  <a:pt x="613440" y="307232"/>
                </a:lnTo>
                <a:lnTo>
                  <a:pt x="614838" y="308781"/>
                </a:lnTo>
                <a:lnTo>
                  <a:pt x="616581" y="309577"/>
                </a:lnTo>
                <a:lnTo>
                  <a:pt x="618660" y="309795"/>
                </a:lnTo>
                <a:lnTo>
                  <a:pt x="620505" y="309347"/>
                </a:lnTo>
                <a:lnTo>
                  <a:pt x="622935" y="306506"/>
                </a:lnTo>
                <a:lnTo>
                  <a:pt x="626760" y="300190"/>
                </a:lnTo>
                <a:lnTo>
                  <a:pt x="631080" y="295352"/>
                </a:lnTo>
                <a:lnTo>
                  <a:pt x="632333" y="297009"/>
                </a:lnTo>
                <a:lnTo>
                  <a:pt x="632638" y="298108"/>
                </a:lnTo>
                <a:lnTo>
                  <a:pt x="632476" y="305228"/>
                </a:lnTo>
                <a:lnTo>
                  <a:pt x="632790" y="307862"/>
                </a:lnTo>
                <a:lnTo>
                  <a:pt x="633781" y="308986"/>
                </a:lnTo>
                <a:lnTo>
                  <a:pt x="635308" y="309639"/>
                </a:lnTo>
                <a:lnTo>
                  <a:pt x="637931" y="309674"/>
                </a:lnTo>
                <a:lnTo>
                  <a:pt x="639455" y="309027"/>
                </a:lnTo>
                <a:lnTo>
                  <a:pt x="640800" y="307547"/>
                </a:lnTo>
                <a:lnTo>
                  <a:pt x="640800" y="277847"/>
                </a:lnTo>
                <a:lnTo>
                  <a:pt x="637745" y="275378"/>
                </a:lnTo>
                <a:lnTo>
                  <a:pt x="635914" y="275277"/>
                </a:lnTo>
                <a:lnTo>
                  <a:pt x="634032" y="276221"/>
                </a:lnTo>
                <a:lnTo>
                  <a:pt x="631173" y="279560"/>
                </a:lnTo>
                <a:lnTo>
                  <a:pt x="625609" y="288321"/>
                </a:lnTo>
                <a:lnTo>
                  <a:pt x="623943" y="289906"/>
                </a:lnTo>
                <a:lnTo>
                  <a:pt x="623280" y="289617"/>
                </a:lnTo>
                <a:lnTo>
                  <a:pt x="622590" y="287854"/>
                </a:lnTo>
                <a:lnTo>
                  <a:pt x="622194" y="279491"/>
                </a:lnTo>
                <a:lnTo>
                  <a:pt x="621440" y="276722"/>
                </a:lnTo>
                <a:lnTo>
                  <a:pt x="620280" y="275732"/>
                </a:lnTo>
                <a:lnTo>
                  <a:pt x="618890" y="275306"/>
                </a:lnTo>
                <a:lnTo>
                  <a:pt x="617568" y="275340"/>
                </a:lnTo>
                <a:lnTo>
                  <a:pt x="615735" y="276137"/>
                </a:lnTo>
                <a:close/>
                <a:moveTo>
                  <a:pt x="664605" y="276992"/>
                </a:moveTo>
                <a:lnTo>
                  <a:pt x="663300" y="278342"/>
                </a:lnTo>
                <a:lnTo>
                  <a:pt x="663525" y="303047"/>
                </a:lnTo>
                <a:lnTo>
                  <a:pt x="663773" y="307456"/>
                </a:lnTo>
                <a:lnTo>
                  <a:pt x="664294" y="308379"/>
                </a:lnTo>
                <a:lnTo>
                  <a:pt x="665755" y="309255"/>
                </a:lnTo>
                <a:lnTo>
                  <a:pt x="667637" y="309656"/>
                </a:lnTo>
                <a:lnTo>
                  <a:pt x="669556" y="309556"/>
                </a:lnTo>
                <a:lnTo>
                  <a:pt x="671131" y="308925"/>
                </a:lnTo>
                <a:lnTo>
                  <a:pt x="677194" y="298779"/>
                </a:lnTo>
                <a:lnTo>
                  <a:pt x="678898" y="297360"/>
                </a:lnTo>
                <a:lnTo>
                  <a:pt x="680883" y="296481"/>
                </a:lnTo>
                <a:lnTo>
                  <a:pt x="681555" y="296670"/>
                </a:lnTo>
                <a:lnTo>
                  <a:pt x="681891" y="297619"/>
                </a:lnTo>
                <a:lnTo>
                  <a:pt x="682785" y="308402"/>
                </a:lnTo>
                <a:lnTo>
                  <a:pt x="684472" y="309440"/>
                </a:lnTo>
                <a:lnTo>
                  <a:pt x="687046" y="309756"/>
                </a:lnTo>
                <a:lnTo>
                  <a:pt x="689449" y="309285"/>
                </a:lnTo>
                <a:lnTo>
                  <a:pt x="691200" y="308042"/>
                </a:lnTo>
                <a:lnTo>
                  <a:pt x="691070" y="281808"/>
                </a:lnTo>
                <a:lnTo>
                  <a:pt x="690209" y="276848"/>
                </a:lnTo>
                <a:lnTo>
                  <a:pt x="688879" y="275837"/>
                </a:lnTo>
                <a:lnTo>
                  <a:pt x="686700" y="275687"/>
                </a:lnTo>
                <a:lnTo>
                  <a:pt x="685350" y="275913"/>
                </a:lnTo>
                <a:lnTo>
                  <a:pt x="683381" y="277048"/>
                </a:lnTo>
                <a:lnTo>
                  <a:pt x="681582" y="279034"/>
                </a:lnTo>
                <a:lnTo>
                  <a:pt x="675675" y="288602"/>
                </a:lnTo>
                <a:lnTo>
                  <a:pt x="674111" y="289603"/>
                </a:lnTo>
                <a:lnTo>
                  <a:pt x="673210" y="289333"/>
                </a:lnTo>
                <a:lnTo>
                  <a:pt x="672617" y="288242"/>
                </a:lnTo>
                <a:lnTo>
                  <a:pt x="672300" y="277892"/>
                </a:lnTo>
                <a:lnTo>
                  <a:pt x="670635" y="276365"/>
                </a:lnTo>
                <a:lnTo>
                  <a:pt x="668661" y="275651"/>
                </a:lnTo>
                <a:lnTo>
                  <a:pt x="666503" y="275864"/>
                </a:lnTo>
                <a:lnTo>
                  <a:pt x="664605" y="276992"/>
                </a:lnTo>
                <a:close/>
                <a:moveTo>
                  <a:pt x="888570" y="278432"/>
                </a:moveTo>
                <a:lnTo>
                  <a:pt x="888255" y="280232"/>
                </a:lnTo>
                <a:lnTo>
                  <a:pt x="890878" y="286052"/>
                </a:lnTo>
                <a:lnTo>
                  <a:pt x="890315" y="287232"/>
                </a:lnTo>
                <a:lnTo>
                  <a:pt x="887157" y="288025"/>
                </a:lnTo>
                <a:lnTo>
                  <a:pt x="878987" y="287349"/>
                </a:lnTo>
                <a:lnTo>
                  <a:pt x="874228" y="287963"/>
                </a:lnTo>
                <a:lnTo>
                  <a:pt x="871380" y="289521"/>
                </a:lnTo>
                <a:lnTo>
                  <a:pt x="870965" y="291600"/>
                </a:lnTo>
                <a:lnTo>
                  <a:pt x="871936" y="293705"/>
                </a:lnTo>
                <a:lnTo>
                  <a:pt x="874092" y="295046"/>
                </a:lnTo>
                <a:lnTo>
                  <a:pt x="879087" y="296522"/>
                </a:lnTo>
                <a:lnTo>
                  <a:pt x="884981" y="297182"/>
                </a:lnTo>
                <a:lnTo>
                  <a:pt x="886556" y="297776"/>
                </a:lnTo>
                <a:lnTo>
                  <a:pt x="888263" y="299272"/>
                </a:lnTo>
                <a:lnTo>
                  <a:pt x="891554" y="306374"/>
                </a:lnTo>
                <a:lnTo>
                  <a:pt x="896059" y="319050"/>
                </a:lnTo>
                <a:lnTo>
                  <a:pt x="902407" y="328250"/>
                </a:lnTo>
                <a:lnTo>
                  <a:pt x="906594" y="338087"/>
                </a:lnTo>
                <a:lnTo>
                  <a:pt x="907509" y="343682"/>
                </a:lnTo>
                <a:lnTo>
                  <a:pt x="907829" y="362479"/>
                </a:lnTo>
                <a:lnTo>
                  <a:pt x="909135" y="368972"/>
                </a:lnTo>
                <a:lnTo>
                  <a:pt x="907622" y="378535"/>
                </a:lnTo>
                <a:lnTo>
                  <a:pt x="905734" y="399499"/>
                </a:lnTo>
                <a:lnTo>
                  <a:pt x="904806" y="403781"/>
                </a:lnTo>
                <a:lnTo>
                  <a:pt x="902708" y="408863"/>
                </a:lnTo>
                <a:lnTo>
                  <a:pt x="901334" y="410971"/>
                </a:lnTo>
                <a:lnTo>
                  <a:pt x="899449" y="412577"/>
                </a:lnTo>
                <a:lnTo>
                  <a:pt x="897077" y="413665"/>
                </a:lnTo>
                <a:lnTo>
                  <a:pt x="894245" y="414217"/>
                </a:lnTo>
                <a:lnTo>
                  <a:pt x="890190" y="414287"/>
                </a:lnTo>
                <a:lnTo>
                  <a:pt x="885718" y="408648"/>
                </a:lnTo>
                <a:lnTo>
                  <a:pt x="885757" y="407581"/>
                </a:lnTo>
                <a:lnTo>
                  <a:pt x="886534" y="406755"/>
                </a:lnTo>
                <a:lnTo>
                  <a:pt x="891919" y="405752"/>
                </a:lnTo>
                <a:lnTo>
                  <a:pt x="893548" y="404948"/>
                </a:lnTo>
                <a:lnTo>
                  <a:pt x="894420" y="403847"/>
                </a:lnTo>
                <a:lnTo>
                  <a:pt x="894555" y="383012"/>
                </a:lnTo>
                <a:lnTo>
                  <a:pt x="892176" y="376810"/>
                </a:lnTo>
                <a:lnTo>
                  <a:pt x="890860" y="368149"/>
                </a:lnTo>
                <a:lnTo>
                  <a:pt x="889724" y="364643"/>
                </a:lnTo>
                <a:lnTo>
                  <a:pt x="886768" y="360041"/>
                </a:lnTo>
                <a:lnTo>
                  <a:pt x="880874" y="354891"/>
                </a:lnTo>
                <a:lnTo>
                  <a:pt x="878135" y="353679"/>
                </a:lnTo>
                <a:lnTo>
                  <a:pt x="876057" y="354318"/>
                </a:lnTo>
                <a:lnTo>
                  <a:pt x="866359" y="368670"/>
                </a:lnTo>
                <a:lnTo>
                  <a:pt x="864193" y="370622"/>
                </a:lnTo>
                <a:lnTo>
                  <a:pt x="862018" y="370806"/>
                </a:lnTo>
                <a:lnTo>
                  <a:pt x="858457" y="368235"/>
                </a:lnTo>
                <a:lnTo>
                  <a:pt x="856671" y="367425"/>
                </a:lnTo>
                <a:lnTo>
                  <a:pt x="855091" y="367502"/>
                </a:lnTo>
                <a:lnTo>
                  <a:pt x="853515" y="368747"/>
                </a:lnTo>
                <a:lnTo>
                  <a:pt x="857160" y="380430"/>
                </a:lnTo>
                <a:lnTo>
                  <a:pt x="858521" y="381441"/>
                </a:lnTo>
                <a:lnTo>
                  <a:pt x="861979" y="382093"/>
                </a:lnTo>
                <a:lnTo>
                  <a:pt x="865111" y="381648"/>
                </a:lnTo>
                <a:lnTo>
                  <a:pt x="867627" y="380167"/>
                </a:lnTo>
                <a:lnTo>
                  <a:pt x="872066" y="375980"/>
                </a:lnTo>
                <a:lnTo>
                  <a:pt x="879165" y="368291"/>
                </a:lnTo>
                <a:lnTo>
                  <a:pt x="880143" y="368264"/>
                </a:lnTo>
                <a:lnTo>
                  <a:pt x="881066" y="369347"/>
                </a:lnTo>
                <a:lnTo>
                  <a:pt x="881494" y="371462"/>
                </a:lnTo>
                <a:lnTo>
                  <a:pt x="881550" y="377522"/>
                </a:lnTo>
                <a:lnTo>
                  <a:pt x="884925" y="383462"/>
                </a:lnTo>
                <a:lnTo>
                  <a:pt x="885240" y="393992"/>
                </a:lnTo>
                <a:lnTo>
                  <a:pt x="883054" y="395918"/>
                </a:lnTo>
                <a:lnTo>
                  <a:pt x="878659" y="396683"/>
                </a:lnTo>
                <a:lnTo>
                  <a:pt x="876762" y="398046"/>
                </a:lnTo>
                <a:lnTo>
                  <a:pt x="873653" y="403492"/>
                </a:lnTo>
                <a:lnTo>
                  <a:pt x="872636" y="406012"/>
                </a:lnTo>
                <a:lnTo>
                  <a:pt x="872404" y="407824"/>
                </a:lnTo>
                <a:lnTo>
                  <a:pt x="873629" y="410232"/>
                </a:lnTo>
                <a:lnTo>
                  <a:pt x="880045" y="417657"/>
                </a:lnTo>
                <a:lnTo>
                  <a:pt x="881855" y="421883"/>
                </a:lnTo>
                <a:lnTo>
                  <a:pt x="881434" y="424383"/>
                </a:lnTo>
                <a:lnTo>
                  <a:pt x="876981" y="430000"/>
                </a:lnTo>
                <a:lnTo>
                  <a:pt x="876938" y="431961"/>
                </a:lnTo>
                <a:lnTo>
                  <a:pt x="879239" y="434361"/>
                </a:lnTo>
                <a:lnTo>
                  <a:pt x="881312" y="435215"/>
                </a:lnTo>
                <a:lnTo>
                  <a:pt x="884909" y="435813"/>
                </a:lnTo>
                <a:lnTo>
                  <a:pt x="887922" y="435444"/>
                </a:lnTo>
                <a:lnTo>
                  <a:pt x="889089" y="434608"/>
                </a:lnTo>
                <a:lnTo>
                  <a:pt x="891570" y="431234"/>
                </a:lnTo>
                <a:lnTo>
                  <a:pt x="893551" y="426439"/>
                </a:lnTo>
                <a:lnTo>
                  <a:pt x="895781" y="424288"/>
                </a:lnTo>
                <a:lnTo>
                  <a:pt x="899348" y="422794"/>
                </a:lnTo>
                <a:lnTo>
                  <a:pt x="905681" y="421254"/>
                </a:lnTo>
                <a:lnTo>
                  <a:pt x="909386" y="416171"/>
                </a:lnTo>
                <a:lnTo>
                  <a:pt x="913545" y="409382"/>
                </a:lnTo>
                <a:lnTo>
                  <a:pt x="916363" y="389791"/>
                </a:lnTo>
                <a:lnTo>
                  <a:pt x="917495" y="375315"/>
                </a:lnTo>
                <a:lnTo>
                  <a:pt x="917325" y="337562"/>
                </a:lnTo>
                <a:lnTo>
                  <a:pt x="912583" y="326948"/>
                </a:lnTo>
                <a:lnTo>
                  <a:pt x="909938" y="322672"/>
                </a:lnTo>
                <a:lnTo>
                  <a:pt x="907318" y="319421"/>
                </a:lnTo>
                <a:lnTo>
                  <a:pt x="903640" y="312934"/>
                </a:lnTo>
                <a:lnTo>
                  <a:pt x="903206" y="311152"/>
                </a:lnTo>
                <a:lnTo>
                  <a:pt x="903649" y="308625"/>
                </a:lnTo>
                <a:lnTo>
                  <a:pt x="904565" y="308219"/>
                </a:lnTo>
                <a:lnTo>
                  <a:pt x="906938" y="309995"/>
                </a:lnTo>
                <a:lnTo>
                  <a:pt x="915294" y="321002"/>
                </a:lnTo>
                <a:lnTo>
                  <a:pt x="919454" y="327185"/>
                </a:lnTo>
                <a:lnTo>
                  <a:pt x="922357" y="330426"/>
                </a:lnTo>
                <a:lnTo>
                  <a:pt x="924888" y="332576"/>
                </a:lnTo>
                <a:lnTo>
                  <a:pt x="927047" y="336056"/>
                </a:lnTo>
                <a:lnTo>
                  <a:pt x="929086" y="340756"/>
                </a:lnTo>
                <a:lnTo>
                  <a:pt x="931365" y="344747"/>
                </a:lnTo>
                <a:lnTo>
                  <a:pt x="934211" y="348362"/>
                </a:lnTo>
                <a:lnTo>
                  <a:pt x="937306" y="351243"/>
                </a:lnTo>
                <a:lnTo>
                  <a:pt x="940330" y="353030"/>
                </a:lnTo>
                <a:lnTo>
                  <a:pt x="941715" y="353402"/>
                </a:lnTo>
                <a:lnTo>
                  <a:pt x="944126" y="353070"/>
                </a:lnTo>
                <a:lnTo>
                  <a:pt x="945447" y="351157"/>
                </a:lnTo>
                <a:lnTo>
                  <a:pt x="946035" y="347147"/>
                </a:lnTo>
                <a:lnTo>
                  <a:pt x="948645" y="346140"/>
                </a:lnTo>
                <a:lnTo>
                  <a:pt x="951827" y="345587"/>
                </a:lnTo>
                <a:lnTo>
                  <a:pt x="952701" y="344194"/>
                </a:lnTo>
                <a:lnTo>
                  <a:pt x="951885" y="342010"/>
                </a:lnTo>
                <a:lnTo>
                  <a:pt x="948987" y="339092"/>
                </a:lnTo>
                <a:lnTo>
                  <a:pt x="937142" y="333243"/>
                </a:lnTo>
                <a:lnTo>
                  <a:pt x="934777" y="331394"/>
                </a:lnTo>
                <a:lnTo>
                  <a:pt x="933002" y="328950"/>
                </a:lnTo>
                <a:lnTo>
                  <a:pt x="931500" y="323882"/>
                </a:lnTo>
                <a:lnTo>
                  <a:pt x="930925" y="319666"/>
                </a:lnTo>
                <a:lnTo>
                  <a:pt x="931660" y="317969"/>
                </a:lnTo>
                <a:lnTo>
                  <a:pt x="935752" y="314933"/>
                </a:lnTo>
                <a:lnTo>
                  <a:pt x="935820" y="312317"/>
                </a:lnTo>
                <a:lnTo>
                  <a:pt x="934925" y="310590"/>
                </a:lnTo>
                <a:lnTo>
                  <a:pt x="910237" y="293265"/>
                </a:lnTo>
                <a:lnTo>
                  <a:pt x="908036" y="290990"/>
                </a:lnTo>
                <a:lnTo>
                  <a:pt x="903722" y="285311"/>
                </a:lnTo>
                <a:lnTo>
                  <a:pt x="896895" y="278792"/>
                </a:lnTo>
                <a:lnTo>
                  <a:pt x="895113" y="277951"/>
                </a:lnTo>
                <a:lnTo>
                  <a:pt x="892142" y="277397"/>
                </a:lnTo>
                <a:lnTo>
                  <a:pt x="889596" y="277718"/>
                </a:lnTo>
                <a:lnTo>
                  <a:pt x="888570" y="278432"/>
                </a:lnTo>
                <a:close/>
                <a:moveTo>
                  <a:pt x="605025" y="324737"/>
                </a:moveTo>
                <a:lnTo>
                  <a:pt x="599941" y="325511"/>
                </a:lnTo>
                <a:lnTo>
                  <a:pt x="595159" y="326791"/>
                </a:lnTo>
                <a:lnTo>
                  <a:pt x="590711" y="328549"/>
                </a:lnTo>
                <a:lnTo>
                  <a:pt x="586630" y="330759"/>
                </a:lnTo>
                <a:lnTo>
                  <a:pt x="582947" y="333394"/>
                </a:lnTo>
                <a:lnTo>
                  <a:pt x="579695" y="336427"/>
                </a:lnTo>
                <a:lnTo>
                  <a:pt x="576905" y="339831"/>
                </a:lnTo>
                <a:lnTo>
                  <a:pt x="574611" y="343581"/>
                </a:lnTo>
                <a:lnTo>
                  <a:pt x="572843" y="347648"/>
                </a:lnTo>
                <a:lnTo>
                  <a:pt x="571635" y="352007"/>
                </a:lnTo>
                <a:lnTo>
                  <a:pt x="570825" y="356012"/>
                </a:lnTo>
                <a:lnTo>
                  <a:pt x="570825" y="421262"/>
                </a:lnTo>
                <a:lnTo>
                  <a:pt x="572430" y="429014"/>
                </a:lnTo>
                <a:lnTo>
                  <a:pt x="575000" y="435226"/>
                </a:lnTo>
                <a:lnTo>
                  <a:pt x="576735" y="438094"/>
                </a:lnTo>
                <a:lnTo>
                  <a:pt x="581008" y="443229"/>
                </a:lnTo>
                <a:lnTo>
                  <a:pt x="586216" y="447403"/>
                </a:lnTo>
                <a:lnTo>
                  <a:pt x="592200" y="450422"/>
                </a:lnTo>
                <a:lnTo>
                  <a:pt x="599456" y="452683"/>
                </a:lnTo>
                <a:lnTo>
                  <a:pt x="613918" y="453259"/>
                </a:lnTo>
                <a:lnTo>
                  <a:pt x="657399" y="453178"/>
                </a:lnTo>
                <a:lnTo>
                  <a:pt x="663454" y="452410"/>
                </a:lnTo>
                <a:lnTo>
                  <a:pt x="672083" y="449165"/>
                </a:lnTo>
                <a:lnTo>
                  <a:pt x="677942" y="445224"/>
                </a:lnTo>
                <a:lnTo>
                  <a:pt x="682829" y="440593"/>
                </a:lnTo>
                <a:lnTo>
                  <a:pt x="687006" y="434046"/>
                </a:lnTo>
                <a:lnTo>
                  <a:pt x="690124" y="424630"/>
                </a:lnTo>
                <a:lnTo>
                  <a:pt x="690733" y="416183"/>
                </a:lnTo>
                <a:lnTo>
                  <a:pt x="690869" y="406203"/>
                </a:lnTo>
                <a:lnTo>
                  <a:pt x="690525" y="352862"/>
                </a:lnTo>
                <a:lnTo>
                  <a:pt x="686451" y="343030"/>
                </a:lnTo>
                <a:lnTo>
                  <a:pt x="684017" y="339311"/>
                </a:lnTo>
                <a:lnTo>
                  <a:pt x="680939" y="335581"/>
                </a:lnTo>
                <a:lnTo>
                  <a:pt x="675496" y="331054"/>
                </a:lnTo>
                <a:lnTo>
                  <a:pt x="669525" y="327915"/>
                </a:lnTo>
                <a:lnTo>
                  <a:pt x="658575" y="324557"/>
                </a:lnTo>
                <a:lnTo>
                  <a:pt x="605025" y="324737"/>
                </a:lnTo>
                <a:close/>
                <a:moveTo>
                  <a:pt x="654795" y="352862"/>
                </a:moveTo>
                <a:lnTo>
                  <a:pt x="657374" y="354346"/>
                </a:lnTo>
                <a:lnTo>
                  <a:pt x="660573" y="357585"/>
                </a:lnTo>
                <a:lnTo>
                  <a:pt x="661905" y="360062"/>
                </a:lnTo>
                <a:lnTo>
                  <a:pt x="662098" y="362264"/>
                </a:lnTo>
                <a:lnTo>
                  <a:pt x="662408" y="380911"/>
                </a:lnTo>
                <a:lnTo>
                  <a:pt x="662210" y="411316"/>
                </a:lnTo>
                <a:lnTo>
                  <a:pt x="661860" y="418022"/>
                </a:lnTo>
                <a:lnTo>
                  <a:pt x="660235" y="420879"/>
                </a:lnTo>
                <a:lnTo>
                  <a:pt x="657045" y="424457"/>
                </a:lnTo>
                <a:lnTo>
                  <a:pt x="649035" y="426932"/>
                </a:lnTo>
                <a:lnTo>
                  <a:pt x="610425" y="426662"/>
                </a:lnTo>
                <a:lnTo>
                  <a:pt x="603675" y="423878"/>
                </a:lnTo>
                <a:lnTo>
                  <a:pt x="601142" y="421118"/>
                </a:lnTo>
                <a:lnTo>
                  <a:pt x="598365" y="415862"/>
                </a:lnTo>
                <a:lnTo>
                  <a:pt x="598455" y="362627"/>
                </a:lnTo>
                <a:lnTo>
                  <a:pt x="601540" y="356569"/>
                </a:lnTo>
                <a:lnTo>
                  <a:pt x="604852" y="353569"/>
                </a:lnTo>
                <a:lnTo>
                  <a:pt x="606555" y="352817"/>
                </a:lnTo>
                <a:lnTo>
                  <a:pt x="608466" y="352564"/>
                </a:lnTo>
                <a:lnTo>
                  <a:pt x="637380" y="352185"/>
                </a:lnTo>
                <a:lnTo>
                  <a:pt x="654795" y="352862"/>
                </a:lnTo>
                <a:close/>
                <a:moveTo>
                  <a:pt x="27315" y="327437"/>
                </a:moveTo>
                <a:lnTo>
                  <a:pt x="1710" y="327662"/>
                </a:lnTo>
                <a:lnTo>
                  <a:pt x="0" y="329777"/>
                </a:lnTo>
                <a:lnTo>
                  <a:pt x="0" y="351647"/>
                </a:lnTo>
                <a:lnTo>
                  <a:pt x="1710" y="353762"/>
                </a:lnTo>
                <a:lnTo>
                  <a:pt x="65295" y="353987"/>
                </a:lnTo>
                <a:lnTo>
                  <a:pt x="69626" y="355829"/>
                </a:lnTo>
                <a:lnTo>
                  <a:pt x="71446" y="357032"/>
                </a:lnTo>
                <a:lnTo>
                  <a:pt x="74700" y="361322"/>
                </a:lnTo>
                <a:lnTo>
                  <a:pt x="74587" y="371138"/>
                </a:lnTo>
                <a:lnTo>
                  <a:pt x="74024" y="373550"/>
                </a:lnTo>
                <a:lnTo>
                  <a:pt x="71865" y="374318"/>
                </a:lnTo>
                <a:lnTo>
                  <a:pt x="68382" y="374563"/>
                </a:lnTo>
                <a:lnTo>
                  <a:pt x="32985" y="375047"/>
                </a:lnTo>
                <a:lnTo>
                  <a:pt x="32128" y="376317"/>
                </a:lnTo>
                <a:lnTo>
                  <a:pt x="31673" y="379379"/>
                </a:lnTo>
                <a:lnTo>
                  <a:pt x="31617" y="395296"/>
                </a:lnTo>
                <a:lnTo>
                  <a:pt x="32276" y="400330"/>
                </a:lnTo>
                <a:lnTo>
                  <a:pt x="32900" y="401395"/>
                </a:lnTo>
                <a:lnTo>
                  <a:pt x="33668" y="401765"/>
                </a:lnTo>
                <a:lnTo>
                  <a:pt x="72810" y="402137"/>
                </a:lnTo>
                <a:lnTo>
                  <a:pt x="74925" y="403847"/>
                </a:lnTo>
                <a:lnTo>
                  <a:pt x="74247" y="417208"/>
                </a:lnTo>
                <a:lnTo>
                  <a:pt x="73287" y="418994"/>
                </a:lnTo>
                <a:lnTo>
                  <a:pt x="71012" y="421185"/>
                </a:lnTo>
                <a:lnTo>
                  <a:pt x="65925" y="423962"/>
                </a:lnTo>
                <a:lnTo>
                  <a:pt x="1890" y="424412"/>
                </a:lnTo>
                <a:lnTo>
                  <a:pt x="0" y="426122"/>
                </a:lnTo>
                <a:lnTo>
                  <a:pt x="0" y="448847"/>
                </a:lnTo>
                <a:lnTo>
                  <a:pt x="1710" y="450962"/>
                </a:lnTo>
                <a:lnTo>
                  <a:pt x="63742" y="450996"/>
                </a:lnTo>
                <a:lnTo>
                  <a:pt x="72453" y="450436"/>
                </a:lnTo>
                <a:lnTo>
                  <a:pt x="79066" y="449536"/>
                </a:lnTo>
                <a:lnTo>
                  <a:pt x="83476" y="448257"/>
                </a:lnTo>
                <a:lnTo>
                  <a:pt x="89506" y="445703"/>
                </a:lnTo>
                <a:lnTo>
                  <a:pt x="94965" y="441070"/>
                </a:lnTo>
                <a:lnTo>
                  <a:pt x="98505" y="435904"/>
                </a:lnTo>
                <a:lnTo>
                  <a:pt x="100369" y="431524"/>
                </a:lnTo>
                <a:lnTo>
                  <a:pt x="102527" y="424450"/>
                </a:lnTo>
                <a:lnTo>
                  <a:pt x="103075" y="420412"/>
                </a:lnTo>
                <a:lnTo>
                  <a:pt x="103747" y="399089"/>
                </a:lnTo>
                <a:lnTo>
                  <a:pt x="103264" y="361479"/>
                </a:lnTo>
                <a:lnTo>
                  <a:pt x="102464" y="353013"/>
                </a:lnTo>
                <a:lnTo>
                  <a:pt x="99191" y="342790"/>
                </a:lnTo>
                <a:lnTo>
                  <a:pt x="96809" y="338806"/>
                </a:lnTo>
                <a:lnTo>
                  <a:pt x="95304" y="337033"/>
                </a:lnTo>
                <a:lnTo>
                  <a:pt x="91657" y="333915"/>
                </a:lnTo>
                <a:lnTo>
                  <a:pt x="87143" y="331351"/>
                </a:lnTo>
                <a:lnTo>
                  <a:pt x="79885" y="328763"/>
                </a:lnTo>
                <a:lnTo>
                  <a:pt x="74023" y="327835"/>
                </a:lnTo>
                <a:lnTo>
                  <a:pt x="64772" y="327379"/>
                </a:lnTo>
                <a:lnTo>
                  <a:pt x="27315" y="327437"/>
                </a:lnTo>
                <a:close/>
                <a:moveTo>
                  <a:pt x="205335" y="327347"/>
                </a:moveTo>
                <a:lnTo>
                  <a:pt x="202519" y="327816"/>
                </a:lnTo>
                <a:lnTo>
                  <a:pt x="201960" y="328202"/>
                </a:lnTo>
                <a:lnTo>
                  <a:pt x="201720" y="329099"/>
                </a:lnTo>
                <a:lnTo>
                  <a:pt x="200925" y="371447"/>
                </a:lnTo>
                <a:lnTo>
                  <a:pt x="199215" y="373337"/>
                </a:lnTo>
                <a:lnTo>
                  <a:pt x="159048" y="373291"/>
                </a:lnTo>
                <a:lnTo>
                  <a:pt x="144900" y="372887"/>
                </a:lnTo>
                <a:lnTo>
                  <a:pt x="143797" y="371251"/>
                </a:lnTo>
                <a:lnTo>
                  <a:pt x="143267" y="366070"/>
                </a:lnTo>
                <a:lnTo>
                  <a:pt x="143100" y="328832"/>
                </a:lnTo>
                <a:lnTo>
                  <a:pt x="141395" y="327840"/>
                </a:lnTo>
                <a:lnTo>
                  <a:pt x="139033" y="327561"/>
                </a:lnTo>
                <a:lnTo>
                  <a:pt x="116550" y="327437"/>
                </a:lnTo>
                <a:lnTo>
                  <a:pt x="114750" y="329237"/>
                </a:lnTo>
                <a:lnTo>
                  <a:pt x="114750" y="448937"/>
                </a:lnTo>
                <a:lnTo>
                  <a:pt x="116022" y="450140"/>
                </a:lnTo>
                <a:lnTo>
                  <a:pt x="118147" y="450847"/>
                </a:lnTo>
                <a:lnTo>
                  <a:pt x="120789" y="451078"/>
                </a:lnTo>
                <a:lnTo>
                  <a:pt x="141255" y="450962"/>
                </a:lnTo>
                <a:lnTo>
                  <a:pt x="143190" y="449027"/>
                </a:lnTo>
                <a:lnTo>
                  <a:pt x="143170" y="411389"/>
                </a:lnTo>
                <a:lnTo>
                  <a:pt x="143770" y="402512"/>
                </a:lnTo>
                <a:lnTo>
                  <a:pt x="144444" y="401121"/>
                </a:lnTo>
                <a:lnTo>
                  <a:pt x="145337" y="400709"/>
                </a:lnTo>
                <a:lnTo>
                  <a:pt x="155475" y="400418"/>
                </a:lnTo>
                <a:lnTo>
                  <a:pt x="199305" y="400337"/>
                </a:lnTo>
                <a:lnTo>
                  <a:pt x="201150" y="402722"/>
                </a:lnTo>
                <a:lnTo>
                  <a:pt x="201150" y="448982"/>
                </a:lnTo>
                <a:lnTo>
                  <a:pt x="203400" y="451232"/>
                </a:lnTo>
                <a:lnTo>
                  <a:pt x="227205" y="450962"/>
                </a:lnTo>
                <a:lnTo>
                  <a:pt x="229230" y="448937"/>
                </a:lnTo>
                <a:lnTo>
                  <a:pt x="229050" y="329687"/>
                </a:lnTo>
                <a:lnTo>
                  <a:pt x="227842" y="328161"/>
                </a:lnTo>
                <a:lnTo>
                  <a:pt x="225511" y="327759"/>
                </a:lnTo>
                <a:lnTo>
                  <a:pt x="205335" y="327347"/>
                </a:lnTo>
                <a:close/>
                <a:moveTo>
                  <a:pt x="268875" y="327932"/>
                </a:moveTo>
                <a:lnTo>
                  <a:pt x="264078" y="329089"/>
                </a:lnTo>
                <a:lnTo>
                  <a:pt x="257568" y="331527"/>
                </a:lnTo>
                <a:lnTo>
                  <a:pt x="254160" y="333422"/>
                </a:lnTo>
                <a:lnTo>
                  <a:pt x="251078" y="336137"/>
                </a:lnTo>
                <a:lnTo>
                  <a:pt x="248448" y="339324"/>
                </a:lnTo>
                <a:lnTo>
                  <a:pt x="245438" y="344835"/>
                </a:lnTo>
                <a:lnTo>
                  <a:pt x="244116" y="348896"/>
                </a:lnTo>
                <a:lnTo>
                  <a:pt x="242550" y="356642"/>
                </a:lnTo>
                <a:lnTo>
                  <a:pt x="242169" y="373564"/>
                </a:lnTo>
                <a:lnTo>
                  <a:pt x="242325" y="421262"/>
                </a:lnTo>
                <a:lnTo>
                  <a:pt x="244362" y="430002"/>
                </a:lnTo>
                <a:lnTo>
                  <a:pt x="247470" y="437315"/>
                </a:lnTo>
                <a:lnTo>
                  <a:pt x="250389" y="441180"/>
                </a:lnTo>
                <a:lnTo>
                  <a:pt x="256210" y="445699"/>
                </a:lnTo>
                <a:lnTo>
                  <a:pt x="263194" y="448819"/>
                </a:lnTo>
                <a:lnTo>
                  <a:pt x="268485" y="450009"/>
                </a:lnTo>
                <a:lnTo>
                  <a:pt x="276558" y="450651"/>
                </a:lnTo>
                <a:lnTo>
                  <a:pt x="289529" y="450912"/>
                </a:lnTo>
                <a:lnTo>
                  <a:pt x="342990" y="450962"/>
                </a:lnTo>
                <a:lnTo>
                  <a:pt x="344700" y="448847"/>
                </a:lnTo>
                <a:lnTo>
                  <a:pt x="344627" y="429328"/>
                </a:lnTo>
                <a:lnTo>
                  <a:pt x="344385" y="426533"/>
                </a:lnTo>
                <a:lnTo>
                  <a:pt x="343462" y="424797"/>
                </a:lnTo>
                <a:lnTo>
                  <a:pt x="341751" y="424372"/>
                </a:lnTo>
                <a:lnTo>
                  <a:pt x="335769" y="424256"/>
                </a:lnTo>
                <a:lnTo>
                  <a:pt x="279675" y="423962"/>
                </a:lnTo>
                <a:lnTo>
                  <a:pt x="275249" y="421774"/>
                </a:lnTo>
                <a:lnTo>
                  <a:pt x="272138" y="418970"/>
                </a:lnTo>
                <a:lnTo>
                  <a:pt x="270486" y="414859"/>
                </a:lnTo>
                <a:lnTo>
                  <a:pt x="270000" y="408842"/>
                </a:lnTo>
                <a:lnTo>
                  <a:pt x="270243" y="404296"/>
                </a:lnTo>
                <a:lnTo>
                  <a:pt x="271890" y="402362"/>
                </a:lnTo>
                <a:lnTo>
                  <a:pt x="342945" y="401552"/>
                </a:lnTo>
                <a:lnTo>
                  <a:pt x="343999" y="400390"/>
                </a:lnTo>
                <a:lnTo>
                  <a:pt x="344396" y="398661"/>
                </a:lnTo>
                <a:lnTo>
                  <a:pt x="344700" y="388007"/>
                </a:lnTo>
                <a:lnTo>
                  <a:pt x="344700" y="377027"/>
                </a:lnTo>
                <a:lnTo>
                  <a:pt x="342990" y="374912"/>
                </a:lnTo>
                <a:lnTo>
                  <a:pt x="271814" y="374126"/>
                </a:lnTo>
                <a:lnTo>
                  <a:pt x="270904" y="373867"/>
                </a:lnTo>
                <a:lnTo>
                  <a:pt x="270433" y="373266"/>
                </a:lnTo>
                <a:lnTo>
                  <a:pt x="270013" y="369714"/>
                </a:lnTo>
                <a:lnTo>
                  <a:pt x="270473" y="363015"/>
                </a:lnTo>
                <a:lnTo>
                  <a:pt x="272726" y="358248"/>
                </a:lnTo>
                <a:lnTo>
                  <a:pt x="274072" y="356681"/>
                </a:lnTo>
                <a:lnTo>
                  <a:pt x="275250" y="355964"/>
                </a:lnTo>
                <a:lnTo>
                  <a:pt x="280755" y="353987"/>
                </a:lnTo>
                <a:lnTo>
                  <a:pt x="342315" y="353987"/>
                </a:lnTo>
                <a:lnTo>
                  <a:pt x="344700" y="352142"/>
                </a:lnTo>
                <a:lnTo>
                  <a:pt x="344700" y="328832"/>
                </a:lnTo>
                <a:lnTo>
                  <a:pt x="342582" y="327841"/>
                </a:lnTo>
                <a:lnTo>
                  <a:pt x="333303" y="327519"/>
                </a:lnTo>
                <a:lnTo>
                  <a:pt x="268875" y="327932"/>
                </a:lnTo>
                <a:close/>
                <a:moveTo>
                  <a:pt x="359865" y="328247"/>
                </a:moveTo>
                <a:lnTo>
                  <a:pt x="359100" y="329102"/>
                </a:lnTo>
                <a:lnTo>
                  <a:pt x="359100" y="448982"/>
                </a:lnTo>
                <a:lnTo>
                  <a:pt x="361305" y="451187"/>
                </a:lnTo>
                <a:lnTo>
                  <a:pt x="378125" y="451150"/>
                </a:lnTo>
                <a:lnTo>
                  <a:pt x="384470" y="450672"/>
                </a:lnTo>
                <a:lnTo>
                  <a:pt x="385956" y="450110"/>
                </a:lnTo>
                <a:lnTo>
                  <a:pt x="386910" y="449252"/>
                </a:lnTo>
                <a:lnTo>
                  <a:pt x="387253" y="447555"/>
                </a:lnTo>
                <a:lnTo>
                  <a:pt x="387589" y="411579"/>
                </a:lnTo>
                <a:lnTo>
                  <a:pt x="387972" y="408019"/>
                </a:lnTo>
                <a:lnTo>
                  <a:pt x="388713" y="406418"/>
                </a:lnTo>
                <a:lnTo>
                  <a:pt x="389925" y="405737"/>
                </a:lnTo>
                <a:lnTo>
                  <a:pt x="392708" y="405550"/>
                </a:lnTo>
                <a:lnTo>
                  <a:pt x="427900" y="405289"/>
                </a:lnTo>
                <a:lnTo>
                  <a:pt x="438944" y="404714"/>
                </a:lnTo>
                <a:lnTo>
                  <a:pt x="448830" y="402361"/>
                </a:lnTo>
                <a:lnTo>
                  <a:pt x="452652" y="400694"/>
                </a:lnTo>
                <a:lnTo>
                  <a:pt x="456047" y="398636"/>
                </a:lnTo>
                <a:lnTo>
                  <a:pt x="460294" y="394848"/>
                </a:lnTo>
                <a:lnTo>
                  <a:pt x="462990" y="391160"/>
                </a:lnTo>
                <a:lnTo>
                  <a:pt x="464468" y="387774"/>
                </a:lnTo>
                <a:lnTo>
                  <a:pt x="466740" y="379862"/>
                </a:lnTo>
                <a:lnTo>
                  <a:pt x="466999" y="357957"/>
                </a:lnTo>
                <a:lnTo>
                  <a:pt x="466577" y="352621"/>
                </a:lnTo>
                <a:lnTo>
                  <a:pt x="463933" y="343343"/>
                </a:lnTo>
                <a:lnTo>
                  <a:pt x="462063" y="339872"/>
                </a:lnTo>
                <a:lnTo>
                  <a:pt x="459574" y="336679"/>
                </a:lnTo>
                <a:lnTo>
                  <a:pt x="456641" y="333956"/>
                </a:lnTo>
                <a:lnTo>
                  <a:pt x="453443" y="331894"/>
                </a:lnTo>
                <a:lnTo>
                  <a:pt x="444957" y="328543"/>
                </a:lnTo>
                <a:lnTo>
                  <a:pt x="438075" y="327707"/>
                </a:lnTo>
                <a:lnTo>
                  <a:pt x="421133" y="327454"/>
                </a:lnTo>
                <a:lnTo>
                  <a:pt x="360585" y="327437"/>
                </a:lnTo>
                <a:lnTo>
                  <a:pt x="359865" y="328247"/>
                </a:lnTo>
                <a:close/>
                <a:moveTo>
                  <a:pt x="429525" y="354482"/>
                </a:moveTo>
                <a:lnTo>
                  <a:pt x="433999" y="356220"/>
                </a:lnTo>
                <a:lnTo>
                  <a:pt x="436056" y="357728"/>
                </a:lnTo>
                <a:lnTo>
                  <a:pt x="437470" y="359608"/>
                </a:lnTo>
                <a:lnTo>
                  <a:pt x="438570" y="363302"/>
                </a:lnTo>
                <a:lnTo>
                  <a:pt x="438655" y="367363"/>
                </a:lnTo>
                <a:lnTo>
                  <a:pt x="437913" y="371817"/>
                </a:lnTo>
                <a:lnTo>
                  <a:pt x="436306" y="374193"/>
                </a:lnTo>
                <a:lnTo>
                  <a:pt x="432955" y="376801"/>
                </a:lnTo>
                <a:lnTo>
                  <a:pt x="431155" y="377432"/>
                </a:lnTo>
                <a:lnTo>
                  <a:pt x="425115" y="377708"/>
                </a:lnTo>
                <a:lnTo>
                  <a:pt x="389295" y="377837"/>
                </a:lnTo>
                <a:lnTo>
                  <a:pt x="387450" y="375452"/>
                </a:lnTo>
                <a:lnTo>
                  <a:pt x="387728" y="358456"/>
                </a:lnTo>
                <a:lnTo>
                  <a:pt x="388493" y="355557"/>
                </a:lnTo>
                <a:lnTo>
                  <a:pt x="389970" y="354212"/>
                </a:lnTo>
                <a:lnTo>
                  <a:pt x="409342" y="353858"/>
                </a:lnTo>
                <a:lnTo>
                  <a:pt x="429525" y="354482"/>
                </a:lnTo>
                <a:close/>
                <a:moveTo>
                  <a:pt x="503775" y="328112"/>
                </a:moveTo>
                <a:lnTo>
                  <a:pt x="499556" y="329196"/>
                </a:lnTo>
                <a:lnTo>
                  <a:pt x="493502" y="331416"/>
                </a:lnTo>
                <a:lnTo>
                  <a:pt x="490416" y="333270"/>
                </a:lnTo>
                <a:lnTo>
                  <a:pt x="487344" y="335858"/>
                </a:lnTo>
                <a:lnTo>
                  <a:pt x="484591" y="338882"/>
                </a:lnTo>
                <a:lnTo>
                  <a:pt x="482461" y="342048"/>
                </a:lnTo>
                <a:lnTo>
                  <a:pt x="479029" y="350808"/>
                </a:lnTo>
                <a:lnTo>
                  <a:pt x="478226" y="360056"/>
                </a:lnTo>
                <a:lnTo>
                  <a:pt x="477990" y="372207"/>
                </a:lnTo>
                <a:lnTo>
                  <a:pt x="477900" y="448982"/>
                </a:lnTo>
                <a:lnTo>
                  <a:pt x="480105" y="451187"/>
                </a:lnTo>
                <a:lnTo>
                  <a:pt x="500694" y="450971"/>
                </a:lnTo>
                <a:lnTo>
                  <a:pt x="503945" y="450327"/>
                </a:lnTo>
                <a:lnTo>
                  <a:pt x="505305" y="449027"/>
                </a:lnTo>
                <a:lnTo>
                  <a:pt x="505688" y="438441"/>
                </a:lnTo>
                <a:lnTo>
                  <a:pt x="506059" y="367971"/>
                </a:lnTo>
                <a:lnTo>
                  <a:pt x="506510" y="362715"/>
                </a:lnTo>
                <a:lnTo>
                  <a:pt x="508171" y="358385"/>
                </a:lnTo>
                <a:lnTo>
                  <a:pt x="511204" y="356112"/>
                </a:lnTo>
                <a:lnTo>
                  <a:pt x="516622" y="354278"/>
                </a:lnTo>
                <a:lnTo>
                  <a:pt x="525811" y="353874"/>
                </a:lnTo>
                <a:lnTo>
                  <a:pt x="559440" y="353762"/>
                </a:lnTo>
                <a:lnTo>
                  <a:pt x="561150" y="351647"/>
                </a:lnTo>
                <a:lnTo>
                  <a:pt x="561026" y="331307"/>
                </a:lnTo>
                <a:lnTo>
                  <a:pt x="560747" y="329120"/>
                </a:lnTo>
                <a:lnTo>
                  <a:pt x="559755" y="327437"/>
                </a:lnTo>
                <a:lnTo>
                  <a:pt x="515073" y="327594"/>
                </a:lnTo>
                <a:lnTo>
                  <a:pt x="503775" y="328112"/>
                </a:lnTo>
                <a:close/>
                <a:moveTo>
                  <a:pt x="783225" y="338732"/>
                </a:moveTo>
                <a:lnTo>
                  <a:pt x="779440" y="340991"/>
                </a:lnTo>
                <a:lnTo>
                  <a:pt x="775657" y="342448"/>
                </a:lnTo>
                <a:lnTo>
                  <a:pt x="772909" y="344188"/>
                </a:lnTo>
                <a:lnTo>
                  <a:pt x="764949" y="351326"/>
                </a:lnTo>
                <a:lnTo>
                  <a:pt x="760949" y="354054"/>
                </a:lnTo>
                <a:lnTo>
                  <a:pt x="759500" y="355986"/>
                </a:lnTo>
                <a:lnTo>
                  <a:pt x="759150" y="357587"/>
                </a:lnTo>
                <a:lnTo>
                  <a:pt x="759502" y="358380"/>
                </a:lnTo>
                <a:lnTo>
                  <a:pt x="765527" y="364896"/>
                </a:lnTo>
                <a:lnTo>
                  <a:pt x="766644" y="367233"/>
                </a:lnTo>
                <a:lnTo>
                  <a:pt x="765641" y="374226"/>
                </a:lnTo>
                <a:lnTo>
                  <a:pt x="765132" y="384370"/>
                </a:lnTo>
                <a:lnTo>
                  <a:pt x="764650" y="386164"/>
                </a:lnTo>
                <a:lnTo>
                  <a:pt x="763284" y="388292"/>
                </a:lnTo>
                <a:lnTo>
                  <a:pt x="760635" y="390977"/>
                </a:lnTo>
                <a:lnTo>
                  <a:pt x="753930" y="389492"/>
                </a:lnTo>
                <a:lnTo>
                  <a:pt x="748537" y="391389"/>
                </a:lnTo>
                <a:lnTo>
                  <a:pt x="746342" y="391657"/>
                </a:lnTo>
                <a:lnTo>
                  <a:pt x="739179" y="389700"/>
                </a:lnTo>
                <a:lnTo>
                  <a:pt x="736438" y="389537"/>
                </a:lnTo>
                <a:lnTo>
                  <a:pt x="735261" y="389852"/>
                </a:lnTo>
                <a:lnTo>
                  <a:pt x="732977" y="391397"/>
                </a:lnTo>
                <a:lnTo>
                  <a:pt x="727532" y="397895"/>
                </a:lnTo>
                <a:lnTo>
                  <a:pt x="723458" y="401768"/>
                </a:lnTo>
                <a:lnTo>
                  <a:pt x="719262" y="404349"/>
                </a:lnTo>
                <a:lnTo>
                  <a:pt x="716649" y="405178"/>
                </a:lnTo>
                <a:lnTo>
                  <a:pt x="714320" y="405423"/>
                </a:lnTo>
                <a:lnTo>
                  <a:pt x="711687" y="407183"/>
                </a:lnTo>
                <a:lnTo>
                  <a:pt x="710747" y="409136"/>
                </a:lnTo>
                <a:lnTo>
                  <a:pt x="710622" y="411387"/>
                </a:lnTo>
                <a:lnTo>
                  <a:pt x="711450" y="413657"/>
                </a:lnTo>
                <a:lnTo>
                  <a:pt x="712846" y="415195"/>
                </a:lnTo>
                <a:lnTo>
                  <a:pt x="714635" y="416251"/>
                </a:lnTo>
                <a:lnTo>
                  <a:pt x="716540" y="416754"/>
                </a:lnTo>
                <a:lnTo>
                  <a:pt x="719012" y="416317"/>
                </a:lnTo>
                <a:lnTo>
                  <a:pt x="720804" y="414864"/>
                </a:lnTo>
                <a:lnTo>
                  <a:pt x="731244" y="408605"/>
                </a:lnTo>
                <a:lnTo>
                  <a:pt x="737354" y="401488"/>
                </a:lnTo>
                <a:lnTo>
                  <a:pt x="739299" y="399988"/>
                </a:lnTo>
                <a:lnTo>
                  <a:pt x="740688" y="399940"/>
                </a:lnTo>
                <a:lnTo>
                  <a:pt x="745727" y="401857"/>
                </a:lnTo>
                <a:lnTo>
                  <a:pt x="748429" y="402311"/>
                </a:lnTo>
                <a:lnTo>
                  <a:pt x="750668" y="401879"/>
                </a:lnTo>
                <a:lnTo>
                  <a:pt x="753390" y="399887"/>
                </a:lnTo>
                <a:lnTo>
                  <a:pt x="761286" y="400275"/>
                </a:lnTo>
                <a:lnTo>
                  <a:pt x="763745" y="400054"/>
                </a:lnTo>
                <a:lnTo>
                  <a:pt x="766711" y="398794"/>
                </a:lnTo>
                <a:lnTo>
                  <a:pt x="775932" y="391135"/>
                </a:lnTo>
                <a:lnTo>
                  <a:pt x="776615" y="389707"/>
                </a:lnTo>
                <a:lnTo>
                  <a:pt x="776628" y="388584"/>
                </a:lnTo>
                <a:lnTo>
                  <a:pt x="774747" y="383495"/>
                </a:lnTo>
                <a:lnTo>
                  <a:pt x="774418" y="377919"/>
                </a:lnTo>
                <a:lnTo>
                  <a:pt x="775298" y="373727"/>
                </a:lnTo>
                <a:lnTo>
                  <a:pt x="777472" y="368155"/>
                </a:lnTo>
                <a:lnTo>
                  <a:pt x="777735" y="365906"/>
                </a:lnTo>
                <a:lnTo>
                  <a:pt x="776831" y="362941"/>
                </a:lnTo>
                <a:lnTo>
                  <a:pt x="774230" y="359452"/>
                </a:lnTo>
                <a:lnTo>
                  <a:pt x="773550" y="357677"/>
                </a:lnTo>
                <a:lnTo>
                  <a:pt x="774541" y="355636"/>
                </a:lnTo>
                <a:lnTo>
                  <a:pt x="777156" y="353160"/>
                </a:lnTo>
                <a:lnTo>
                  <a:pt x="785676" y="348054"/>
                </a:lnTo>
                <a:lnTo>
                  <a:pt x="787109" y="346556"/>
                </a:lnTo>
                <a:lnTo>
                  <a:pt x="788004" y="342375"/>
                </a:lnTo>
                <a:lnTo>
                  <a:pt x="787815" y="339587"/>
                </a:lnTo>
                <a:lnTo>
                  <a:pt x="785874" y="338366"/>
                </a:lnTo>
                <a:lnTo>
                  <a:pt x="783225" y="338732"/>
                </a:lnTo>
                <a:close/>
                <a:moveTo>
                  <a:pt x="597285" y="474542"/>
                </a:moveTo>
                <a:lnTo>
                  <a:pt x="579195" y="474812"/>
                </a:lnTo>
                <a:lnTo>
                  <a:pt x="577125" y="476882"/>
                </a:lnTo>
                <a:lnTo>
                  <a:pt x="577028" y="588879"/>
                </a:lnTo>
                <a:lnTo>
                  <a:pt x="577125" y="595952"/>
                </a:lnTo>
                <a:lnTo>
                  <a:pt x="577655" y="597077"/>
                </a:lnTo>
                <a:lnTo>
                  <a:pt x="579938" y="598044"/>
                </a:lnTo>
                <a:lnTo>
                  <a:pt x="583119" y="598322"/>
                </a:lnTo>
                <a:lnTo>
                  <a:pt x="602775" y="598292"/>
                </a:lnTo>
                <a:lnTo>
                  <a:pt x="604800" y="596402"/>
                </a:lnTo>
                <a:lnTo>
                  <a:pt x="604912" y="515604"/>
                </a:lnTo>
                <a:lnTo>
                  <a:pt x="605105" y="506184"/>
                </a:lnTo>
                <a:lnTo>
                  <a:pt x="605645" y="503575"/>
                </a:lnTo>
                <a:lnTo>
                  <a:pt x="606915" y="502532"/>
                </a:lnTo>
                <a:lnTo>
                  <a:pt x="612790" y="502249"/>
                </a:lnTo>
                <a:lnTo>
                  <a:pt x="654392" y="502071"/>
                </a:lnTo>
                <a:lnTo>
                  <a:pt x="660935" y="502551"/>
                </a:lnTo>
                <a:lnTo>
                  <a:pt x="661725" y="503963"/>
                </a:lnTo>
                <a:lnTo>
                  <a:pt x="661982" y="505743"/>
                </a:lnTo>
                <a:lnTo>
                  <a:pt x="662354" y="519048"/>
                </a:lnTo>
                <a:lnTo>
                  <a:pt x="662760" y="596807"/>
                </a:lnTo>
                <a:lnTo>
                  <a:pt x="664013" y="597733"/>
                </a:lnTo>
                <a:lnTo>
                  <a:pt x="667199" y="598187"/>
                </a:lnTo>
                <a:lnTo>
                  <a:pt x="689265" y="598337"/>
                </a:lnTo>
                <a:lnTo>
                  <a:pt x="690795" y="596627"/>
                </a:lnTo>
                <a:lnTo>
                  <a:pt x="690861" y="501775"/>
                </a:lnTo>
                <a:lnTo>
                  <a:pt x="690717" y="479884"/>
                </a:lnTo>
                <a:lnTo>
                  <a:pt x="690385" y="476083"/>
                </a:lnTo>
                <a:lnTo>
                  <a:pt x="688050" y="474930"/>
                </a:lnTo>
                <a:lnTo>
                  <a:pt x="684269" y="474602"/>
                </a:lnTo>
                <a:lnTo>
                  <a:pt x="597285" y="474542"/>
                </a:lnTo>
                <a:close/>
                <a:moveTo>
                  <a:pt x="145350" y="475712"/>
                </a:moveTo>
                <a:lnTo>
                  <a:pt x="136859" y="477569"/>
                </a:lnTo>
                <a:lnTo>
                  <a:pt x="133226" y="478856"/>
                </a:lnTo>
                <a:lnTo>
                  <a:pt x="127097" y="482203"/>
                </a:lnTo>
                <a:lnTo>
                  <a:pt x="124565" y="484288"/>
                </a:lnTo>
                <a:lnTo>
                  <a:pt x="122366" y="486663"/>
                </a:lnTo>
                <a:lnTo>
                  <a:pt x="118893" y="492331"/>
                </a:lnTo>
                <a:lnTo>
                  <a:pt x="115891" y="501619"/>
                </a:lnTo>
                <a:lnTo>
                  <a:pt x="115337" y="507370"/>
                </a:lnTo>
                <a:lnTo>
                  <a:pt x="115060" y="525732"/>
                </a:lnTo>
                <a:lnTo>
                  <a:pt x="114971" y="587635"/>
                </a:lnTo>
                <a:lnTo>
                  <a:pt x="115245" y="597527"/>
                </a:lnTo>
                <a:lnTo>
                  <a:pt x="115836" y="598418"/>
                </a:lnTo>
                <a:lnTo>
                  <a:pt x="117050" y="598971"/>
                </a:lnTo>
                <a:lnTo>
                  <a:pt x="123486" y="599318"/>
                </a:lnTo>
                <a:lnTo>
                  <a:pt x="141435" y="599012"/>
                </a:lnTo>
                <a:lnTo>
                  <a:pt x="143100" y="596762"/>
                </a:lnTo>
                <a:lnTo>
                  <a:pt x="143587" y="514015"/>
                </a:lnTo>
                <a:lnTo>
                  <a:pt x="143865" y="509822"/>
                </a:lnTo>
                <a:lnTo>
                  <a:pt x="145946" y="506475"/>
                </a:lnTo>
                <a:lnTo>
                  <a:pt x="148365" y="504107"/>
                </a:lnTo>
                <a:lnTo>
                  <a:pt x="152569" y="503241"/>
                </a:lnTo>
                <a:lnTo>
                  <a:pt x="163731" y="502616"/>
                </a:lnTo>
                <a:lnTo>
                  <a:pt x="196062" y="502257"/>
                </a:lnTo>
                <a:lnTo>
                  <a:pt x="197327" y="501605"/>
                </a:lnTo>
                <a:lnTo>
                  <a:pt x="197915" y="500348"/>
                </a:lnTo>
                <a:lnTo>
                  <a:pt x="198412" y="494176"/>
                </a:lnTo>
                <a:lnTo>
                  <a:pt x="198450" y="477377"/>
                </a:lnTo>
                <a:lnTo>
                  <a:pt x="196740" y="475262"/>
                </a:lnTo>
                <a:lnTo>
                  <a:pt x="156525" y="475255"/>
                </a:lnTo>
                <a:lnTo>
                  <a:pt x="145350" y="475712"/>
                </a:lnTo>
                <a:close/>
                <a:moveTo>
                  <a:pt x="213435" y="475577"/>
                </a:moveTo>
                <a:lnTo>
                  <a:pt x="212175" y="476792"/>
                </a:lnTo>
                <a:lnTo>
                  <a:pt x="211978" y="484964"/>
                </a:lnTo>
                <a:lnTo>
                  <a:pt x="212612" y="594963"/>
                </a:lnTo>
                <a:lnTo>
                  <a:pt x="213704" y="597854"/>
                </a:lnTo>
                <a:lnTo>
                  <a:pt x="214335" y="598517"/>
                </a:lnTo>
                <a:lnTo>
                  <a:pt x="215632" y="598902"/>
                </a:lnTo>
                <a:lnTo>
                  <a:pt x="238731" y="599255"/>
                </a:lnTo>
                <a:lnTo>
                  <a:pt x="240304" y="597753"/>
                </a:lnTo>
                <a:lnTo>
                  <a:pt x="240662" y="595394"/>
                </a:lnTo>
                <a:lnTo>
                  <a:pt x="240866" y="560398"/>
                </a:lnTo>
                <a:lnTo>
                  <a:pt x="241138" y="556770"/>
                </a:lnTo>
                <a:lnTo>
                  <a:pt x="241662" y="555073"/>
                </a:lnTo>
                <a:lnTo>
                  <a:pt x="242505" y="554417"/>
                </a:lnTo>
                <a:lnTo>
                  <a:pt x="243887" y="554310"/>
                </a:lnTo>
                <a:lnTo>
                  <a:pt x="282247" y="553752"/>
                </a:lnTo>
                <a:lnTo>
                  <a:pt x="291464" y="553215"/>
                </a:lnTo>
                <a:lnTo>
                  <a:pt x="295703" y="552521"/>
                </a:lnTo>
                <a:lnTo>
                  <a:pt x="302410" y="550671"/>
                </a:lnTo>
                <a:lnTo>
                  <a:pt x="306840" y="548742"/>
                </a:lnTo>
                <a:lnTo>
                  <a:pt x="310596" y="546272"/>
                </a:lnTo>
                <a:lnTo>
                  <a:pt x="313730" y="543219"/>
                </a:lnTo>
                <a:lnTo>
                  <a:pt x="316297" y="539540"/>
                </a:lnTo>
                <a:lnTo>
                  <a:pt x="318593" y="534562"/>
                </a:lnTo>
                <a:lnTo>
                  <a:pt x="319358" y="531544"/>
                </a:lnTo>
                <a:lnTo>
                  <a:pt x="319905" y="521462"/>
                </a:lnTo>
                <a:lnTo>
                  <a:pt x="319725" y="496862"/>
                </a:lnTo>
                <a:lnTo>
                  <a:pt x="316439" y="489701"/>
                </a:lnTo>
                <a:lnTo>
                  <a:pt x="314819" y="487256"/>
                </a:lnTo>
                <a:lnTo>
                  <a:pt x="310780" y="483021"/>
                </a:lnTo>
                <a:lnTo>
                  <a:pt x="305698" y="479674"/>
                </a:lnTo>
                <a:lnTo>
                  <a:pt x="302774" y="478339"/>
                </a:lnTo>
                <a:lnTo>
                  <a:pt x="296172" y="476356"/>
                </a:lnTo>
                <a:lnTo>
                  <a:pt x="288984" y="475502"/>
                </a:lnTo>
                <a:lnTo>
                  <a:pt x="273279" y="475201"/>
                </a:lnTo>
                <a:lnTo>
                  <a:pt x="230161" y="475124"/>
                </a:lnTo>
                <a:lnTo>
                  <a:pt x="213435" y="475577"/>
                </a:lnTo>
                <a:close/>
                <a:moveTo>
                  <a:pt x="282420" y="502712"/>
                </a:moveTo>
                <a:lnTo>
                  <a:pt x="285957" y="503734"/>
                </a:lnTo>
                <a:lnTo>
                  <a:pt x="288411" y="504957"/>
                </a:lnTo>
                <a:lnTo>
                  <a:pt x="290057" y="506536"/>
                </a:lnTo>
                <a:lnTo>
                  <a:pt x="291600" y="509102"/>
                </a:lnTo>
                <a:lnTo>
                  <a:pt x="291600" y="519902"/>
                </a:lnTo>
                <a:lnTo>
                  <a:pt x="289221" y="522889"/>
                </a:lnTo>
                <a:lnTo>
                  <a:pt x="285165" y="525662"/>
                </a:lnTo>
                <a:lnTo>
                  <a:pt x="242640" y="525932"/>
                </a:lnTo>
                <a:lnTo>
                  <a:pt x="240750" y="523502"/>
                </a:lnTo>
                <a:lnTo>
                  <a:pt x="240939" y="506332"/>
                </a:lnTo>
                <a:lnTo>
                  <a:pt x="241513" y="503693"/>
                </a:lnTo>
                <a:lnTo>
                  <a:pt x="242685" y="502622"/>
                </a:lnTo>
                <a:lnTo>
                  <a:pt x="269162" y="502057"/>
                </a:lnTo>
                <a:lnTo>
                  <a:pt x="278249" y="502212"/>
                </a:lnTo>
                <a:lnTo>
                  <a:pt x="282420" y="502712"/>
                </a:lnTo>
                <a:close/>
                <a:moveTo>
                  <a:pt x="449955" y="475892"/>
                </a:moveTo>
                <a:lnTo>
                  <a:pt x="448875" y="476747"/>
                </a:lnTo>
                <a:lnTo>
                  <a:pt x="448766" y="577863"/>
                </a:lnTo>
                <a:lnTo>
                  <a:pt x="448937" y="591334"/>
                </a:lnTo>
                <a:lnTo>
                  <a:pt x="449744" y="598336"/>
                </a:lnTo>
                <a:lnTo>
                  <a:pt x="450810" y="598967"/>
                </a:lnTo>
                <a:lnTo>
                  <a:pt x="452657" y="599099"/>
                </a:lnTo>
                <a:lnTo>
                  <a:pt x="471318" y="599297"/>
                </a:lnTo>
                <a:lnTo>
                  <a:pt x="474127" y="598790"/>
                </a:lnTo>
                <a:lnTo>
                  <a:pt x="476325" y="597077"/>
                </a:lnTo>
                <a:lnTo>
                  <a:pt x="476558" y="513829"/>
                </a:lnTo>
                <a:lnTo>
                  <a:pt x="476730" y="504377"/>
                </a:lnTo>
                <a:lnTo>
                  <a:pt x="477343" y="503235"/>
                </a:lnTo>
                <a:lnTo>
                  <a:pt x="480943" y="502329"/>
                </a:lnTo>
                <a:lnTo>
                  <a:pt x="487093" y="502100"/>
                </a:lnTo>
                <a:lnTo>
                  <a:pt x="531000" y="502037"/>
                </a:lnTo>
                <a:lnTo>
                  <a:pt x="533790" y="504557"/>
                </a:lnTo>
                <a:lnTo>
                  <a:pt x="533836" y="572597"/>
                </a:lnTo>
                <a:lnTo>
                  <a:pt x="534240" y="596672"/>
                </a:lnTo>
                <a:lnTo>
                  <a:pt x="537525" y="599237"/>
                </a:lnTo>
                <a:lnTo>
                  <a:pt x="553666" y="599193"/>
                </a:lnTo>
                <a:lnTo>
                  <a:pt x="560148" y="598810"/>
                </a:lnTo>
                <a:lnTo>
                  <a:pt x="562050" y="596357"/>
                </a:lnTo>
                <a:lnTo>
                  <a:pt x="562050" y="477242"/>
                </a:lnTo>
                <a:lnTo>
                  <a:pt x="559845" y="475037"/>
                </a:lnTo>
                <a:lnTo>
                  <a:pt x="450990" y="475037"/>
                </a:lnTo>
                <a:lnTo>
                  <a:pt x="449955" y="475892"/>
                </a:lnTo>
                <a:close/>
                <a:moveTo>
                  <a:pt x="331470" y="476972"/>
                </a:moveTo>
                <a:lnTo>
                  <a:pt x="330229" y="479060"/>
                </a:lnTo>
                <a:lnTo>
                  <a:pt x="330001" y="481349"/>
                </a:lnTo>
                <a:lnTo>
                  <a:pt x="330089" y="519618"/>
                </a:lnTo>
                <a:lnTo>
                  <a:pt x="330491" y="530753"/>
                </a:lnTo>
                <a:lnTo>
                  <a:pt x="331696" y="535824"/>
                </a:lnTo>
                <a:lnTo>
                  <a:pt x="334370" y="540354"/>
                </a:lnTo>
                <a:lnTo>
                  <a:pt x="336979" y="543560"/>
                </a:lnTo>
                <a:lnTo>
                  <a:pt x="340031" y="546317"/>
                </a:lnTo>
                <a:lnTo>
                  <a:pt x="345487" y="549648"/>
                </a:lnTo>
                <a:lnTo>
                  <a:pt x="355097" y="552940"/>
                </a:lnTo>
                <a:lnTo>
                  <a:pt x="365300" y="553790"/>
                </a:lnTo>
                <a:lnTo>
                  <a:pt x="405720" y="554462"/>
                </a:lnTo>
                <a:lnTo>
                  <a:pt x="407532" y="555125"/>
                </a:lnTo>
                <a:lnTo>
                  <a:pt x="408229" y="556059"/>
                </a:lnTo>
                <a:lnTo>
                  <a:pt x="408765" y="560007"/>
                </a:lnTo>
                <a:lnTo>
                  <a:pt x="408825" y="566612"/>
                </a:lnTo>
                <a:lnTo>
                  <a:pt x="405056" y="570919"/>
                </a:lnTo>
                <a:lnTo>
                  <a:pt x="402059" y="572214"/>
                </a:lnTo>
                <a:lnTo>
                  <a:pt x="391539" y="573028"/>
                </a:lnTo>
                <a:lnTo>
                  <a:pt x="345999" y="573261"/>
                </a:lnTo>
                <a:lnTo>
                  <a:pt x="337822" y="573509"/>
                </a:lnTo>
                <a:lnTo>
                  <a:pt x="336681" y="573866"/>
                </a:lnTo>
                <a:lnTo>
                  <a:pt x="335788" y="574791"/>
                </a:lnTo>
                <a:lnTo>
                  <a:pt x="335227" y="576529"/>
                </a:lnTo>
                <a:lnTo>
                  <a:pt x="334850" y="581516"/>
                </a:lnTo>
                <a:lnTo>
                  <a:pt x="335015" y="596162"/>
                </a:lnTo>
                <a:lnTo>
                  <a:pt x="335403" y="598347"/>
                </a:lnTo>
                <a:lnTo>
                  <a:pt x="336084" y="599512"/>
                </a:lnTo>
                <a:lnTo>
                  <a:pt x="337746" y="600193"/>
                </a:lnTo>
                <a:lnTo>
                  <a:pt x="346759" y="600474"/>
                </a:lnTo>
                <a:lnTo>
                  <a:pt x="408375" y="600587"/>
                </a:lnTo>
                <a:lnTo>
                  <a:pt x="420919" y="596723"/>
                </a:lnTo>
                <a:lnTo>
                  <a:pt x="426069" y="593769"/>
                </a:lnTo>
                <a:lnTo>
                  <a:pt x="429121" y="591087"/>
                </a:lnTo>
                <a:lnTo>
                  <a:pt x="432680" y="586632"/>
                </a:lnTo>
                <a:lnTo>
                  <a:pt x="434931" y="581788"/>
                </a:lnTo>
                <a:lnTo>
                  <a:pt x="436140" y="576557"/>
                </a:lnTo>
                <a:lnTo>
                  <a:pt x="436215" y="494212"/>
                </a:lnTo>
                <a:lnTo>
                  <a:pt x="436016" y="483165"/>
                </a:lnTo>
                <a:lnTo>
                  <a:pt x="435134" y="477226"/>
                </a:lnTo>
                <a:lnTo>
                  <a:pt x="433004" y="476250"/>
                </a:lnTo>
                <a:lnTo>
                  <a:pt x="422302" y="475926"/>
                </a:lnTo>
                <a:lnTo>
                  <a:pt x="411687" y="476250"/>
                </a:lnTo>
                <a:lnTo>
                  <a:pt x="410760" y="476432"/>
                </a:lnTo>
                <a:lnTo>
                  <a:pt x="409741" y="477265"/>
                </a:lnTo>
                <a:lnTo>
                  <a:pt x="408915" y="480836"/>
                </a:lnTo>
                <a:lnTo>
                  <a:pt x="408706" y="486382"/>
                </a:lnTo>
                <a:lnTo>
                  <a:pt x="408735" y="524537"/>
                </a:lnTo>
                <a:lnTo>
                  <a:pt x="407484" y="525855"/>
                </a:lnTo>
                <a:lnTo>
                  <a:pt x="405041" y="526690"/>
                </a:lnTo>
                <a:lnTo>
                  <a:pt x="401617" y="526976"/>
                </a:lnTo>
                <a:lnTo>
                  <a:pt x="370845" y="527282"/>
                </a:lnTo>
                <a:lnTo>
                  <a:pt x="364155" y="525641"/>
                </a:lnTo>
                <a:lnTo>
                  <a:pt x="361496" y="524520"/>
                </a:lnTo>
                <a:lnTo>
                  <a:pt x="359498" y="522114"/>
                </a:lnTo>
                <a:lnTo>
                  <a:pt x="357862" y="518036"/>
                </a:lnTo>
                <a:lnTo>
                  <a:pt x="357455" y="514261"/>
                </a:lnTo>
                <a:lnTo>
                  <a:pt x="358689" y="506953"/>
                </a:lnTo>
                <a:lnTo>
                  <a:pt x="358954" y="487510"/>
                </a:lnTo>
                <a:lnTo>
                  <a:pt x="358695" y="480999"/>
                </a:lnTo>
                <a:lnTo>
                  <a:pt x="357804" y="478182"/>
                </a:lnTo>
                <a:lnTo>
                  <a:pt x="355275" y="476162"/>
                </a:lnTo>
                <a:lnTo>
                  <a:pt x="332550" y="475892"/>
                </a:lnTo>
                <a:lnTo>
                  <a:pt x="331470" y="476972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6" name="motif"/>
          <p:cNvCxnSpPr/>
          <p:nvPr/>
        </p:nvCxnSpPr>
        <p:spPr>
          <a:xfrm>
            <a:off x="648000" y="2376000"/>
            <a:ext cx="3024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7" name="marker"/>
          <p:cNvSpPr/>
          <p:nvPr/>
        </p:nvSpPr>
        <p:spPr>
          <a:xfrm>
            <a:off x="648000" y="2539040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item: Брянская область"/>
          <p:cNvSpPr txBox="1"/>
          <p:nvPr/>
        </p:nvSpPr>
        <p:spPr>
          <a:xfrm>
            <a:off x="846000" y="2479350"/>
            <a:ext cx="28260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Брянская область</a:t>
            </a:r>
          </a:p>
        </p:txBody>
      </p:sp>
      <p:cxnSp>
        <p:nvCxnSpPr>
          <p:cNvPr id="9" name="motif"/>
          <p:cNvCxnSpPr/>
          <p:nvPr/>
        </p:nvCxnSpPr>
        <p:spPr>
          <a:xfrm>
            <a:off x="648000" y="2782725"/>
            <a:ext cx="3024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0" name="marker"/>
          <p:cNvSpPr/>
          <p:nvPr/>
        </p:nvSpPr>
        <p:spPr>
          <a:xfrm>
            <a:off x="648000" y="2945765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item: Владимирская область"/>
          <p:cNvSpPr txBox="1"/>
          <p:nvPr/>
        </p:nvSpPr>
        <p:spPr>
          <a:xfrm>
            <a:off x="846000" y="2886075"/>
            <a:ext cx="28260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Владимирская область</a:t>
            </a:r>
          </a:p>
        </p:txBody>
      </p:sp>
      <p:cxnSp>
        <p:nvCxnSpPr>
          <p:cNvPr id="12" name="motif"/>
          <p:cNvCxnSpPr/>
          <p:nvPr/>
        </p:nvCxnSpPr>
        <p:spPr>
          <a:xfrm>
            <a:off x="648000" y="3189450"/>
            <a:ext cx="3024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3" name="marker"/>
          <p:cNvSpPr/>
          <p:nvPr/>
        </p:nvSpPr>
        <p:spPr>
          <a:xfrm>
            <a:off x="648000" y="3352490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item: Волгоградская область"/>
          <p:cNvSpPr txBox="1"/>
          <p:nvPr/>
        </p:nvSpPr>
        <p:spPr>
          <a:xfrm>
            <a:off x="846000" y="3292800"/>
            <a:ext cx="28260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Волгоградская область</a:t>
            </a:r>
          </a:p>
        </p:txBody>
      </p:sp>
      <p:cxnSp>
        <p:nvCxnSpPr>
          <p:cNvPr id="15" name="motif"/>
          <p:cNvCxnSpPr/>
          <p:nvPr/>
        </p:nvCxnSpPr>
        <p:spPr>
          <a:xfrm>
            <a:off x="648000" y="3596175"/>
            <a:ext cx="3024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6" name="marker"/>
          <p:cNvSpPr/>
          <p:nvPr/>
        </p:nvSpPr>
        <p:spPr>
          <a:xfrm>
            <a:off x="648000" y="3759215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item: Вологодская область"/>
          <p:cNvSpPr txBox="1"/>
          <p:nvPr/>
        </p:nvSpPr>
        <p:spPr>
          <a:xfrm>
            <a:off x="846000" y="3699525"/>
            <a:ext cx="28260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Вологодская область</a:t>
            </a:r>
          </a:p>
        </p:txBody>
      </p:sp>
      <p:cxnSp>
        <p:nvCxnSpPr>
          <p:cNvPr id="18" name="motif"/>
          <p:cNvCxnSpPr/>
          <p:nvPr/>
        </p:nvCxnSpPr>
        <p:spPr>
          <a:xfrm>
            <a:off x="648000" y="4002900"/>
            <a:ext cx="3024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19" name="marker"/>
          <p:cNvSpPr/>
          <p:nvPr/>
        </p:nvSpPr>
        <p:spPr>
          <a:xfrm>
            <a:off x="648000" y="4165940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item: Воронежская область"/>
          <p:cNvSpPr txBox="1"/>
          <p:nvPr/>
        </p:nvSpPr>
        <p:spPr>
          <a:xfrm>
            <a:off x="846000" y="4106250"/>
            <a:ext cx="28260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Воронежская область</a:t>
            </a:r>
          </a:p>
        </p:txBody>
      </p:sp>
      <p:cxnSp>
        <p:nvCxnSpPr>
          <p:cNvPr id="21" name="motif"/>
          <p:cNvCxnSpPr/>
          <p:nvPr/>
        </p:nvCxnSpPr>
        <p:spPr>
          <a:xfrm>
            <a:off x="648000" y="4409625"/>
            <a:ext cx="3024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22" name="marker"/>
          <p:cNvSpPr/>
          <p:nvPr/>
        </p:nvSpPr>
        <p:spPr>
          <a:xfrm>
            <a:off x="648000" y="4572665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item: Ленинградская область"/>
          <p:cNvSpPr txBox="1"/>
          <p:nvPr/>
        </p:nvSpPr>
        <p:spPr>
          <a:xfrm>
            <a:off x="846000" y="4512975"/>
            <a:ext cx="28260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Ленинградская область</a:t>
            </a:r>
          </a:p>
        </p:txBody>
      </p:sp>
      <p:cxnSp>
        <p:nvCxnSpPr>
          <p:cNvPr id="24" name="motif"/>
          <p:cNvCxnSpPr/>
          <p:nvPr/>
        </p:nvCxnSpPr>
        <p:spPr>
          <a:xfrm>
            <a:off x="648000" y="4816350"/>
            <a:ext cx="3024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25" name="marker"/>
          <p:cNvSpPr/>
          <p:nvPr/>
        </p:nvSpPr>
        <p:spPr>
          <a:xfrm>
            <a:off x="648000" y="4979390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item: Липецкая область"/>
          <p:cNvSpPr txBox="1"/>
          <p:nvPr/>
        </p:nvSpPr>
        <p:spPr>
          <a:xfrm>
            <a:off x="846000" y="4919700"/>
            <a:ext cx="28260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Липецкая область</a:t>
            </a:r>
          </a:p>
        </p:txBody>
      </p:sp>
      <p:cxnSp>
        <p:nvCxnSpPr>
          <p:cNvPr id="27" name="motif"/>
          <p:cNvCxnSpPr/>
          <p:nvPr/>
        </p:nvCxnSpPr>
        <p:spPr>
          <a:xfrm>
            <a:off x="648000" y="5223075"/>
            <a:ext cx="3024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28" name="marker"/>
          <p:cNvSpPr/>
          <p:nvPr/>
        </p:nvSpPr>
        <p:spPr>
          <a:xfrm>
            <a:off x="648000" y="5386115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item: Московская область"/>
          <p:cNvSpPr txBox="1"/>
          <p:nvPr/>
        </p:nvSpPr>
        <p:spPr>
          <a:xfrm>
            <a:off x="846000" y="5326425"/>
            <a:ext cx="28260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Московская область</a:t>
            </a:r>
          </a:p>
        </p:txBody>
      </p:sp>
      <p:cxnSp>
        <p:nvCxnSpPr>
          <p:cNvPr id="30" name="motif"/>
          <p:cNvCxnSpPr/>
          <p:nvPr/>
        </p:nvCxnSpPr>
        <p:spPr>
          <a:xfrm>
            <a:off x="648000" y="5629800"/>
            <a:ext cx="3024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31" name="marker"/>
          <p:cNvSpPr/>
          <p:nvPr/>
        </p:nvSpPr>
        <p:spPr>
          <a:xfrm>
            <a:off x="648000" y="5792840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item: Мурманская область"/>
          <p:cNvSpPr txBox="1"/>
          <p:nvPr/>
        </p:nvSpPr>
        <p:spPr>
          <a:xfrm>
            <a:off x="846000" y="5733150"/>
            <a:ext cx="28260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Мурманская область</a:t>
            </a:r>
          </a:p>
        </p:txBody>
      </p:sp>
      <p:cxnSp>
        <p:nvCxnSpPr>
          <p:cNvPr id="33" name="motif"/>
          <p:cNvCxnSpPr/>
          <p:nvPr/>
        </p:nvCxnSpPr>
        <p:spPr>
          <a:xfrm>
            <a:off x="648000" y="6036525"/>
            <a:ext cx="3024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cxnSp>
        <p:nvCxnSpPr>
          <p:cNvPr id="34" name="motif"/>
          <p:cNvCxnSpPr/>
          <p:nvPr/>
        </p:nvCxnSpPr>
        <p:spPr>
          <a:xfrm>
            <a:off x="3960000" y="2376000"/>
            <a:ext cx="3024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35" name="marker"/>
          <p:cNvSpPr/>
          <p:nvPr/>
        </p:nvSpPr>
        <p:spPr>
          <a:xfrm>
            <a:off x="3960000" y="2539040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item: Нижегородская область"/>
          <p:cNvSpPr txBox="1"/>
          <p:nvPr/>
        </p:nvSpPr>
        <p:spPr>
          <a:xfrm>
            <a:off x="4158000" y="2479350"/>
            <a:ext cx="28260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Нижегородская область</a:t>
            </a:r>
          </a:p>
        </p:txBody>
      </p:sp>
      <p:cxnSp>
        <p:nvCxnSpPr>
          <p:cNvPr id="37" name="motif"/>
          <p:cNvCxnSpPr/>
          <p:nvPr/>
        </p:nvCxnSpPr>
        <p:spPr>
          <a:xfrm>
            <a:off x="3960000" y="2782725"/>
            <a:ext cx="3024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38" name="marker"/>
          <p:cNvSpPr/>
          <p:nvPr/>
        </p:nvSpPr>
        <p:spPr>
          <a:xfrm>
            <a:off x="3960000" y="2945765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item: Орловская область"/>
          <p:cNvSpPr txBox="1"/>
          <p:nvPr/>
        </p:nvSpPr>
        <p:spPr>
          <a:xfrm>
            <a:off x="4158000" y="2886075"/>
            <a:ext cx="28260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Орловская область</a:t>
            </a:r>
          </a:p>
        </p:txBody>
      </p:sp>
      <p:cxnSp>
        <p:nvCxnSpPr>
          <p:cNvPr id="40" name="motif"/>
          <p:cNvCxnSpPr/>
          <p:nvPr/>
        </p:nvCxnSpPr>
        <p:spPr>
          <a:xfrm>
            <a:off x="3960000" y="3189450"/>
            <a:ext cx="3024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41" name="marker"/>
          <p:cNvSpPr/>
          <p:nvPr/>
        </p:nvSpPr>
        <p:spPr>
          <a:xfrm>
            <a:off x="3960000" y="3352490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item: Рязанская область"/>
          <p:cNvSpPr txBox="1"/>
          <p:nvPr/>
        </p:nvSpPr>
        <p:spPr>
          <a:xfrm>
            <a:off x="4158000" y="3292800"/>
            <a:ext cx="28260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Рязанская область</a:t>
            </a:r>
          </a:p>
        </p:txBody>
      </p:sp>
      <p:cxnSp>
        <p:nvCxnSpPr>
          <p:cNvPr id="43" name="motif"/>
          <p:cNvCxnSpPr/>
          <p:nvPr/>
        </p:nvCxnSpPr>
        <p:spPr>
          <a:xfrm>
            <a:off x="3960000" y="3596175"/>
            <a:ext cx="3024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44" name="marker"/>
          <p:cNvSpPr/>
          <p:nvPr/>
        </p:nvSpPr>
        <p:spPr>
          <a:xfrm>
            <a:off x="3960000" y="3759215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item: Смоленская область"/>
          <p:cNvSpPr txBox="1"/>
          <p:nvPr/>
        </p:nvSpPr>
        <p:spPr>
          <a:xfrm>
            <a:off x="4158000" y="3699525"/>
            <a:ext cx="28260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Смоленская область</a:t>
            </a:r>
          </a:p>
        </p:txBody>
      </p:sp>
      <p:cxnSp>
        <p:nvCxnSpPr>
          <p:cNvPr id="46" name="motif"/>
          <p:cNvCxnSpPr/>
          <p:nvPr/>
        </p:nvCxnSpPr>
        <p:spPr>
          <a:xfrm>
            <a:off x="3960000" y="4002900"/>
            <a:ext cx="3024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47" name="marker"/>
          <p:cNvSpPr/>
          <p:nvPr/>
        </p:nvSpPr>
        <p:spPr>
          <a:xfrm>
            <a:off x="3960000" y="4165940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item: Тамбовская область"/>
          <p:cNvSpPr txBox="1"/>
          <p:nvPr/>
        </p:nvSpPr>
        <p:spPr>
          <a:xfrm>
            <a:off x="4158000" y="4106250"/>
            <a:ext cx="28260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Тамбовская область</a:t>
            </a:r>
          </a:p>
        </p:txBody>
      </p:sp>
      <p:cxnSp>
        <p:nvCxnSpPr>
          <p:cNvPr id="49" name="motif"/>
          <p:cNvCxnSpPr/>
          <p:nvPr/>
        </p:nvCxnSpPr>
        <p:spPr>
          <a:xfrm>
            <a:off x="3960000" y="4409625"/>
            <a:ext cx="3024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50" name="marker"/>
          <p:cNvSpPr/>
          <p:nvPr/>
        </p:nvSpPr>
        <p:spPr>
          <a:xfrm>
            <a:off x="3960000" y="4572665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item: Тверская область"/>
          <p:cNvSpPr txBox="1"/>
          <p:nvPr/>
        </p:nvSpPr>
        <p:spPr>
          <a:xfrm>
            <a:off x="4158000" y="4512975"/>
            <a:ext cx="28260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Тверская область</a:t>
            </a:r>
          </a:p>
        </p:txBody>
      </p:sp>
      <p:cxnSp>
        <p:nvCxnSpPr>
          <p:cNvPr id="52" name="motif"/>
          <p:cNvCxnSpPr/>
          <p:nvPr/>
        </p:nvCxnSpPr>
        <p:spPr>
          <a:xfrm>
            <a:off x="3960000" y="4816350"/>
            <a:ext cx="3024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53" name="marker"/>
          <p:cNvSpPr/>
          <p:nvPr/>
        </p:nvSpPr>
        <p:spPr>
          <a:xfrm>
            <a:off x="3960000" y="4979390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item: Тульская область"/>
          <p:cNvSpPr txBox="1"/>
          <p:nvPr/>
        </p:nvSpPr>
        <p:spPr>
          <a:xfrm>
            <a:off x="4158000" y="4919700"/>
            <a:ext cx="28260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Тульская область</a:t>
            </a:r>
          </a:p>
        </p:txBody>
      </p:sp>
      <p:cxnSp>
        <p:nvCxnSpPr>
          <p:cNvPr id="55" name="motif"/>
          <p:cNvCxnSpPr/>
          <p:nvPr/>
        </p:nvCxnSpPr>
        <p:spPr>
          <a:xfrm>
            <a:off x="3960000" y="5223075"/>
            <a:ext cx="3024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56" name="marker"/>
          <p:cNvSpPr/>
          <p:nvPr/>
        </p:nvSpPr>
        <p:spPr>
          <a:xfrm>
            <a:off x="3960000" y="5386115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item: Ярославская область"/>
          <p:cNvSpPr txBox="1"/>
          <p:nvPr/>
        </p:nvSpPr>
        <p:spPr>
          <a:xfrm>
            <a:off x="4158000" y="5326425"/>
            <a:ext cx="2826000" cy="20574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 spc="0">
                <a:solidFill>
                  <a:srgbClr val="F7F5F1"/>
                </a:solidFill>
                <a:latin typeface="Onest"/>
                <a:ea typeface="Onest"/>
                <a:cs typeface="Onest"/>
              </a:rPr>
              <a:t>Ярославская область</a:t>
            </a:r>
          </a:p>
        </p:txBody>
      </p:sp>
      <p:cxnSp>
        <p:nvCxnSpPr>
          <p:cNvPr id="58" name="motif"/>
          <p:cNvCxnSpPr/>
          <p:nvPr/>
        </p:nvCxnSpPr>
        <p:spPr>
          <a:xfrm>
            <a:off x="3960000" y="5629800"/>
            <a:ext cx="3024000" cy="0"/>
          </a:xfrm>
          <a:prstGeom prst="line">
            <a:avLst/>
          </a:prstGeom>
          <a:ln w="6350">
            <a:solidFill>
              <a:srgbClr val="48406C"/>
            </a:solidFill>
          </a:ln>
          <a:effectLst/>
        </p:spPr>
      </p:cxnSp>
      <p:sp>
        <p:nvSpPr>
          <p:cNvPr id="59" name="folio: 29"/>
          <p:cNvSpPr txBox="1"/>
          <p:nvPr/>
        </p:nvSpPr>
        <p:spPr>
          <a:xfrm>
            <a:off x="6264000" y="1027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r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B0A9C4"/>
                </a:solidFill>
                <a:latin typeface="Onest SemiBold"/>
                <a:ea typeface="Onest SemiBold"/>
                <a:cs typeface="Onest SemiBold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3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frame"/>
          <p:cNvCxnSpPr/>
          <p:nvPr/>
        </p:nvCxnSpPr>
        <p:spPr>
          <a:xfrm>
            <a:off x="360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792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8" name="folio: 30"/>
          <p:cNvSpPr txBox="1"/>
          <p:nvPr/>
        </p:nvSpPr>
        <p:spPr>
          <a:xfrm>
            <a:off x="360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30</a:t>
            </a:r>
          </a:p>
        </p:txBody>
      </p:sp>
      <p:pic>
        <p:nvPicPr>
          <p:cNvPr id="49" name="image" descr="4abc67d5cca9df5d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720000" y="1276349"/>
            <a:ext cx="1944000" cy="1236550"/>
          </a:xfrm>
          <a:prstGeom prst="rect">
            <a:avLst/>
          </a:prstGeom>
        </p:spPr>
      </p:pic>
      <p:cxnSp>
        <p:nvCxnSpPr>
          <p:cNvPr id="50" name="card-frame"/>
          <p:cNvCxnSpPr/>
          <p:nvPr/>
        </p:nvCxnSpPr>
        <p:spPr>
          <a:xfrm>
            <a:off x="720000" y="127634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51" name="card-frame"/>
          <p:cNvCxnSpPr/>
          <p:nvPr/>
        </p:nvCxnSpPr>
        <p:spPr>
          <a:xfrm>
            <a:off x="2664000" y="1276349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52" name="card-frame"/>
          <p:cNvCxnSpPr/>
          <p:nvPr/>
        </p:nvCxnSpPr>
        <p:spPr>
          <a:xfrm>
            <a:off x="720000" y="251289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53" name="card-frame"/>
          <p:cNvCxnSpPr/>
          <p:nvPr/>
        </p:nvCxnSpPr>
        <p:spPr>
          <a:xfrm>
            <a:off x="720000" y="1276349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54" name="image" descr="445b675de0b14f82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808000" y="1276349"/>
            <a:ext cx="1944000" cy="1236550"/>
          </a:xfrm>
          <a:prstGeom prst="rect">
            <a:avLst/>
          </a:prstGeom>
        </p:spPr>
      </p:pic>
      <p:cxnSp>
        <p:nvCxnSpPr>
          <p:cNvPr id="55" name="card-frame"/>
          <p:cNvCxnSpPr/>
          <p:nvPr/>
        </p:nvCxnSpPr>
        <p:spPr>
          <a:xfrm>
            <a:off x="2808000" y="127634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56" name="card-frame"/>
          <p:cNvCxnSpPr/>
          <p:nvPr/>
        </p:nvCxnSpPr>
        <p:spPr>
          <a:xfrm>
            <a:off x="4752000" y="1276349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57" name="card-frame"/>
          <p:cNvCxnSpPr/>
          <p:nvPr/>
        </p:nvCxnSpPr>
        <p:spPr>
          <a:xfrm>
            <a:off x="2808000" y="251289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58" name="card-frame"/>
          <p:cNvCxnSpPr/>
          <p:nvPr/>
        </p:nvCxnSpPr>
        <p:spPr>
          <a:xfrm>
            <a:off x="2808000" y="1276349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59" name="image" descr="c640099159a80395.jpg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4896000" y="1276349"/>
            <a:ext cx="1944000" cy="1236550"/>
          </a:xfrm>
          <a:prstGeom prst="rect">
            <a:avLst/>
          </a:prstGeom>
        </p:spPr>
      </p:pic>
      <p:cxnSp>
        <p:nvCxnSpPr>
          <p:cNvPr id="60" name="card-frame"/>
          <p:cNvCxnSpPr/>
          <p:nvPr/>
        </p:nvCxnSpPr>
        <p:spPr>
          <a:xfrm>
            <a:off x="4896000" y="127634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61" name="card-frame"/>
          <p:cNvCxnSpPr/>
          <p:nvPr/>
        </p:nvCxnSpPr>
        <p:spPr>
          <a:xfrm>
            <a:off x="6840000" y="1276349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62" name="card-frame"/>
          <p:cNvCxnSpPr/>
          <p:nvPr/>
        </p:nvCxnSpPr>
        <p:spPr>
          <a:xfrm>
            <a:off x="4896000" y="251289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63" name="card-frame"/>
          <p:cNvCxnSpPr/>
          <p:nvPr/>
        </p:nvCxnSpPr>
        <p:spPr>
          <a:xfrm>
            <a:off x="4896000" y="1276349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64" name="image" descr="a046af198d074961.jpg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720000" y="2656899"/>
            <a:ext cx="1944000" cy="1236550"/>
          </a:xfrm>
          <a:prstGeom prst="rect">
            <a:avLst/>
          </a:prstGeom>
        </p:spPr>
      </p:pic>
      <p:cxnSp>
        <p:nvCxnSpPr>
          <p:cNvPr id="65" name="card-frame"/>
          <p:cNvCxnSpPr/>
          <p:nvPr/>
        </p:nvCxnSpPr>
        <p:spPr>
          <a:xfrm>
            <a:off x="720000" y="265689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66" name="card-frame"/>
          <p:cNvCxnSpPr/>
          <p:nvPr/>
        </p:nvCxnSpPr>
        <p:spPr>
          <a:xfrm>
            <a:off x="2664000" y="2656899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67" name="card-frame"/>
          <p:cNvCxnSpPr/>
          <p:nvPr/>
        </p:nvCxnSpPr>
        <p:spPr>
          <a:xfrm>
            <a:off x="720000" y="38934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68" name="card-frame"/>
          <p:cNvCxnSpPr/>
          <p:nvPr/>
        </p:nvCxnSpPr>
        <p:spPr>
          <a:xfrm>
            <a:off x="720000" y="2656899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69" name="image" descr="8d3a4fcf54a363ff.jpg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2808000" y="2656899"/>
            <a:ext cx="1944000" cy="1236550"/>
          </a:xfrm>
          <a:prstGeom prst="rect">
            <a:avLst/>
          </a:prstGeom>
        </p:spPr>
      </p:pic>
      <p:cxnSp>
        <p:nvCxnSpPr>
          <p:cNvPr id="70" name="card-frame"/>
          <p:cNvCxnSpPr/>
          <p:nvPr/>
        </p:nvCxnSpPr>
        <p:spPr>
          <a:xfrm>
            <a:off x="2808000" y="265689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71" name="card-frame"/>
          <p:cNvCxnSpPr/>
          <p:nvPr/>
        </p:nvCxnSpPr>
        <p:spPr>
          <a:xfrm>
            <a:off x="4752000" y="2656899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72" name="card-frame"/>
          <p:cNvCxnSpPr/>
          <p:nvPr/>
        </p:nvCxnSpPr>
        <p:spPr>
          <a:xfrm>
            <a:off x="2808000" y="38934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73" name="card-frame"/>
          <p:cNvCxnSpPr/>
          <p:nvPr/>
        </p:nvCxnSpPr>
        <p:spPr>
          <a:xfrm>
            <a:off x="2808000" y="2656899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74" name="image" descr="48d033524049750f.jpg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4896000" y="2656899"/>
            <a:ext cx="1944000" cy="1236550"/>
          </a:xfrm>
          <a:prstGeom prst="rect">
            <a:avLst/>
          </a:prstGeom>
        </p:spPr>
      </p:pic>
      <p:cxnSp>
        <p:nvCxnSpPr>
          <p:cNvPr id="75" name="card-frame"/>
          <p:cNvCxnSpPr/>
          <p:nvPr/>
        </p:nvCxnSpPr>
        <p:spPr>
          <a:xfrm>
            <a:off x="4896000" y="2656899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76" name="card-frame"/>
          <p:cNvCxnSpPr/>
          <p:nvPr/>
        </p:nvCxnSpPr>
        <p:spPr>
          <a:xfrm>
            <a:off x="6840000" y="2656899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77" name="card-frame"/>
          <p:cNvCxnSpPr/>
          <p:nvPr/>
        </p:nvCxnSpPr>
        <p:spPr>
          <a:xfrm>
            <a:off x="4896000" y="38934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78" name="card-frame"/>
          <p:cNvCxnSpPr/>
          <p:nvPr/>
        </p:nvCxnSpPr>
        <p:spPr>
          <a:xfrm>
            <a:off x="4896000" y="2656899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79" name="image" descr="dda46fe93b2c6e1b.jpg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720000" y="4037450"/>
            <a:ext cx="1944000" cy="1236550"/>
          </a:xfrm>
          <a:prstGeom prst="rect">
            <a:avLst/>
          </a:prstGeom>
        </p:spPr>
      </p:pic>
      <p:cxnSp>
        <p:nvCxnSpPr>
          <p:cNvPr id="80" name="card-frame"/>
          <p:cNvCxnSpPr/>
          <p:nvPr/>
        </p:nvCxnSpPr>
        <p:spPr>
          <a:xfrm>
            <a:off x="720000" y="40374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1" name="card-frame"/>
          <p:cNvCxnSpPr/>
          <p:nvPr/>
        </p:nvCxnSpPr>
        <p:spPr>
          <a:xfrm>
            <a:off x="2664000" y="403745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2" name="card-frame"/>
          <p:cNvCxnSpPr/>
          <p:nvPr/>
        </p:nvCxnSpPr>
        <p:spPr>
          <a:xfrm>
            <a:off x="720000" y="527400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3" name="card-frame"/>
          <p:cNvCxnSpPr/>
          <p:nvPr/>
        </p:nvCxnSpPr>
        <p:spPr>
          <a:xfrm>
            <a:off x="720000" y="403745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84" name="image" descr="9c4f735165b8bc38.jpg"/>
          <p:cNvPicPr>
            <a:picLocks noChangeAspect="1"/>
          </p:cNvPicPr>
          <p:nvPr/>
        </p:nvPicPr>
        <p:blipFill>
          <a:blip r:embed="rId9"/>
          <a:srcRect/>
          <a:stretch>
            <a:fillRect/>
          </a:stretch>
        </p:blipFill>
        <p:spPr>
          <a:xfrm>
            <a:off x="2808000" y="4037450"/>
            <a:ext cx="1944000" cy="1236550"/>
          </a:xfrm>
          <a:prstGeom prst="rect">
            <a:avLst/>
          </a:prstGeom>
        </p:spPr>
      </p:pic>
      <p:cxnSp>
        <p:nvCxnSpPr>
          <p:cNvPr id="85" name="card-frame"/>
          <p:cNvCxnSpPr/>
          <p:nvPr/>
        </p:nvCxnSpPr>
        <p:spPr>
          <a:xfrm>
            <a:off x="2808000" y="40374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6" name="card-frame"/>
          <p:cNvCxnSpPr/>
          <p:nvPr/>
        </p:nvCxnSpPr>
        <p:spPr>
          <a:xfrm>
            <a:off x="4752000" y="403745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7" name="card-frame"/>
          <p:cNvCxnSpPr/>
          <p:nvPr/>
        </p:nvCxnSpPr>
        <p:spPr>
          <a:xfrm>
            <a:off x="2808000" y="527400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88" name="card-frame"/>
          <p:cNvCxnSpPr/>
          <p:nvPr/>
        </p:nvCxnSpPr>
        <p:spPr>
          <a:xfrm>
            <a:off x="2808000" y="403745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89" name="image" descr="6b272b2a2a03df8f.jpg"/>
          <p:cNvPicPr>
            <a:picLocks noChangeAspect="1"/>
          </p:cNvPicPr>
          <p:nvPr/>
        </p:nvPicPr>
        <p:blipFill>
          <a:blip r:embed="rId10"/>
          <a:srcRect/>
          <a:stretch>
            <a:fillRect/>
          </a:stretch>
        </p:blipFill>
        <p:spPr>
          <a:xfrm>
            <a:off x="4896000" y="4037450"/>
            <a:ext cx="1944000" cy="1236550"/>
          </a:xfrm>
          <a:prstGeom prst="rect">
            <a:avLst/>
          </a:prstGeom>
        </p:spPr>
      </p:pic>
      <p:cxnSp>
        <p:nvCxnSpPr>
          <p:cNvPr id="90" name="card-frame"/>
          <p:cNvCxnSpPr/>
          <p:nvPr/>
        </p:nvCxnSpPr>
        <p:spPr>
          <a:xfrm>
            <a:off x="4896000" y="40374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1" name="card-frame"/>
          <p:cNvCxnSpPr/>
          <p:nvPr/>
        </p:nvCxnSpPr>
        <p:spPr>
          <a:xfrm>
            <a:off x="6840000" y="403745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2" name="card-frame"/>
          <p:cNvCxnSpPr/>
          <p:nvPr/>
        </p:nvCxnSpPr>
        <p:spPr>
          <a:xfrm>
            <a:off x="4896000" y="527400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3" name="card-frame"/>
          <p:cNvCxnSpPr/>
          <p:nvPr/>
        </p:nvCxnSpPr>
        <p:spPr>
          <a:xfrm>
            <a:off x="4896000" y="403745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94" name="image" descr="fefb8eb9622884b7.jpg"/>
          <p:cNvPicPr>
            <a:picLocks noChangeAspect="1"/>
          </p:cNvPicPr>
          <p:nvPr/>
        </p:nvPicPr>
        <p:blipFill>
          <a:blip r:embed="rId11"/>
          <a:srcRect/>
          <a:stretch>
            <a:fillRect/>
          </a:stretch>
        </p:blipFill>
        <p:spPr>
          <a:xfrm>
            <a:off x="720000" y="5418000"/>
            <a:ext cx="1944000" cy="1236550"/>
          </a:xfrm>
          <a:prstGeom prst="rect">
            <a:avLst/>
          </a:prstGeom>
        </p:spPr>
      </p:pic>
      <p:cxnSp>
        <p:nvCxnSpPr>
          <p:cNvPr id="95" name="card-frame"/>
          <p:cNvCxnSpPr/>
          <p:nvPr/>
        </p:nvCxnSpPr>
        <p:spPr>
          <a:xfrm>
            <a:off x="720000" y="541800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6" name="card-frame"/>
          <p:cNvCxnSpPr/>
          <p:nvPr/>
        </p:nvCxnSpPr>
        <p:spPr>
          <a:xfrm>
            <a:off x="2664000" y="541800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7" name="card-frame"/>
          <p:cNvCxnSpPr/>
          <p:nvPr/>
        </p:nvCxnSpPr>
        <p:spPr>
          <a:xfrm>
            <a:off x="720000" y="66545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8" name="card-frame"/>
          <p:cNvCxnSpPr/>
          <p:nvPr/>
        </p:nvCxnSpPr>
        <p:spPr>
          <a:xfrm>
            <a:off x="720000" y="541800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99" name="image" descr="8c7baea573895a62.jpg"/>
          <p:cNvPicPr>
            <a:picLocks noChangeAspect="1"/>
          </p:cNvPicPr>
          <p:nvPr/>
        </p:nvPicPr>
        <p:blipFill>
          <a:blip r:embed="rId12"/>
          <a:srcRect/>
          <a:stretch>
            <a:fillRect/>
          </a:stretch>
        </p:blipFill>
        <p:spPr>
          <a:xfrm>
            <a:off x="2808000" y="5418000"/>
            <a:ext cx="1944000" cy="1236550"/>
          </a:xfrm>
          <a:prstGeom prst="rect">
            <a:avLst/>
          </a:prstGeom>
        </p:spPr>
      </p:pic>
      <p:cxnSp>
        <p:nvCxnSpPr>
          <p:cNvPr id="100" name="card-frame"/>
          <p:cNvCxnSpPr/>
          <p:nvPr/>
        </p:nvCxnSpPr>
        <p:spPr>
          <a:xfrm>
            <a:off x="2808000" y="541800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1" name="card-frame"/>
          <p:cNvCxnSpPr/>
          <p:nvPr/>
        </p:nvCxnSpPr>
        <p:spPr>
          <a:xfrm>
            <a:off x="4752000" y="541800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2" name="card-frame"/>
          <p:cNvCxnSpPr/>
          <p:nvPr/>
        </p:nvCxnSpPr>
        <p:spPr>
          <a:xfrm>
            <a:off x="2808000" y="66545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3" name="card-frame"/>
          <p:cNvCxnSpPr/>
          <p:nvPr/>
        </p:nvCxnSpPr>
        <p:spPr>
          <a:xfrm>
            <a:off x="2808000" y="541800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104" name="image" descr="584e1a83a3e0dd82.jpg"/>
          <p:cNvPicPr>
            <a:picLocks noChangeAspect="1"/>
          </p:cNvPicPr>
          <p:nvPr/>
        </p:nvPicPr>
        <p:blipFill>
          <a:blip r:embed="rId13"/>
          <a:srcRect/>
          <a:stretch>
            <a:fillRect/>
          </a:stretch>
        </p:blipFill>
        <p:spPr>
          <a:xfrm>
            <a:off x="4896000" y="5418000"/>
            <a:ext cx="1944000" cy="1236550"/>
          </a:xfrm>
          <a:prstGeom prst="rect">
            <a:avLst/>
          </a:prstGeom>
        </p:spPr>
      </p:pic>
      <p:cxnSp>
        <p:nvCxnSpPr>
          <p:cNvPr id="105" name="card-frame"/>
          <p:cNvCxnSpPr/>
          <p:nvPr/>
        </p:nvCxnSpPr>
        <p:spPr>
          <a:xfrm>
            <a:off x="4896000" y="541800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6" name="card-frame"/>
          <p:cNvCxnSpPr/>
          <p:nvPr/>
        </p:nvCxnSpPr>
        <p:spPr>
          <a:xfrm>
            <a:off x="6840000" y="541800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7" name="card-frame"/>
          <p:cNvCxnSpPr/>
          <p:nvPr/>
        </p:nvCxnSpPr>
        <p:spPr>
          <a:xfrm>
            <a:off x="4896000" y="66545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8" name="card-frame"/>
          <p:cNvCxnSpPr/>
          <p:nvPr/>
        </p:nvCxnSpPr>
        <p:spPr>
          <a:xfrm>
            <a:off x="4896000" y="5418000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109" name="image" descr="487a6d57de981d91.jpg"/>
          <p:cNvPicPr>
            <a:picLocks noChangeAspect="1"/>
          </p:cNvPicPr>
          <p:nvPr/>
        </p:nvPicPr>
        <p:blipFill>
          <a:blip r:embed="rId14"/>
          <a:srcRect/>
          <a:stretch>
            <a:fillRect/>
          </a:stretch>
        </p:blipFill>
        <p:spPr>
          <a:xfrm>
            <a:off x="720000" y="6798550"/>
            <a:ext cx="1944000" cy="1236550"/>
          </a:xfrm>
          <a:prstGeom prst="rect">
            <a:avLst/>
          </a:prstGeom>
        </p:spPr>
      </p:pic>
      <p:cxnSp>
        <p:nvCxnSpPr>
          <p:cNvPr id="110" name="card-frame"/>
          <p:cNvCxnSpPr/>
          <p:nvPr/>
        </p:nvCxnSpPr>
        <p:spPr>
          <a:xfrm>
            <a:off x="720000" y="67985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1" name="card-frame"/>
          <p:cNvCxnSpPr/>
          <p:nvPr/>
        </p:nvCxnSpPr>
        <p:spPr>
          <a:xfrm>
            <a:off x="2664000" y="6798550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2" name="card-frame"/>
          <p:cNvCxnSpPr/>
          <p:nvPr/>
        </p:nvCxnSpPr>
        <p:spPr>
          <a:xfrm>
            <a:off x="720000" y="803510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3" name="card-frame"/>
          <p:cNvCxnSpPr/>
          <p:nvPr/>
        </p:nvCxnSpPr>
        <p:spPr>
          <a:xfrm>
            <a:off x="720000" y="6798550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114" name="image" descr="95b4eb8404543c26.jpg"/>
          <p:cNvPicPr>
            <a:picLocks noChangeAspect="1"/>
          </p:cNvPicPr>
          <p:nvPr/>
        </p:nvPicPr>
        <p:blipFill>
          <a:blip r:embed="rId15"/>
          <a:srcRect/>
          <a:stretch>
            <a:fillRect/>
          </a:stretch>
        </p:blipFill>
        <p:spPr>
          <a:xfrm>
            <a:off x="2808000" y="6798550"/>
            <a:ext cx="1944000" cy="1236550"/>
          </a:xfrm>
          <a:prstGeom prst="rect">
            <a:avLst/>
          </a:prstGeom>
        </p:spPr>
      </p:pic>
      <p:cxnSp>
        <p:nvCxnSpPr>
          <p:cNvPr id="115" name="card-frame"/>
          <p:cNvCxnSpPr/>
          <p:nvPr/>
        </p:nvCxnSpPr>
        <p:spPr>
          <a:xfrm>
            <a:off x="2808000" y="67985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6" name="card-frame"/>
          <p:cNvCxnSpPr/>
          <p:nvPr/>
        </p:nvCxnSpPr>
        <p:spPr>
          <a:xfrm>
            <a:off x="4752000" y="6798550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7" name="card-frame"/>
          <p:cNvCxnSpPr/>
          <p:nvPr/>
        </p:nvCxnSpPr>
        <p:spPr>
          <a:xfrm>
            <a:off x="2808000" y="803510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8" name="card-frame"/>
          <p:cNvCxnSpPr/>
          <p:nvPr/>
        </p:nvCxnSpPr>
        <p:spPr>
          <a:xfrm>
            <a:off x="2808000" y="6798550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119" name="image" descr="1ecfb0590eb61c79.jpg"/>
          <p:cNvPicPr>
            <a:picLocks noChangeAspect="1"/>
          </p:cNvPicPr>
          <p:nvPr/>
        </p:nvPicPr>
        <p:blipFill>
          <a:blip r:embed="rId16"/>
          <a:srcRect/>
          <a:stretch>
            <a:fillRect/>
          </a:stretch>
        </p:blipFill>
        <p:spPr>
          <a:xfrm>
            <a:off x="4896000" y="6798550"/>
            <a:ext cx="1944000" cy="1236550"/>
          </a:xfrm>
          <a:prstGeom prst="rect">
            <a:avLst/>
          </a:prstGeom>
        </p:spPr>
      </p:pic>
      <p:cxnSp>
        <p:nvCxnSpPr>
          <p:cNvPr id="120" name="card-frame"/>
          <p:cNvCxnSpPr/>
          <p:nvPr/>
        </p:nvCxnSpPr>
        <p:spPr>
          <a:xfrm>
            <a:off x="4896000" y="6798550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1" name="card-frame"/>
          <p:cNvCxnSpPr/>
          <p:nvPr/>
        </p:nvCxnSpPr>
        <p:spPr>
          <a:xfrm>
            <a:off x="6840000" y="6798550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2" name="card-frame"/>
          <p:cNvCxnSpPr/>
          <p:nvPr/>
        </p:nvCxnSpPr>
        <p:spPr>
          <a:xfrm>
            <a:off x="4896000" y="803510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3" name="card-frame"/>
          <p:cNvCxnSpPr/>
          <p:nvPr/>
        </p:nvCxnSpPr>
        <p:spPr>
          <a:xfrm>
            <a:off x="4896000" y="6798550"/>
            <a:ext cx="0" cy="1236551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124" name="image" descr="46500c12ecee75da.jpg"/>
          <p:cNvPicPr>
            <a:picLocks noChangeAspect="1"/>
          </p:cNvPicPr>
          <p:nvPr/>
        </p:nvPicPr>
        <p:blipFill>
          <a:blip r:embed="rId17"/>
          <a:srcRect/>
          <a:stretch>
            <a:fillRect/>
          </a:stretch>
        </p:blipFill>
        <p:spPr>
          <a:xfrm>
            <a:off x="720000" y="8179101"/>
            <a:ext cx="1944000" cy="1236550"/>
          </a:xfrm>
          <a:prstGeom prst="rect">
            <a:avLst/>
          </a:prstGeom>
        </p:spPr>
      </p:pic>
      <p:cxnSp>
        <p:nvCxnSpPr>
          <p:cNvPr id="125" name="card-frame"/>
          <p:cNvCxnSpPr/>
          <p:nvPr/>
        </p:nvCxnSpPr>
        <p:spPr>
          <a:xfrm>
            <a:off x="720000" y="817910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6" name="card-frame"/>
          <p:cNvCxnSpPr/>
          <p:nvPr/>
        </p:nvCxnSpPr>
        <p:spPr>
          <a:xfrm>
            <a:off x="2664000" y="8179101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7" name="card-frame"/>
          <p:cNvCxnSpPr/>
          <p:nvPr/>
        </p:nvCxnSpPr>
        <p:spPr>
          <a:xfrm>
            <a:off x="720000" y="941565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8" name="card-frame"/>
          <p:cNvCxnSpPr/>
          <p:nvPr/>
        </p:nvCxnSpPr>
        <p:spPr>
          <a:xfrm>
            <a:off x="720000" y="8179101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129" name="image" descr="cb7c6e08472ddda0.jpg"/>
          <p:cNvPicPr>
            <a:picLocks noChangeAspect="1"/>
          </p:cNvPicPr>
          <p:nvPr/>
        </p:nvPicPr>
        <p:blipFill>
          <a:blip r:embed="rId18"/>
          <a:srcRect/>
          <a:stretch>
            <a:fillRect/>
          </a:stretch>
        </p:blipFill>
        <p:spPr>
          <a:xfrm>
            <a:off x="2808000" y="8179101"/>
            <a:ext cx="1944000" cy="1236550"/>
          </a:xfrm>
          <a:prstGeom prst="rect">
            <a:avLst/>
          </a:prstGeom>
        </p:spPr>
      </p:pic>
      <p:cxnSp>
        <p:nvCxnSpPr>
          <p:cNvPr id="130" name="card-frame"/>
          <p:cNvCxnSpPr/>
          <p:nvPr/>
        </p:nvCxnSpPr>
        <p:spPr>
          <a:xfrm>
            <a:off x="2808000" y="817910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1" name="card-frame"/>
          <p:cNvCxnSpPr/>
          <p:nvPr/>
        </p:nvCxnSpPr>
        <p:spPr>
          <a:xfrm>
            <a:off x="4752000" y="8179101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2" name="card-frame"/>
          <p:cNvCxnSpPr/>
          <p:nvPr/>
        </p:nvCxnSpPr>
        <p:spPr>
          <a:xfrm>
            <a:off x="2808000" y="941565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3" name="card-frame"/>
          <p:cNvCxnSpPr/>
          <p:nvPr/>
        </p:nvCxnSpPr>
        <p:spPr>
          <a:xfrm>
            <a:off x="2808000" y="8179101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pic>
        <p:nvPicPr>
          <p:cNvPr id="134" name="image" descr="1a924d4d65abfbcd.jpg"/>
          <p:cNvPicPr>
            <a:picLocks noChangeAspect="1"/>
          </p:cNvPicPr>
          <p:nvPr/>
        </p:nvPicPr>
        <p:blipFill>
          <a:blip r:embed="rId19"/>
          <a:srcRect/>
          <a:stretch>
            <a:fillRect/>
          </a:stretch>
        </p:blipFill>
        <p:spPr>
          <a:xfrm>
            <a:off x="4896000" y="8179101"/>
            <a:ext cx="1944000" cy="1236550"/>
          </a:xfrm>
          <a:prstGeom prst="rect">
            <a:avLst/>
          </a:prstGeom>
        </p:spPr>
      </p:pic>
      <p:cxnSp>
        <p:nvCxnSpPr>
          <p:cNvPr id="135" name="card-frame"/>
          <p:cNvCxnSpPr/>
          <p:nvPr/>
        </p:nvCxnSpPr>
        <p:spPr>
          <a:xfrm>
            <a:off x="4896000" y="817910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6" name="card-frame"/>
          <p:cNvCxnSpPr/>
          <p:nvPr/>
        </p:nvCxnSpPr>
        <p:spPr>
          <a:xfrm>
            <a:off x="6840000" y="8179101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7" name="card-frame"/>
          <p:cNvCxnSpPr/>
          <p:nvPr/>
        </p:nvCxnSpPr>
        <p:spPr>
          <a:xfrm>
            <a:off x="4896000" y="9415651"/>
            <a:ext cx="1944000" cy="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8" name="card-frame"/>
          <p:cNvCxnSpPr/>
          <p:nvPr/>
        </p:nvCxnSpPr>
        <p:spPr>
          <a:xfrm>
            <a:off x="4896000" y="8179101"/>
            <a:ext cx="0" cy="123655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144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F4F2E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frame"/>
          <p:cNvCxnSpPr/>
          <p:nvPr/>
        </p:nvCxnSpPr>
        <p:spPr>
          <a:xfrm>
            <a:off x="360000" y="360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5" name="frame"/>
          <p:cNvCxnSpPr/>
          <p:nvPr/>
        </p:nvCxnSpPr>
        <p:spPr>
          <a:xfrm>
            <a:off x="720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6" name="frame"/>
          <p:cNvCxnSpPr/>
          <p:nvPr/>
        </p:nvCxnSpPr>
        <p:spPr>
          <a:xfrm flipH="1">
            <a:off x="360000" y="10332000"/>
            <a:ext cx="684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7" name="frame"/>
          <p:cNvCxnSpPr/>
          <p:nvPr/>
        </p:nvCxnSpPr>
        <p:spPr>
          <a:xfrm flipV="1">
            <a:off x="360000" y="360000"/>
            <a:ext cx="0" cy="997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8" name="tick"/>
          <p:cNvCxnSpPr/>
          <p:nvPr/>
        </p:nvCxnSpPr>
        <p:spPr>
          <a:xfrm>
            <a:off x="3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9" name="tick"/>
          <p:cNvCxnSpPr/>
          <p:nvPr/>
        </p:nvCxnSpPr>
        <p:spPr>
          <a:xfrm>
            <a:off x="5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0" name="tick"/>
          <p:cNvCxnSpPr/>
          <p:nvPr/>
        </p:nvCxnSpPr>
        <p:spPr>
          <a:xfrm>
            <a:off x="7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1" name="tick"/>
          <p:cNvCxnSpPr/>
          <p:nvPr/>
        </p:nvCxnSpPr>
        <p:spPr>
          <a:xfrm>
            <a:off x="9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2" name="tick"/>
          <p:cNvCxnSpPr/>
          <p:nvPr/>
        </p:nvCxnSpPr>
        <p:spPr>
          <a:xfrm>
            <a:off x="10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3" name="tick"/>
          <p:cNvCxnSpPr/>
          <p:nvPr/>
        </p:nvCxnSpPr>
        <p:spPr>
          <a:xfrm>
            <a:off x="12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4" name="tick"/>
          <p:cNvCxnSpPr/>
          <p:nvPr/>
        </p:nvCxnSpPr>
        <p:spPr>
          <a:xfrm>
            <a:off x="14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5" name="tick"/>
          <p:cNvCxnSpPr/>
          <p:nvPr/>
        </p:nvCxnSpPr>
        <p:spPr>
          <a:xfrm>
            <a:off x="16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6" name="tick"/>
          <p:cNvCxnSpPr/>
          <p:nvPr/>
        </p:nvCxnSpPr>
        <p:spPr>
          <a:xfrm>
            <a:off x="18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7" name="tick"/>
          <p:cNvCxnSpPr/>
          <p:nvPr/>
        </p:nvCxnSpPr>
        <p:spPr>
          <a:xfrm>
            <a:off x="19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8" name="tick"/>
          <p:cNvCxnSpPr/>
          <p:nvPr/>
        </p:nvCxnSpPr>
        <p:spPr>
          <a:xfrm>
            <a:off x="21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19" name="tick"/>
          <p:cNvCxnSpPr/>
          <p:nvPr/>
        </p:nvCxnSpPr>
        <p:spPr>
          <a:xfrm>
            <a:off x="23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0" name="tick"/>
          <p:cNvCxnSpPr/>
          <p:nvPr/>
        </p:nvCxnSpPr>
        <p:spPr>
          <a:xfrm>
            <a:off x="25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1" name="tick"/>
          <p:cNvCxnSpPr/>
          <p:nvPr/>
        </p:nvCxnSpPr>
        <p:spPr>
          <a:xfrm>
            <a:off x="27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2" name="tick"/>
          <p:cNvCxnSpPr/>
          <p:nvPr/>
        </p:nvCxnSpPr>
        <p:spPr>
          <a:xfrm>
            <a:off x="28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3" name="tick"/>
          <p:cNvCxnSpPr/>
          <p:nvPr/>
        </p:nvCxnSpPr>
        <p:spPr>
          <a:xfrm>
            <a:off x="30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4" name="tick"/>
          <p:cNvCxnSpPr/>
          <p:nvPr/>
        </p:nvCxnSpPr>
        <p:spPr>
          <a:xfrm>
            <a:off x="32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5" name="tick"/>
          <p:cNvCxnSpPr/>
          <p:nvPr/>
        </p:nvCxnSpPr>
        <p:spPr>
          <a:xfrm>
            <a:off x="34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6" name="tick"/>
          <p:cNvCxnSpPr/>
          <p:nvPr/>
        </p:nvCxnSpPr>
        <p:spPr>
          <a:xfrm>
            <a:off x="36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7" name="tick"/>
          <p:cNvCxnSpPr/>
          <p:nvPr/>
        </p:nvCxnSpPr>
        <p:spPr>
          <a:xfrm>
            <a:off x="37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8" name="tick"/>
          <p:cNvCxnSpPr/>
          <p:nvPr/>
        </p:nvCxnSpPr>
        <p:spPr>
          <a:xfrm>
            <a:off x="39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29" name="tick"/>
          <p:cNvCxnSpPr/>
          <p:nvPr/>
        </p:nvCxnSpPr>
        <p:spPr>
          <a:xfrm>
            <a:off x="41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0" name="tick"/>
          <p:cNvCxnSpPr/>
          <p:nvPr/>
        </p:nvCxnSpPr>
        <p:spPr>
          <a:xfrm>
            <a:off x="43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1" name="tick"/>
          <p:cNvCxnSpPr/>
          <p:nvPr/>
        </p:nvCxnSpPr>
        <p:spPr>
          <a:xfrm>
            <a:off x="45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2" name="tick"/>
          <p:cNvCxnSpPr/>
          <p:nvPr/>
        </p:nvCxnSpPr>
        <p:spPr>
          <a:xfrm>
            <a:off x="46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3" name="tick"/>
          <p:cNvCxnSpPr/>
          <p:nvPr/>
        </p:nvCxnSpPr>
        <p:spPr>
          <a:xfrm>
            <a:off x="48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4" name="tick"/>
          <p:cNvCxnSpPr/>
          <p:nvPr/>
        </p:nvCxnSpPr>
        <p:spPr>
          <a:xfrm>
            <a:off x="50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5" name="tick"/>
          <p:cNvCxnSpPr/>
          <p:nvPr/>
        </p:nvCxnSpPr>
        <p:spPr>
          <a:xfrm>
            <a:off x="52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6" name="tick"/>
          <p:cNvCxnSpPr/>
          <p:nvPr/>
        </p:nvCxnSpPr>
        <p:spPr>
          <a:xfrm>
            <a:off x="54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7" name="tick"/>
          <p:cNvCxnSpPr/>
          <p:nvPr/>
        </p:nvCxnSpPr>
        <p:spPr>
          <a:xfrm>
            <a:off x="558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8" name="tick"/>
          <p:cNvCxnSpPr/>
          <p:nvPr/>
        </p:nvCxnSpPr>
        <p:spPr>
          <a:xfrm>
            <a:off x="576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39" name="tick"/>
          <p:cNvCxnSpPr/>
          <p:nvPr/>
        </p:nvCxnSpPr>
        <p:spPr>
          <a:xfrm>
            <a:off x="594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0" name="tick"/>
          <p:cNvCxnSpPr/>
          <p:nvPr/>
        </p:nvCxnSpPr>
        <p:spPr>
          <a:xfrm>
            <a:off x="612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1" name="tick"/>
          <p:cNvCxnSpPr/>
          <p:nvPr/>
        </p:nvCxnSpPr>
        <p:spPr>
          <a:xfrm>
            <a:off x="630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2" name="tick"/>
          <p:cNvCxnSpPr/>
          <p:nvPr/>
        </p:nvCxnSpPr>
        <p:spPr>
          <a:xfrm>
            <a:off x="648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3" name="tick"/>
          <p:cNvCxnSpPr/>
          <p:nvPr/>
        </p:nvCxnSpPr>
        <p:spPr>
          <a:xfrm>
            <a:off x="666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4" name="tick"/>
          <p:cNvCxnSpPr/>
          <p:nvPr/>
        </p:nvCxnSpPr>
        <p:spPr>
          <a:xfrm>
            <a:off x="684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5" name="tick"/>
          <p:cNvCxnSpPr/>
          <p:nvPr/>
        </p:nvCxnSpPr>
        <p:spPr>
          <a:xfrm>
            <a:off x="7020000" y="360000"/>
            <a:ext cx="0" cy="43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6" name="tick"/>
          <p:cNvCxnSpPr/>
          <p:nvPr/>
        </p:nvCxnSpPr>
        <p:spPr>
          <a:xfrm>
            <a:off x="7200000" y="360000"/>
            <a:ext cx="0" cy="79200"/>
          </a:xfrm>
          <a:prstGeom prst="line">
            <a:avLst/>
          </a:prstGeom>
          <a:ln w="5080">
            <a:solidFill>
              <a:srgbClr val="C8C3D2"/>
            </a:solidFill>
          </a:ln>
          <a:effectLst/>
        </p:spPr>
      </p:cxnSp>
      <p:cxnSp>
        <p:nvCxnSpPr>
          <p:cNvPr id="47" name="frame"/>
          <p:cNvCxnSpPr/>
          <p:nvPr/>
        </p:nvCxnSpPr>
        <p:spPr>
          <a:xfrm>
            <a:off x="6768000" y="10080000"/>
            <a:ext cx="432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cxnSp>
        <p:nvCxnSpPr>
          <p:cNvPr id="48" name="frame"/>
          <p:cNvCxnSpPr/>
          <p:nvPr/>
        </p:nvCxnSpPr>
        <p:spPr>
          <a:xfrm>
            <a:off x="6768000" y="10080000"/>
            <a:ext cx="0" cy="25200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49" name="folio: 31"/>
          <p:cNvSpPr txBox="1"/>
          <p:nvPr/>
        </p:nvSpPr>
        <p:spPr>
          <a:xfrm>
            <a:off x="6768000" y="10159913"/>
            <a:ext cx="432000" cy="11557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56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31</a:t>
            </a:r>
          </a:p>
        </p:txBody>
      </p:sp>
      <p:sp>
        <p:nvSpPr>
          <p:cNvPr id="50" name="logo"/>
          <p:cNvSpPr/>
          <p:nvPr/>
        </p:nvSpPr>
        <p:spPr>
          <a:xfrm>
            <a:off x="5917789" y="684923"/>
            <a:ext cx="915433" cy="557688"/>
          </a:xfrm>
          <a:custGeom>
            <a:avLst/>
            <a:gdLst/>
            <a:ahLst/>
            <a:cxnLst/>
            <a:rect l="0" t="0" r="r" b="b"/>
            <a:pathLst>
              <a:path w="915433" h="557688">
                <a:moveTo>
                  <a:pt x="858111" y="266"/>
                </a:moveTo>
                <a:lnTo>
                  <a:pt x="853463" y="2115"/>
                </a:lnTo>
                <a:lnTo>
                  <a:pt x="849623" y="4145"/>
                </a:lnTo>
                <a:lnTo>
                  <a:pt x="843946" y="13345"/>
                </a:lnTo>
                <a:lnTo>
                  <a:pt x="819094" y="25899"/>
                </a:lnTo>
                <a:lnTo>
                  <a:pt x="811387" y="31009"/>
                </a:lnTo>
                <a:lnTo>
                  <a:pt x="802219" y="38294"/>
                </a:lnTo>
                <a:lnTo>
                  <a:pt x="799654" y="41244"/>
                </a:lnTo>
                <a:lnTo>
                  <a:pt x="797023" y="45753"/>
                </a:lnTo>
                <a:lnTo>
                  <a:pt x="792628" y="51177"/>
                </a:lnTo>
                <a:lnTo>
                  <a:pt x="791421" y="53752"/>
                </a:lnTo>
                <a:lnTo>
                  <a:pt x="791373" y="55684"/>
                </a:lnTo>
                <a:lnTo>
                  <a:pt x="792210" y="57654"/>
                </a:lnTo>
                <a:lnTo>
                  <a:pt x="795817" y="60988"/>
                </a:lnTo>
                <a:lnTo>
                  <a:pt x="796310" y="62078"/>
                </a:lnTo>
                <a:lnTo>
                  <a:pt x="794953" y="62875"/>
                </a:lnTo>
                <a:lnTo>
                  <a:pt x="790868" y="63989"/>
                </a:lnTo>
                <a:lnTo>
                  <a:pt x="789532" y="64939"/>
                </a:lnTo>
                <a:lnTo>
                  <a:pt x="786893" y="70284"/>
                </a:lnTo>
                <a:lnTo>
                  <a:pt x="781022" y="76463"/>
                </a:lnTo>
                <a:lnTo>
                  <a:pt x="779077" y="79310"/>
                </a:lnTo>
                <a:lnTo>
                  <a:pt x="776964" y="83462"/>
                </a:lnTo>
                <a:lnTo>
                  <a:pt x="775584" y="83955"/>
                </a:lnTo>
                <a:lnTo>
                  <a:pt x="773687" y="83799"/>
                </a:lnTo>
                <a:lnTo>
                  <a:pt x="768554" y="81356"/>
                </a:lnTo>
                <a:lnTo>
                  <a:pt x="767201" y="81090"/>
                </a:lnTo>
                <a:lnTo>
                  <a:pt x="761837" y="82375"/>
                </a:lnTo>
                <a:lnTo>
                  <a:pt x="758028" y="83830"/>
                </a:lnTo>
                <a:lnTo>
                  <a:pt x="755555" y="85435"/>
                </a:lnTo>
                <a:lnTo>
                  <a:pt x="754261" y="86887"/>
                </a:lnTo>
                <a:lnTo>
                  <a:pt x="748309" y="95867"/>
                </a:lnTo>
                <a:lnTo>
                  <a:pt x="744705" y="98534"/>
                </a:lnTo>
                <a:lnTo>
                  <a:pt x="742150" y="99336"/>
                </a:lnTo>
                <a:lnTo>
                  <a:pt x="740271" y="99350"/>
                </a:lnTo>
                <a:lnTo>
                  <a:pt x="735088" y="96041"/>
                </a:lnTo>
                <a:lnTo>
                  <a:pt x="732066" y="95265"/>
                </a:lnTo>
                <a:lnTo>
                  <a:pt x="728863" y="95415"/>
                </a:lnTo>
                <a:lnTo>
                  <a:pt x="725641" y="96484"/>
                </a:lnTo>
                <a:lnTo>
                  <a:pt x="719601" y="100274"/>
                </a:lnTo>
                <a:lnTo>
                  <a:pt x="703971" y="107876"/>
                </a:lnTo>
                <a:lnTo>
                  <a:pt x="702340" y="109136"/>
                </a:lnTo>
                <a:lnTo>
                  <a:pt x="700788" y="111667"/>
                </a:lnTo>
                <a:lnTo>
                  <a:pt x="701565" y="118091"/>
                </a:lnTo>
                <a:lnTo>
                  <a:pt x="703511" y="122238"/>
                </a:lnTo>
                <a:lnTo>
                  <a:pt x="703421" y="124192"/>
                </a:lnTo>
                <a:lnTo>
                  <a:pt x="701570" y="125583"/>
                </a:lnTo>
                <a:lnTo>
                  <a:pt x="696269" y="127243"/>
                </a:lnTo>
                <a:lnTo>
                  <a:pt x="693324" y="129322"/>
                </a:lnTo>
                <a:lnTo>
                  <a:pt x="691634" y="128930"/>
                </a:lnTo>
                <a:lnTo>
                  <a:pt x="688617" y="127130"/>
                </a:lnTo>
                <a:lnTo>
                  <a:pt x="682037" y="122772"/>
                </a:lnTo>
                <a:lnTo>
                  <a:pt x="673845" y="116697"/>
                </a:lnTo>
                <a:lnTo>
                  <a:pt x="657531" y="105851"/>
                </a:lnTo>
                <a:lnTo>
                  <a:pt x="647924" y="99069"/>
                </a:lnTo>
                <a:lnTo>
                  <a:pt x="636176" y="89885"/>
                </a:lnTo>
                <a:lnTo>
                  <a:pt x="616545" y="75645"/>
                </a:lnTo>
                <a:lnTo>
                  <a:pt x="613507" y="73926"/>
                </a:lnTo>
                <a:lnTo>
                  <a:pt x="612062" y="74111"/>
                </a:lnTo>
                <a:lnTo>
                  <a:pt x="611388" y="75142"/>
                </a:lnTo>
                <a:lnTo>
                  <a:pt x="611958" y="77336"/>
                </a:lnTo>
                <a:lnTo>
                  <a:pt x="612782" y="78599"/>
                </a:lnTo>
                <a:lnTo>
                  <a:pt x="614919" y="80371"/>
                </a:lnTo>
                <a:lnTo>
                  <a:pt x="631538" y="92543"/>
                </a:lnTo>
                <a:lnTo>
                  <a:pt x="651501" y="106510"/>
                </a:lnTo>
                <a:lnTo>
                  <a:pt x="663667" y="115694"/>
                </a:lnTo>
                <a:lnTo>
                  <a:pt x="668578" y="119003"/>
                </a:lnTo>
                <a:lnTo>
                  <a:pt x="672656" y="120954"/>
                </a:lnTo>
                <a:lnTo>
                  <a:pt x="677277" y="123804"/>
                </a:lnTo>
                <a:lnTo>
                  <a:pt x="680901" y="126689"/>
                </a:lnTo>
                <a:lnTo>
                  <a:pt x="682657" y="128703"/>
                </a:lnTo>
                <a:lnTo>
                  <a:pt x="683258" y="130221"/>
                </a:lnTo>
                <a:lnTo>
                  <a:pt x="683823" y="139204"/>
                </a:lnTo>
                <a:lnTo>
                  <a:pt x="681634" y="139233"/>
                </a:lnTo>
                <a:lnTo>
                  <a:pt x="680214" y="138295"/>
                </a:lnTo>
                <a:lnTo>
                  <a:pt x="678941" y="136477"/>
                </a:lnTo>
                <a:lnTo>
                  <a:pt x="677406" y="133100"/>
                </a:lnTo>
                <a:lnTo>
                  <a:pt x="675922" y="131149"/>
                </a:lnTo>
                <a:lnTo>
                  <a:pt x="668855" y="123911"/>
                </a:lnTo>
                <a:lnTo>
                  <a:pt x="666737" y="122141"/>
                </a:lnTo>
                <a:lnTo>
                  <a:pt x="665166" y="121431"/>
                </a:lnTo>
                <a:lnTo>
                  <a:pt x="663750" y="121606"/>
                </a:lnTo>
                <a:lnTo>
                  <a:pt x="660047" y="123325"/>
                </a:lnTo>
                <a:lnTo>
                  <a:pt x="652776" y="123534"/>
                </a:lnTo>
                <a:lnTo>
                  <a:pt x="649575" y="127906"/>
                </a:lnTo>
                <a:lnTo>
                  <a:pt x="648321" y="132868"/>
                </a:lnTo>
                <a:lnTo>
                  <a:pt x="647199" y="133705"/>
                </a:lnTo>
                <a:lnTo>
                  <a:pt x="644783" y="134599"/>
                </a:lnTo>
                <a:lnTo>
                  <a:pt x="642926" y="134578"/>
                </a:lnTo>
                <a:lnTo>
                  <a:pt x="638671" y="132254"/>
                </a:lnTo>
                <a:lnTo>
                  <a:pt x="636203" y="131526"/>
                </a:lnTo>
                <a:lnTo>
                  <a:pt x="629204" y="133150"/>
                </a:lnTo>
                <a:lnTo>
                  <a:pt x="626261" y="133449"/>
                </a:lnTo>
                <a:lnTo>
                  <a:pt x="624382" y="133208"/>
                </a:lnTo>
                <a:lnTo>
                  <a:pt x="620817" y="130387"/>
                </a:lnTo>
                <a:lnTo>
                  <a:pt x="619264" y="128131"/>
                </a:lnTo>
                <a:lnTo>
                  <a:pt x="620563" y="123332"/>
                </a:lnTo>
                <a:lnTo>
                  <a:pt x="621211" y="115917"/>
                </a:lnTo>
                <a:lnTo>
                  <a:pt x="620977" y="112754"/>
                </a:lnTo>
                <a:lnTo>
                  <a:pt x="619611" y="110632"/>
                </a:lnTo>
                <a:lnTo>
                  <a:pt x="614668" y="106026"/>
                </a:lnTo>
                <a:lnTo>
                  <a:pt x="611673" y="104047"/>
                </a:lnTo>
                <a:lnTo>
                  <a:pt x="609159" y="103476"/>
                </a:lnTo>
                <a:lnTo>
                  <a:pt x="602035" y="103248"/>
                </a:lnTo>
                <a:lnTo>
                  <a:pt x="599432" y="102814"/>
                </a:lnTo>
                <a:lnTo>
                  <a:pt x="598625" y="102106"/>
                </a:lnTo>
                <a:lnTo>
                  <a:pt x="597853" y="98823"/>
                </a:lnTo>
                <a:lnTo>
                  <a:pt x="597034" y="97455"/>
                </a:lnTo>
                <a:lnTo>
                  <a:pt x="595404" y="96437"/>
                </a:lnTo>
                <a:lnTo>
                  <a:pt x="591393" y="94995"/>
                </a:lnTo>
                <a:lnTo>
                  <a:pt x="586823" y="96677"/>
                </a:lnTo>
                <a:lnTo>
                  <a:pt x="584039" y="98964"/>
                </a:lnTo>
                <a:lnTo>
                  <a:pt x="584527" y="109102"/>
                </a:lnTo>
                <a:lnTo>
                  <a:pt x="585183" y="112200"/>
                </a:lnTo>
                <a:lnTo>
                  <a:pt x="585532" y="112597"/>
                </a:lnTo>
                <a:lnTo>
                  <a:pt x="586504" y="112568"/>
                </a:lnTo>
                <a:lnTo>
                  <a:pt x="589889" y="110595"/>
                </a:lnTo>
                <a:lnTo>
                  <a:pt x="591315" y="110649"/>
                </a:lnTo>
                <a:lnTo>
                  <a:pt x="592906" y="111289"/>
                </a:lnTo>
                <a:lnTo>
                  <a:pt x="601214" y="117455"/>
                </a:lnTo>
                <a:lnTo>
                  <a:pt x="607516" y="123404"/>
                </a:lnTo>
                <a:lnTo>
                  <a:pt x="607935" y="125404"/>
                </a:lnTo>
                <a:lnTo>
                  <a:pt x="607634" y="126556"/>
                </a:lnTo>
                <a:lnTo>
                  <a:pt x="605981" y="129415"/>
                </a:lnTo>
                <a:lnTo>
                  <a:pt x="601738" y="134922"/>
                </a:lnTo>
                <a:lnTo>
                  <a:pt x="600637" y="137786"/>
                </a:lnTo>
                <a:lnTo>
                  <a:pt x="600646" y="139245"/>
                </a:lnTo>
                <a:lnTo>
                  <a:pt x="601284" y="141593"/>
                </a:lnTo>
                <a:lnTo>
                  <a:pt x="602443" y="143616"/>
                </a:lnTo>
                <a:lnTo>
                  <a:pt x="603989" y="145171"/>
                </a:lnTo>
                <a:lnTo>
                  <a:pt x="606665" y="146350"/>
                </a:lnTo>
                <a:lnTo>
                  <a:pt x="610013" y="146521"/>
                </a:lnTo>
                <a:lnTo>
                  <a:pt x="614826" y="145819"/>
                </a:lnTo>
                <a:lnTo>
                  <a:pt x="619531" y="144077"/>
                </a:lnTo>
                <a:lnTo>
                  <a:pt x="623150" y="144605"/>
                </a:lnTo>
                <a:lnTo>
                  <a:pt x="627606" y="143541"/>
                </a:lnTo>
                <a:lnTo>
                  <a:pt x="629650" y="144356"/>
                </a:lnTo>
                <a:lnTo>
                  <a:pt x="657484" y="167917"/>
                </a:lnTo>
                <a:lnTo>
                  <a:pt x="658694" y="169349"/>
                </a:lnTo>
                <a:lnTo>
                  <a:pt x="661813" y="171567"/>
                </a:lnTo>
                <a:lnTo>
                  <a:pt x="670253" y="178777"/>
                </a:lnTo>
                <a:lnTo>
                  <a:pt x="678590" y="186344"/>
                </a:lnTo>
                <a:lnTo>
                  <a:pt x="684278" y="190526"/>
                </a:lnTo>
                <a:lnTo>
                  <a:pt x="686503" y="193258"/>
                </a:lnTo>
                <a:lnTo>
                  <a:pt x="693039" y="198768"/>
                </a:lnTo>
                <a:lnTo>
                  <a:pt x="697304" y="201877"/>
                </a:lnTo>
                <a:lnTo>
                  <a:pt x="698296" y="203039"/>
                </a:lnTo>
                <a:lnTo>
                  <a:pt x="700492" y="203450"/>
                </a:lnTo>
                <a:lnTo>
                  <a:pt x="701435" y="202737"/>
                </a:lnTo>
                <a:lnTo>
                  <a:pt x="701385" y="201740"/>
                </a:lnTo>
                <a:lnTo>
                  <a:pt x="697995" y="198475"/>
                </a:lnTo>
                <a:lnTo>
                  <a:pt x="694690" y="196061"/>
                </a:lnTo>
                <a:lnTo>
                  <a:pt x="689611" y="191311"/>
                </a:lnTo>
                <a:lnTo>
                  <a:pt x="685395" y="188884"/>
                </a:lnTo>
                <a:lnTo>
                  <a:pt x="682408" y="186636"/>
                </a:lnTo>
                <a:lnTo>
                  <a:pt x="680737" y="184647"/>
                </a:lnTo>
                <a:lnTo>
                  <a:pt x="673886" y="179695"/>
                </a:lnTo>
                <a:lnTo>
                  <a:pt x="641655" y="149671"/>
                </a:lnTo>
                <a:lnTo>
                  <a:pt x="640267" y="147711"/>
                </a:lnTo>
                <a:lnTo>
                  <a:pt x="640269" y="145590"/>
                </a:lnTo>
                <a:lnTo>
                  <a:pt x="642070" y="144334"/>
                </a:lnTo>
                <a:lnTo>
                  <a:pt x="649417" y="142920"/>
                </a:lnTo>
                <a:lnTo>
                  <a:pt x="653274" y="141439"/>
                </a:lnTo>
                <a:lnTo>
                  <a:pt x="655339" y="139924"/>
                </a:lnTo>
                <a:lnTo>
                  <a:pt x="656901" y="138059"/>
                </a:lnTo>
                <a:lnTo>
                  <a:pt x="659112" y="133291"/>
                </a:lnTo>
                <a:lnTo>
                  <a:pt x="660779" y="132532"/>
                </a:lnTo>
                <a:lnTo>
                  <a:pt x="662711" y="132498"/>
                </a:lnTo>
                <a:lnTo>
                  <a:pt x="665747" y="133599"/>
                </a:lnTo>
                <a:lnTo>
                  <a:pt x="667819" y="135318"/>
                </a:lnTo>
                <a:lnTo>
                  <a:pt x="668780" y="142087"/>
                </a:lnTo>
                <a:lnTo>
                  <a:pt x="678592" y="149311"/>
                </a:lnTo>
                <a:lnTo>
                  <a:pt x="681699" y="149998"/>
                </a:lnTo>
                <a:lnTo>
                  <a:pt x="695356" y="150779"/>
                </a:lnTo>
                <a:lnTo>
                  <a:pt x="696687" y="149451"/>
                </a:lnTo>
                <a:lnTo>
                  <a:pt x="696928" y="148470"/>
                </a:lnTo>
                <a:lnTo>
                  <a:pt x="695123" y="143902"/>
                </a:lnTo>
                <a:lnTo>
                  <a:pt x="695053" y="141716"/>
                </a:lnTo>
                <a:lnTo>
                  <a:pt x="696360" y="140490"/>
                </a:lnTo>
                <a:lnTo>
                  <a:pt x="699386" y="140412"/>
                </a:lnTo>
                <a:lnTo>
                  <a:pt x="706003" y="144200"/>
                </a:lnTo>
                <a:lnTo>
                  <a:pt x="711355" y="148094"/>
                </a:lnTo>
                <a:lnTo>
                  <a:pt x="716447" y="151087"/>
                </a:lnTo>
                <a:lnTo>
                  <a:pt x="738627" y="165937"/>
                </a:lnTo>
                <a:lnTo>
                  <a:pt x="740052" y="166487"/>
                </a:lnTo>
                <a:lnTo>
                  <a:pt x="741365" y="166309"/>
                </a:lnTo>
                <a:lnTo>
                  <a:pt x="741833" y="165959"/>
                </a:lnTo>
                <a:lnTo>
                  <a:pt x="741974" y="164861"/>
                </a:lnTo>
                <a:lnTo>
                  <a:pt x="741152" y="163409"/>
                </a:lnTo>
                <a:lnTo>
                  <a:pt x="739487" y="161819"/>
                </a:lnTo>
                <a:lnTo>
                  <a:pt x="716244" y="146271"/>
                </a:lnTo>
                <a:lnTo>
                  <a:pt x="711804" y="142824"/>
                </a:lnTo>
                <a:lnTo>
                  <a:pt x="706483" y="139519"/>
                </a:lnTo>
                <a:lnTo>
                  <a:pt x="703733" y="136696"/>
                </a:lnTo>
                <a:lnTo>
                  <a:pt x="703208" y="135382"/>
                </a:lnTo>
                <a:lnTo>
                  <a:pt x="703454" y="134803"/>
                </a:lnTo>
                <a:lnTo>
                  <a:pt x="707688" y="133145"/>
                </a:lnTo>
                <a:lnTo>
                  <a:pt x="715789" y="125456"/>
                </a:lnTo>
                <a:lnTo>
                  <a:pt x="715570" y="122097"/>
                </a:lnTo>
                <a:lnTo>
                  <a:pt x="711485" y="116596"/>
                </a:lnTo>
                <a:lnTo>
                  <a:pt x="711183" y="115517"/>
                </a:lnTo>
                <a:lnTo>
                  <a:pt x="711587" y="114207"/>
                </a:lnTo>
                <a:lnTo>
                  <a:pt x="715724" y="111617"/>
                </a:lnTo>
                <a:lnTo>
                  <a:pt x="723728" y="108394"/>
                </a:lnTo>
                <a:lnTo>
                  <a:pt x="732492" y="109248"/>
                </a:lnTo>
                <a:lnTo>
                  <a:pt x="750680" y="106193"/>
                </a:lnTo>
                <a:lnTo>
                  <a:pt x="752452" y="105000"/>
                </a:lnTo>
                <a:lnTo>
                  <a:pt x="753804" y="103529"/>
                </a:lnTo>
                <a:lnTo>
                  <a:pt x="760785" y="93305"/>
                </a:lnTo>
                <a:lnTo>
                  <a:pt x="763050" y="91142"/>
                </a:lnTo>
                <a:lnTo>
                  <a:pt x="764161" y="90545"/>
                </a:lnTo>
                <a:lnTo>
                  <a:pt x="765280" y="90263"/>
                </a:lnTo>
                <a:lnTo>
                  <a:pt x="767594" y="90627"/>
                </a:lnTo>
                <a:lnTo>
                  <a:pt x="771077" y="92738"/>
                </a:lnTo>
                <a:lnTo>
                  <a:pt x="774160" y="93555"/>
                </a:lnTo>
                <a:lnTo>
                  <a:pt x="779053" y="93822"/>
                </a:lnTo>
                <a:lnTo>
                  <a:pt x="781342" y="93088"/>
                </a:lnTo>
                <a:lnTo>
                  <a:pt x="783144" y="91262"/>
                </a:lnTo>
                <a:lnTo>
                  <a:pt x="786206" y="84977"/>
                </a:lnTo>
                <a:lnTo>
                  <a:pt x="788015" y="82203"/>
                </a:lnTo>
                <a:lnTo>
                  <a:pt x="795898" y="73428"/>
                </a:lnTo>
                <a:lnTo>
                  <a:pt x="803725" y="68394"/>
                </a:lnTo>
                <a:lnTo>
                  <a:pt x="807410" y="64885"/>
                </a:lnTo>
                <a:lnTo>
                  <a:pt x="807718" y="63655"/>
                </a:lnTo>
                <a:lnTo>
                  <a:pt x="807295" y="61938"/>
                </a:lnTo>
                <a:lnTo>
                  <a:pt x="803692" y="55154"/>
                </a:lnTo>
                <a:lnTo>
                  <a:pt x="803341" y="53700"/>
                </a:lnTo>
                <a:lnTo>
                  <a:pt x="804033" y="51373"/>
                </a:lnTo>
                <a:lnTo>
                  <a:pt x="806940" y="46561"/>
                </a:lnTo>
                <a:lnTo>
                  <a:pt x="810070" y="43115"/>
                </a:lnTo>
                <a:lnTo>
                  <a:pt x="816159" y="38500"/>
                </a:lnTo>
                <a:lnTo>
                  <a:pt x="825805" y="32319"/>
                </a:lnTo>
                <a:lnTo>
                  <a:pt x="827951" y="31285"/>
                </a:lnTo>
                <a:lnTo>
                  <a:pt x="829812" y="31057"/>
                </a:lnTo>
                <a:lnTo>
                  <a:pt x="831786" y="32172"/>
                </a:lnTo>
                <a:lnTo>
                  <a:pt x="846350" y="44675"/>
                </a:lnTo>
                <a:lnTo>
                  <a:pt x="852211" y="48367"/>
                </a:lnTo>
                <a:lnTo>
                  <a:pt x="853226" y="49973"/>
                </a:lnTo>
                <a:lnTo>
                  <a:pt x="854918" y="55204"/>
                </a:lnTo>
                <a:lnTo>
                  <a:pt x="856544" y="57769"/>
                </a:lnTo>
                <a:lnTo>
                  <a:pt x="859118" y="59307"/>
                </a:lnTo>
                <a:lnTo>
                  <a:pt x="867163" y="61696"/>
                </a:lnTo>
                <a:lnTo>
                  <a:pt x="868614" y="62686"/>
                </a:lnTo>
                <a:lnTo>
                  <a:pt x="870104" y="64408"/>
                </a:lnTo>
                <a:lnTo>
                  <a:pt x="869974" y="75509"/>
                </a:lnTo>
                <a:lnTo>
                  <a:pt x="872909" y="93684"/>
                </a:lnTo>
                <a:lnTo>
                  <a:pt x="874609" y="100312"/>
                </a:lnTo>
                <a:lnTo>
                  <a:pt x="874726" y="102824"/>
                </a:lnTo>
                <a:lnTo>
                  <a:pt x="873818" y="104738"/>
                </a:lnTo>
                <a:lnTo>
                  <a:pt x="870692" y="107498"/>
                </a:lnTo>
                <a:lnTo>
                  <a:pt x="868715" y="110262"/>
                </a:lnTo>
                <a:lnTo>
                  <a:pt x="867301" y="114459"/>
                </a:lnTo>
                <a:lnTo>
                  <a:pt x="865305" y="123301"/>
                </a:lnTo>
                <a:lnTo>
                  <a:pt x="864361" y="125045"/>
                </a:lnTo>
                <a:lnTo>
                  <a:pt x="863323" y="125020"/>
                </a:lnTo>
                <a:lnTo>
                  <a:pt x="859553" y="121623"/>
                </a:lnTo>
                <a:lnTo>
                  <a:pt x="856459" y="118087"/>
                </a:lnTo>
                <a:lnTo>
                  <a:pt x="853275" y="113250"/>
                </a:lnTo>
                <a:lnTo>
                  <a:pt x="850955" y="111356"/>
                </a:lnTo>
                <a:lnTo>
                  <a:pt x="849592" y="111609"/>
                </a:lnTo>
                <a:lnTo>
                  <a:pt x="848096" y="112556"/>
                </a:lnTo>
                <a:lnTo>
                  <a:pt x="836958" y="121792"/>
                </a:lnTo>
                <a:lnTo>
                  <a:pt x="836556" y="122875"/>
                </a:lnTo>
                <a:lnTo>
                  <a:pt x="836890" y="124161"/>
                </a:lnTo>
                <a:lnTo>
                  <a:pt x="841568" y="130054"/>
                </a:lnTo>
                <a:lnTo>
                  <a:pt x="842301" y="131635"/>
                </a:lnTo>
                <a:lnTo>
                  <a:pt x="842125" y="132828"/>
                </a:lnTo>
                <a:lnTo>
                  <a:pt x="841032" y="133667"/>
                </a:lnTo>
                <a:lnTo>
                  <a:pt x="836886" y="134872"/>
                </a:lnTo>
                <a:lnTo>
                  <a:pt x="833427" y="137230"/>
                </a:lnTo>
                <a:lnTo>
                  <a:pt x="829855" y="141009"/>
                </a:lnTo>
                <a:lnTo>
                  <a:pt x="825895" y="146725"/>
                </a:lnTo>
                <a:lnTo>
                  <a:pt x="826183" y="156175"/>
                </a:lnTo>
                <a:lnTo>
                  <a:pt x="829258" y="170522"/>
                </a:lnTo>
                <a:lnTo>
                  <a:pt x="831856" y="176726"/>
                </a:lnTo>
                <a:lnTo>
                  <a:pt x="832149" y="178967"/>
                </a:lnTo>
                <a:lnTo>
                  <a:pt x="831933" y="179851"/>
                </a:lnTo>
                <a:lnTo>
                  <a:pt x="831471" y="180587"/>
                </a:lnTo>
                <a:lnTo>
                  <a:pt x="829798" y="181645"/>
                </a:lnTo>
                <a:lnTo>
                  <a:pt x="822704" y="182989"/>
                </a:lnTo>
                <a:lnTo>
                  <a:pt x="819141" y="184410"/>
                </a:lnTo>
                <a:lnTo>
                  <a:pt x="817637" y="185388"/>
                </a:lnTo>
                <a:lnTo>
                  <a:pt x="816297" y="186558"/>
                </a:lnTo>
                <a:lnTo>
                  <a:pt x="814048" y="189524"/>
                </a:lnTo>
                <a:lnTo>
                  <a:pt x="811348" y="195348"/>
                </a:lnTo>
                <a:lnTo>
                  <a:pt x="809619" y="197600"/>
                </a:lnTo>
                <a:lnTo>
                  <a:pt x="809447" y="198853"/>
                </a:lnTo>
                <a:lnTo>
                  <a:pt x="810527" y="200196"/>
                </a:lnTo>
                <a:lnTo>
                  <a:pt x="812967" y="201875"/>
                </a:lnTo>
                <a:lnTo>
                  <a:pt x="815309" y="202882"/>
                </a:lnTo>
                <a:lnTo>
                  <a:pt x="816583" y="202838"/>
                </a:lnTo>
                <a:lnTo>
                  <a:pt x="818512" y="201683"/>
                </a:lnTo>
                <a:lnTo>
                  <a:pt x="820766" y="199326"/>
                </a:lnTo>
                <a:lnTo>
                  <a:pt x="822317" y="193486"/>
                </a:lnTo>
                <a:lnTo>
                  <a:pt x="824008" y="191473"/>
                </a:lnTo>
                <a:lnTo>
                  <a:pt x="826312" y="190935"/>
                </a:lnTo>
                <a:lnTo>
                  <a:pt x="830013" y="193701"/>
                </a:lnTo>
                <a:lnTo>
                  <a:pt x="832330" y="194152"/>
                </a:lnTo>
                <a:lnTo>
                  <a:pt x="834056" y="193945"/>
                </a:lnTo>
                <a:lnTo>
                  <a:pt x="835469" y="193276"/>
                </a:lnTo>
                <a:lnTo>
                  <a:pt x="837152" y="191255"/>
                </a:lnTo>
                <a:lnTo>
                  <a:pt x="839514" y="185433"/>
                </a:lnTo>
                <a:lnTo>
                  <a:pt x="841841" y="181668"/>
                </a:lnTo>
                <a:lnTo>
                  <a:pt x="844588" y="178156"/>
                </a:lnTo>
                <a:lnTo>
                  <a:pt x="845372" y="175763"/>
                </a:lnTo>
                <a:lnTo>
                  <a:pt x="844504" y="173758"/>
                </a:lnTo>
                <a:lnTo>
                  <a:pt x="840168" y="171589"/>
                </a:lnTo>
                <a:lnTo>
                  <a:pt x="838458" y="168865"/>
                </a:lnTo>
                <a:lnTo>
                  <a:pt x="836698" y="162744"/>
                </a:lnTo>
                <a:lnTo>
                  <a:pt x="835526" y="156971"/>
                </a:lnTo>
                <a:lnTo>
                  <a:pt x="835004" y="152214"/>
                </a:lnTo>
                <a:lnTo>
                  <a:pt x="835213" y="149149"/>
                </a:lnTo>
                <a:lnTo>
                  <a:pt x="837511" y="145764"/>
                </a:lnTo>
                <a:lnTo>
                  <a:pt x="839403" y="144239"/>
                </a:lnTo>
                <a:lnTo>
                  <a:pt x="840436" y="143884"/>
                </a:lnTo>
                <a:lnTo>
                  <a:pt x="846211" y="146766"/>
                </a:lnTo>
                <a:lnTo>
                  <a:pt x="849681" y="146887"/>
                </a:lnTo>
                <a:lnTo>
                  <a:pt x="850690" y="146434"/>
                </a:lnTo>
                <a:lnTo>
                  <a:pt x="851362" y="143978"/>
                </a:lnTo>
                <a:lnTo>
                  <a:pt x="851979" y="130861"/>
                </a:lnTo>
                <a:lnTo>
                  <a:pt x="852357" y="129270"/>
                </a:lnTo>
                <a:lnTo>
                  <a:pt x="853315" y="128633"/>
                </a:lnTo>
                <a:lnTo>
                  <a:pt x="854536" y="129321"/>
                </a:lnTo>
                <a:lnTo>
                  <a:pt x="855317" y="131077"/>
                </a:lnTo>
                <a:lnTo>
                  <a:pt x="856412" y="145476"/>
                </a:lnTo>
                <a:lnTo>
                  <a:pt x="859318" y="158378"/>
                </a:lnTo>
                <a:lnTo>
                  <a:pt x="861679" y="166881"/>
                </a:lnTo>
                <a:lnTo>
                  <a:pt x="861902" y="169360"/>
                </a:lnTo>
                <a:lnTo>
                  <a:pt x="861054" y="175071"/>
                </a:lnTo>
                <a:lnTo>
                  <a:pt x="861161" y="177504"/>
                </a:lnTo>
                <a:lnTo>
                  <a:pt x="863638" y="183069"/>
                </a:lnTo>
                <a:lnTo>
                  <a:pt x="866385" y="191770"/>
                </a:lnTo>
                <a:lnTo>
                  <a:pt x="869163" y="195755"/>
                </a:lnTo>
                <a:lnTo>
                  <a:pt x="872982" y="199971"/>
                </a:lnTo>
                <a:lnTo>
                  <a:pt x="876025" y="202717"/>
                </a:lnTo>
                <a:lnTo>
                  <a:pt x="880832" y="206209"/>
                </a:lnTo>
                <a:lnTo>
                  <a:pt x="897604" y="216643"/>
                </a:lnTo>
                <a:lnTo>
                  <a:pt x="908965" y="223110"/>
                </a:lnTo>
                <a:lnTo>
                  <a:pt x="912045" y="224077"/>
                </a:lnTo>
                <a:lnTo>
                  <a:pt x="914343" y="223943"/>
                </a:lnTo>
                <a:lnTo>
                  <a:pt x="915081" y="223146"/>
                </a:lnTo>
                <a:lnTo>
                  <a:pt x="915433" y="221622"/>
                </a:lnTo>
                <a:lnTo>
                  <a:pt x="915107" y="213165"/>
                </a:lnTo>
                <a:lnTo>
                  <a:pt x="909418" y="202253"/>
                </a:lnTo>
                <a:lnTo>
                  <a:pt x="908874" y="192366"/>
                </a:lnTo>
                <a:lnTo>
                  <a:pt x="907293" y="190058"/>
                </a:lnTo>
                <a:lnTo>
                  <a:pt x="902989" y="185210"/>
                </a:lnTo>
                <a:lnTo>
                  <a:pt x="905594" y="179005"/>
                </a:lnTo>
                <a:lnTo>
                  <a:pt x="905747" y="175370"/>
                </a:lnTo>
                <a:lnTo>
                  <a:pt x="904005" y="172591"/>
                </a:lnTo>
                <a:lnTo>
                  <a:pt x="899437" y="169784"/>
                </a:lnTo>
                <a:lnTo>
                  <a:pt x="898638" y="168820"/>
                </a:lnTo>
                <a:lnTo>
                  <a:pt x="898126" y="166377"/>
                </a:lnTo>
                <a:lnTo>
                  <a:pt x="897766" y="158509"/>
                </a:lnTo>
                <a:lnTo>
                  <a:pt x="895222" y="157046"/>
                </a:lnTo>
                <a:lnTo>
                  <a:pt x="890579" y="156044"/>
                </a:lnTo>
                <a:lnTo>
                  <a:pt x="885940" y="151518"/>
                </a:lnTo>
                <a:lnTo>
                  <a:pt x="884003" y="150246"/>
                </a:lnTo>
                <a:lnTo>
                  <a:pt x="882775" y="150106"/>
                </a:lnTo>
                <a:lnTo>
                  <a:pt x="878510" y="151254"/>
                </a:lnTo>
                <a:lnTo>
                  <a:pt x="876915" y="151196"/>
                </a:lnTo>
                <a:lnTo>
                  <a:pt x="874421" y="147494"/>
                </a:lnTo>
                <a:lnTo>
                  <a:pt x="869394" y="137783"/>
                </a:lnTo>
                <a:lnTo>
                  <a:pt x="872571" y="131840"/>
                </a:lnTo>
                <a:lnTo>
                  <a:pt x="875188" y="128812"/>
                </a:lnTo>
                <a:lnTo>
                  <a:pt x="875975" y="127264"/>
                </a:lnTo>
                <a:lnTo>
                  <a:pt x="875510" y="118407"/>
                </a:lnTo>
                <a:lnTo>
                  <a:pt x="876279" y="114654"/>
                </a:lnTo>
                <a:lnTo>
                  <a:pt x="878127" y="113365"/>
                </a:lnTo>
                <a:lnTo>
                  <a:pt x="884646" y="110624"/>
                </a:lnTo>
                <a:lnTo>
                  <a:pt x="885779" y="109463"/>
                </a:lnTo>
                <a:lnTo>
                  <a:pt x="885970" y="108747"/>
                </a:lnTo>
                <a:lnTo>
                  <a:pt x="885690" y="106857"/>
                </a:lnTo>
                <a:lnTo>
                  <a:pt x="883633" y="101509"/>
                </a:lnTo>
                <a:lnTo>
                  <a:pt x="882511" y="97047"/>
                </a:lnTo>
                <a:lnTo>
                  <a:pt x="879394" y="78648"/>
                </a:lnTo>
                <a:lnTo>
                  <a:pt x="878754" y="70717"/>
                </a:lnTo>
                <a:lnTo>
                  <a:pt x="878754" y="67918"/>
                </a:lnTo>
                <a:lnTo>
                  <a:pt x="885439" y="60898"/>
                </a:lnTo>
                <a:lnTo>
                  <a:pt x="885439" y="57179"/>
                </a:lnTo>
                <a:lnTo>
                  <a:pt x="881965" y="54264"/>
                </a:lnTo>
                <a:lnTo>
                  <a:pt x="879720" y="53240"/>
                </a:lnTo>
                <a:lnTo>
                  <a:pt x="876989" y="53006"/>
                </a:lnTo>
                <a:lnTo>
                  <a:pt x="872192" y="53408"/>
                </a:lnTo>
                <a:lnTo>
                  <a:pt x="867372" y="53245"/>
                </a:lnTo>
                <a:lnTo>
                  <a:pt x="864045" y="52457"/>
                </a:lnTo>
                <a:lnTo>
                  <a:pt x="862924" y="51269"/>
                </a:lnTo>
                <a:lnTo>
                  <a:pt x="861554" y="43583"/>
                </a:lnTo>
                <a:lnTo>
                  <a:pt x="859234" y="39146"/>
                </a:lnTo>
                <a:lnTo>
                  <a:pt x="859752" y="36851"/>
                </a:lnTo>
                <a:lnTo>
                  <a:pt x="861802" y="33396"/>
                </a:lnTo>
                <a:lnTo>
                  <a:pt x="863512" y="31309"/>
                </a:lnTo>
                <a:lnTo>
                  <a:pt x="868210" y="29813"/>
                </a:lnTo>
                <a:lnTo>
                  <a:pt x="872893" y="26053"/>
                </a:lnTo>
                <a:lnTo>
                  <a:pt x="877320" y="23248"/>
                </a:lnTo>
                <a:lnTo>
                  <a:pt x="879109" y="20841"/>
                </a:lnTo>
                <a:lnTo>
                  <a:pt x="879408" y="18016"/>
                </a:lnTo>
                <a:lnTo>
                  <a:pt x="878754" y="15978"/>
                </a:lnTo>
                <a:lnTo>
                  <a:pt x="877610" y="14254"/>
                </a:lnTo>
                <a:lnTo>
                  <a:pt x="870715" y="11448"/>
                </a:lnTo>
                <a:lnTo>
                  <a:pt x="868793" y="9987"/>
                </a:lnTo>
                <a:lnTo>
                  <a:pt x="867953" y="8389"/>
                </a:lnTo>
                <a:lnTo>
                  <a:pt x="866919" y="4601"/>
                </a:lnTo>
                <a:lnTo>
                  <a:pt x="864515" y="1144"/>
                </a:lnTo>
                <a:lnTo>
                  <a:pt x="861956" y="0"/>
                </a:lnTo>
                <a:lnTo>
                  <a:pt x="858111" y="266"/>
                </a:lnTo>
                <a:close/>
                <a:moveTo>
                  <a:pt x="858446" y="14098"/>
                </a:moveTo>
                <a:lnTo>
                  <a:pt x="862741" y="18392"/>
                </a:lnTo>
                <a:lnTo>
                  <a:pt x="863549" y="20778"/>
                </a:lnTo>
                <a:lnTo>
                  <a:pt x="862295" y="21750"/>
                </a:lnTo>
                <a:lnTo>
                  <a:pt x="858164" y="22632"/>
                </a:lnTo>
                <a:lnTo>
                  <a:pt x="856482" y="23343"/>
                </a:lnTo>
                <a:lnTo>
                  <a:pt x="853010" y="29055"/>
                </a:lnTo>
                <a:lnTo>
                  <a:pt x="850945" y="29906"/>
                </a:lnTo>
                <a:lnTo>
                  <a:pt x="845192" y="29969"/>
                </a:lnTo>
                <a:lnTo>
                  <a:pt x="840003" y="29380"/>
                </a:lnTo>
                <a:lnTo>
                  <a:pt x="837598" y="28380"/>
                </a:lnTo>
                <a:lnTo>
                  <a:pt x="837662" y="27526"/>
                </a:lnTo>
                <a:lnTo>
                  <a:pt x="842985" y="23123"/>
                </a:lnTo>
                <a:lnTo>
                  <a:pt x="848989" y="23508"/>
                </a:lnTo>
                <a:lnTo>
                  <a:pt x="851295" y="23024"/>
                </a:lnTo>
                <a:lnTo>
                  <a:pt x="852281" y="21558"/>
                </a:lnTo>
                <a:lnTo>
                  <a:pt x="852799" y="17843"/>
                </a:lnTo>
                <a:lnTo>
                  <a:pt x="855548" y="13635"/>
                </a:lnTo>
                <a:lnTo>
                  <a:pt x="857133" y="12591"/>
                </a:lnTo>
                <a:lnTo>
                  <a:pt x="858446" y="14098"/>
                </a:lnTo>
                <a:close/>
                <a:moveTo>
                  <a:pt x="609069" y="113088"/>
                </a:moveTo>
                <a:lnTo>
                  <a:pt x="610866" y="114492"/>
                </a:lnTo>
                <a:lnTo>
                  <a:pt x="611758" y="116498"/>
                </a:lnTo>
                <a:lnTo>
                  <a:pt x="611609" y="119052"/>
                </a:lnTo>
                <a:lnTo>
                  <a:pt x="610495" y="120108"/>
                </a:lnTo>
                <a:lnTo>
                  <a:pt x="609499" y="120120"/>
                </a:lnTo>
                <a:lnTo>
                  <a:pt x="608487" y="119522"/>
                </a:lnTo>
                <a:lnTo>
                  <a:pt x="604664" y="116060"/>
                </a:lnTo>
                <a:lnTo>
                  <a:pt x="604261" y="115176"/>
                </a:lnTo>
                <a:lnTo>
                  <a:pt x="604425" y="113345"/>
                </a:lnTo>
                <a:lnTo>
                  <a:pt x="605470" y="112351"/>
                </a:lnTo>
                <a:lnTo>
                  <a:pt x="607361" y="112430"/>
                </a:lnTo>
                <a:lnTo>
                  <a:pt x="609069" y="113088"/>
                </a:lnTo>
                <a:close/>
                <a:moveTo>
                  <a:pt x="873154" y="160724"/>
                </a:moveTo>
                <a:lnTo>
                  <a:pt x="875417" y="162245"/>
                </a:lnTo>
                <a:lnTo>
                  <a:pt x="876996" y="162739"/>
                </a:lnTo>
                <a:lnTo>
                  <a:pt x="880293" y="161300"/>
                </a:lnTo>
                <a:lnTo>
                  <a:pt x="881622" y="161345"/>
                </a:lnTo>
                <a:lnTo>
                  <a:pt x="886498" y="163738"/>
                </a:lnTo>
                <a:lnTo>
                  <a:pt x="888447" y="165417"/>
                </a:lnTo>
                <a:lnTo>
                  <a:pt x="888990" y="170635"/>
                </a:lnTo>
                <a:lnTo>
                  <a:pt x="889451" y="172110"/>
                </a:lnTo>
                <a:lnTo>
                  <a:pt x="890847" y="174200"/>
                </a:lnTo>
                <a:lnTo>
                  <a:pt x="895092" y="178483"/>
                </a:lnTo>
                <a:lnTo>
                  <a:pt x="894443" y="184084"/>
                </a:lnTo>
                <a:lnTo>
                  <a:pt x="894637" y="188067"/>
                </a:lnTo>
                <a:lnTo>
                  <a:pt x="896016" y="191136"/>
                </a:lnTo>
                <a:lnTo>
                  <a:pt x="899814" y="195489"/>
                </a:lnTo>
                <a:lnTo>
                  <a:pt x="900263" y="201202"/>
                </a:lnTo>
                <a:lnTo>
                  <a:pt x="901153" y="205001"/>
                </a:lnTo>
                <a:lnTo>
                  <a:pt x="901176" y="205603"/>
                </a:lnTo>
                <a:lnTo>
                  <a:pt x="900622" y="206388"/>
                </a:lnTo>
                <a:lnTo>
                  <a:pt x="898633" y="206457"/>
                </a:lnTo>
                <a:lnTo>
                  <a:pt x="896801" y="205717"/>
                </a:lnTo>
                <a:lnTo>
                  <a:pt x="883171" y="197081"/>
                </a:lnTo>
                <a:lnTo>
                  <a:pt x="879204" y="193610"/>
                </a:lnTo>
                <a:lnTo>
                  <a:pt x="874724" y="187794"/>
                </a:lnTo>
                <a:lnTo>
                  <a:pt x="872950" y="183792"/>
                </a:lnTo>
                <a:lnTo>
                  <a:pt x="870617" y="175314"/>
                </a:lnTo>
                <a:lnTo>
                  <a:pt x="870673" y="168595"/>
                </a:lnTo>
                <a:lnTo>
                  <a:pt x="869179" y="162050"/>
                </a:lnTo>
                <a:lnTo>
                  <a:pt x="869260" y="160306"/>
                </a:lnTo>
                <a:lnTo>
                  <a:pt x="869987" y="158789"/>
                </a:lnTo>
                <a:lnTo>
                  <a:pt x="870668" y="158920"/>
                </a:lnTo>
                <a:lnTo>
                  <a:pt x="873154" y="160724"/>
                </a:lnTo>
                <a:close/>
                <a:moveTo>
                  <a:pt x="567074" y="7746"/>
                </a:moveTo>
                <a:lnTo>
                  <a:pt x="566001" y="9684"/>
                </a:lnTo>
                <a:lnTo>
                  <a:pt x="565341" y="12411"/>
                </a:lnTo>
                <a:lnTo>
                  <a:pt x="563724" y="22708"/>
                </a:lnTo>
                <a:lnTo>
                  <a:pt x="561847" y="30617"/>
                </a:lnTo>
                <a:lnTo>
                  <a:pt x="561252" y="38463"/>
                </a:lnTo>
                <a:lnTo>
                  <a:pt x="560416" y="41066"/>
                </a:lnTo>
                <a:lnTo>
                  <a:pt x="558938" y="43056"/>
                </a:lnTo>
                <a:lnTo>
                  <a:pt x="555846" y="45792"/>
                </a:lnTo>
                <a:lnTo>
                  <a:pt x="543413" y="50626"/>
                </a:lnTo>
                <a:lnTo>
                  <a:pt x="541984" y="51644"/>
                </a:lnTo>
                <a:lnTo>
                  <a:pt x="541131" y="53306"/>
                </a:lnTo>
                <a:lnTo>
                  <a:pt x="541549" y="54321"/>
                </a:lnTo>
                <a:lnTo>
                  <a:pt x="542617" y="54970"/>
                </a:lnTo>
                <a:lnTo>
                  <a:pt x="556307" y="56394"/>
                </a:lnTo>
                <a:lnTo>
                  <a:pt x="559009" y="57220"/>
                </a:lnTo>
                <a:lnTo>
                  <a:pt x="559983" y="57900"/>
                </a:lnTo>
                <a:lnTo>
                  <a:pt x="560049" y="58317"/>
                </a:lnTo>
                <a:lnTo>
                  <a:pt x="554287" y="62035"/>
                </a:lnTo>
                <a:lnTo>
                  <a:pt x="547022" y="64251"/>
                </a:lnTo>
                <a:lnTo>
                  <a:pt x="534591" y="69041"/>
                </a:lnTo>
                <a:lnTo>
                  <a:pt x="531256" y="70642"/>
                </a:lnTo>
                <a:lnTo>
                  <a:pt x="530052" y="71762"/>
                </a:lnTo>
                <a:lnTo>
                  <a:pt x="531974" y="73350"/>
                </a:lnTo>
                <a:lnTo>
                  <a:pt x="553627" y="73491"/>
                </a:lnTo>
                <a:lnTo>
                  <a:pt x="556059" y="73738"/>
                </a:lnTo>
                <a:lnTo>
                  <a:pt x="557874" y="74456"/>
                </a:lnTo>
                <a:lnTo>
                  <a:pt x="558408" y="75474"/>
                </a:lnTo>
                <a:lnTo>
                  <a:pt x="558739" y="81160"/>
                </a:lnTo>
                <a:lnTo>
                  <a:pt x="558572" y="92322"/>
                </a:lnTo>
                <a:lnTo>
                  <a:pt x="557707" y="102223"/>
                </a:lnTo>
                <a:lnTo>
                  <a:pt x="558178" y="105931"/>
                </a:lnTo>
                <a:lnTo>
                  <a:pt x="559291" y="106025"/>
                </a:lnTo>
                <a:lnTo>
                  <a:pt x="563774" y="103407"/>
                </a:lnTo>
                <a:lnTo>
                  <a:pt x="565498" y="99476"/>
                </a:lnTo>
                <a:lnTo>
                  <a:pt x="567220" y="98385"/>
                </a:lnTo>
                <a:lnTo>
                  <a:pt x="570417" y="97920"/>
                </a:lnTo>
                <a:lnTo>
                  <a:pt x="572645" y="100205"/>
                </a:lnTo>
                <a:lnTo>
                  <a:pt x="573310" y="101752"/>
                </a:lnTo>
                <a:lnTo>
                  <a:pt x="572877" y="102991"/>
                </a:lnTo>
                <a:lnTo>
                  <a:pt x="571416" y="103845"/>
                </a:lnTo>
                <a:lnTo>
                  <a:pt x="568997" y="104233"/>
                </a:lnTo>
                <a:lnTo>
                  <a:pt x="564734" y="104104"/>
                </a:lnTo>
                <a:lnTo>
                  <a:pt x="564119" y="108251"/>
                </a:lnTo>
                <a:lnTo>
                  <a:pt x="563731" y="109076"/>
                </a:lnTo>
                <a:lnTo>
                  <a:pt x="563001" y="109575"/>
                </a:lnTo>
                <a:lnTo>
                  <a:pt x="560275" y="109525"/>
                </a:lnTo>
                <a:lnTo>
                  <a:pt x="557348" y="107813"/>
                </a:lnTo>
                <a:lnTo>
                  <a:pt x="556795" y="108115"/>
                </a:lnTo>
                <a:lnTo>
                  <a:pt x="556155" y="109352"/>
                </a:lnTo>
                <a:lnTo>
                  <a:pt x="555095" y="115882"/>
                </a:lnTo>
                <a:lnTo>
                  <a:pt x="555207" y="125624"/>
                </a:lnTo>
                <a:lnTo>
                  <a:pt x="553308" y="130187"/>
                </a:lnTo>
                <a:lnTo>
                  <a:pt x="552052" y="135203"/>
                </a:lnTo>
                <a:lnTo>
                  <a:pt x="550092" y="149035"/>
                </a:lnTo>
                <a:lnTo>
                  <a:pt x="548443" y="155720"/>
                </a:lnTo>
                <a:lnTo>
                  <a:pt x="547105" y="167980"/>
                </a:lnTo>
                <a:lnTo>
                  <a:pt x="545930" y="172089"/>
                </a:lnTo>
                <a:lnTo>
                  <a:pt x="548113" y="173529"/>
                </a:lnTo>
                <a:lnTo>
                  <a:pt x="550165" y="173283"/>
                </a:lnTo>
                <a:lnTo>
                  <a:pt x="566155" y="161768"/>
                </a:lnTo>
                <a:lnTo>
                  <a:pt x="567912" y="160887"/>
                </a:lnTo>
                <a:lnTo>
                  <a:pt x="569074" y="160745"/>
                </a:lnTo>
                <a:lnTo>
                  <a:pt x="571386" y="161547"/>
                </a:lnTo>
                <a:lnTo>
                  <a:pt x="576324" y="165341"/>
                </a:lnTo>
                <a:lnTo>
                  <a:pt x="580665" y="168052"/>
                </a:lnTo>
                <a:lnTo>
                  <a:pt x="581844" y="169304"/>
                </a:lnTo>
                <a:lnTo>
                  <a:pt x="586527" y="172746"/>
                </a:lnTo>
                <a:lnTo>
                  <a:pt x="587786" y="173430"/>
                </a:lnTo>
                <a:lnTo>
                  <a:pt x="589455" y="173704"/>
                </a:lnTo>
                <a:lnTo>
                  <a:pt x="590668" y="173056"/>
                </a:lnTo>
                <a:lnTo>
                  <a:pt x="591070" y="172082"/>
                </a:lnTo>
                <a:lnTo>
                  <a:pt x="590928" y="167509"/>
                </a:lnTo>
                <a:lnTo>
                  <a:pt x="588531" y="155025"/>
                </a:lnTo>
                <a:lnTo>
                  <a:pt x="586813" y="141312"/>
                </a:lnTo>
                <a:lnTo>
                  <a:pt x="586099" y="138885"/>
                </a:lnTo>
                <a:lnTo>
                  <a:pt x="585220" y="137822"/>
                </a:lnTo>
                <a:lnTo>
                  <a:pt x="584441" y="137595"/>
                </a:lnTo>
                <a:lnTo>
                  <a:pt x="583944" y="138541"/>
                </a:lnTo>
                <a:lnTo>
                  <a:pt x="583538" y="142129"/>
                </a:lnTo>
                <a:lnTo>
                  <a:pt x="580372" y="142604"/>
                </a:lnTo>
                <a:lnTo>
                  <a:pt x="575598" y="139998"/>
                </a:lnTo>
                <a:lnTo>
                  <a:pt x="574719" y="139098"/>
                </a:lnTo>
                <a:lnTo>
                  <a:pt x="574880" y="137536"/>
                </a:lnTo>
                <a:lnTo>
                  <a:pt x="577312" y="134974"/>
                </a:lnTo>
                <a:lnTo>
                  <a:pt x="577479" y="134566"/>
                </a:lnTo>
                <a:lnTo>
                  <a:pt x="577131" y="134159"/>
                </a:lnTo>
                <a:lnTo>
                  <a:pt x="574229" y="134154"/>
                </a:lnTo>
                <a:lnTo>
                  <a:pt x="570256" y="135490"/>
                </a:lnTo>
                <a:lnTo>
                  <a:pt x="568878" y="135583"/>
                </a:lnTo>
                <a:lnTo>
                  <a:pt x="562344" y="133122"/>
                </a:lnTo>
                <a:lnTo>
                  <a:pt x="561475" y="132560"/>
                </a:lnTo>
                <a:lnTo>
                  <a:pt x="561233" y="131500"/>
                </a:lnTo>
                <a:lnTo>
                  <a:pt x="562065" y="129541"/>
                </a:lnTo>
                <a:lnTo>
                  <a:pt x="564037" y="127559"/>
                </a:lnTo>
                <a:lnTo>
                  <a:pt x="567392" y="125717"/>
                </a:lnTo>
                <a:lnTo>
                  <a:pt x="569741" y="125346"/>
                </a:lnTo>
                <a:lnTo>
                  <a:pt x="572715" y="126459"/>
                </a:lnTo>
                <a:lnTo>
                  <a:pt x="575605" y="128327"/>
                </a:lnTo>
                <a:lnTo>
                  <a:pt x="577007" y="129988"/>
                </a:lnTo>
                <a:lnTo>
                  <a:pt x="578577" y="133383"/>
                </a:lnTo>
                <a:lnTo>
                  <a:pt x="583617" y="135308"/>
                </a:lnTo>
                <a:lnTo>
                  <a:pt x="584280" y="135056"/>
                </a:lnTo>
                <a:lnTo>
                  <a:pt x="584624" y="134285"/>
                </a:lnTo>
                <a:lnTo>
                  <a:pt x="584762" y="131525"/>
                </a:lnTo>
                <a:lnTo>
                  <a:pt x="583992" y="125420"/>
                </a:lnTo>
                <a:lnTo>
                  <a:pt x="583931" y="121538"/>
                </a:lnTo>
                <a:lnTo>
                  <a:pt x="582501" y="114581"/>
                </a:lnTo>
                <a:lnTo>
                  <a:pt x="581294" y="110824"/>
                </a:lnTo>
                <a:lnTo>
                  <a:pt x="580127" y="97956"/>
                </a:lnTo>
                <a:lnTo>
                  <a:pt x="578533" y="91222"/>
                </a:lnTo>
                <a:lnTo>
                  <a:pt x="578276" y="85984"/>
                </a:lnTo>
                <a:lnTo>
                  <a:pt x="578528" y="81937"/>
                </a:lnTo>
                <a:lnTo>
                  <a:pt x="578109" y="78304"/>
                </a:lnTo>
                <a:lnTo>
                  <a:pt x="578678" y="76120"/>
                </a:lnTo>
                <a:lnTo>
                  <a:pt x="580096" y="74927"/>
                </a:lnTo>
                <a:lnTo>
                  <a:pt x="582702" y="73600"/>
                </a:lnTo>
                <a:lnTo>
                  <a:pt x="605339" y="73420"/>
                </a:lnTo>
                <a:lnTo>
                  <a:pt x="607272" y="73015"/>
                </a:lnTo>
                <a:lnTo>
                  <a:pt x="607999" y="71885"/>
                </a:lnTo>
                <a:lnTo>
                  <a:pt x="607611" y="71161"/>
                </a:lnTo>
                <a:lnTo>
                  <a:pt x="605594" y="69993"/>
                </a:lnTo>
                <a:lnTo>
                  <a:pt x="599398" y="67841"/>
                </a:lnTo>
                <a:lnTo>
                  <a:pt x="594494" y="66690"/>
                </a:lnTo>
                <a:lnTo>
                  <a:pt x="591163" y="64559"/>
                </a:lnTo>
                <a:lnTo>
                  <a:pt x="584787" y="62192"/>
                </a:lnTo>
                <a:lnTo>
                  <a:pt x="581599" y="60365"/>
                </a:lnTo>
                <a:lnTo>
                  <a:pt x="579715" y="58732"/>
                </a:lnTo>
                <a:lnTo>
                  <a:pt x="579586" y="58278"/>
                </a:lnTo>
                <a:lnTo>
                  <a:pt x="579970" y="57868"/>
                </a:lnTo>
                <a:lnTo>
                  <a:pt x="582062" y="56847"/>
                </a:lnTo>
                <a:lnTo>
                  <a:pt x="595608" y="56776"/>
                </a:lnTo>
                <a:lnTo>
                  <a:pt x="597247" y="56226"/>
                </a:lnTo>
                <a:lnTo>
                  <a:pt x="597749" y="55284"/>
                </a:lnTo>
                <a:lnTo>
                  <a:pt x="596015" y="53220"/>
                </a:lnTo>
                <a:lnTo>
                  <a:pt x="586917" y="47783"/>
                </a:lnTo>
                <a:lnTo>
                  <a:pt x="583470" y="46095"/>
                </a:lnTo>
                <a:lnTo>
                  <a:pt x="581239" y="44434"/>
                </a:lnTo>
                <a:lnTo>
                  <a:pt x="579137" y="42233"/>
                </a:lnTo>
                <a:lnTo>
                  <a:pt x="577738" y="38888"/>
                </a:lnTo>
                <a:lnTo>
                  <a:pt x="577207" y="32724"/>
                </a:lnTo>
                <a:lnTo>
                  <a:pt x="575438" y="25925"/>
                </a:lnTo>
                <a:lnTo>
                  <a:pt x="573953" y="16272"/>
                </a:lnTo>
                <a:lnTo>
                  <a:pt x="572502" y="10036"/>
                </a:lnTo>
                <a:lnTo>
                  <a:pt x="571754" y="8277"/>
                </a:lnTo>
                <a:lnTo>
                  <a:pt x="570661" y="7245"/>
                </a:lnTo>
                <a:lnTo>
                  <a:pt x="568763" y="6994"/>
                </a:lnTo>
                <a:lnTo>
                  <a:pt x="567074" y="7746"/>
                </a:lnTo>
                <a:close/>
                <a:moveTo>
                  <a:pt x="570584" y="32650"/>
                </a:moveTo>
                <a:lnTo>
                  <a:pt x="570252" y="34259"/>
                </a:lnTo>
                <a:lnTo>
                  <a:pt x="569513" y="34478"/>
                </a:lnTo>
                <a:lnTo>
                  <a:pt x="568671" y="34217"/>
                </a:lnTo>
                <a:lnTo>
                  <a:pt x="567894" y="32828"/>
                </a:lnTo>
                <a:lnTo>
                  <a:pt x="568071" y="31221"/>
                </a:lnTo>
                <a:lnTo>
                  <a:pt x="568852" y="30818"/>
                </a:lnTo>
                <a:lnTo>
                  <a:pt x="570170" y="31021"/>
                </a:lnTo>
                <a:lnTo>
                  <a:pt x="570584" y="32650"/>
                </a:lnTo>
                <a:close/>
                <a:moveTo>
                  <a:pt x="563439" y="47317"/>
                </a:moveTo>
                <a:lnTo>
                  <a:pt x="564097" y="48149"/>
                </a:lnTo>
                <a:lnTo>
                  <a:pt x="563416" y="49288"/>
                </a:lnTo>
                <a:lnTo>
                  <a:pt x="561144" y="49500"/>
                </a:lnTo>
                <a:lnTo>
                  <a:pt x="560192" y="48892"/>
                </a:lnTo>
                <a:lnTo>
                  <a:pt x="560315" y="48274"/>
                </a:lnTo>
                <a:lnTo>
                  <a:pt x="561516" y="47440"/>
                </a:lnTo>
                <a:lnTo>
                  <a:pt x="562436" y="47103"/>
                </a:lnTo>
                <a:lnTo>
                  <a:pt x="563439" y="47317"/>
                </a:lnTo>
                <a:close/>
                <a:moveTo>
                  <a:pt x="583705" y="49783"/>
                </a:moveTo>
                <a:lnTo>
                  <a:pt x="584797" y="50712"/>
                </a:lnTo>
                <a:lnTo>
                  <a:pt x="584749" y="52170"/>
                </a:lnTo>
                <a:lnTo>
                  <a:pt x="583122" y="53097"/>
                </a:lnTo>
                <a:lnTo>
                  <a:pt x="581406" y="53084"/>
                </a:lnTo>
                <a:lnTo>
                  <a:pt x="580001" y="52507"/>
                </a:lnTo>
                <a:lnTo>
                  <a:pt x="578921" y="51447"/>
                </a:lnTo>
                <a:lnTo>
                  <a:pt x="578356" y="50121"/>
                </a:lnTo>
                <a:lnTo>
                  <a:pt x="578314" y="48613"/>
                </a:lnTo>
                <a:lnTo>
                  <a:pt x="581473" y="49046"/>
                </a:lnTo>
                <a:lnTo>
                  <a:pt x="583705" y="49783"/>
                </a:lnTo>
                <a:close/>
                <a:moveTo>
                  <a:pt x="558257" y="49574"/>
                </a:moveTo>
                <a:lnTo>
                  <a:pt x="558611" y="50110"/>
                </a:lnTo>
                <a:lnTo>
                  <a:pt x="558489" y="50814"/>
                </a:lnTo>
                <a:lnTo>
                  <a:pt x="557245" y="52120"/>
                </a:lnTo>
                <a:lnTo>
                  <a:pt x="555757" y="52441"/>
                </a:lnTo>
                <a:lnTo>
                  <a:pt x="554470" y="51908"/>
                </a:lnTo>
                <a:lnTo>
                  <a:pt x="554928" y="50634"/>
                </a:lnTo>
                <a:lnTo>
                  <a:pt x="556409" y="49463"/>
                </a:lnTo>
                <a:lnTo>
                  <a:pt x="557222" y="49201"/>
                </a:lnTo>
                <a:lnTo>
                  <a:pt x="558257" y="49574"/>
                </a:lnTo>
                <a:close/>
                <a:moveTo>
                  <a:pt x="558174" y="64449"/>
                </a:moveTo>
                <a:lnTo>
                  <a:pt x="559075" y="65746"/>
                </a:lnTo>
                <a:lnTo>
                  <a:pt x="558389" y="66803"/>
                </a:lnTo>
                <a:lnTo>
                  <a:pt x="556171" y="66964"/>
                </a:lnTo>
                <a:lnTo>
                  <a:pt x="555142" y="66148"/>
                </a:lnTo>
                <a:lnTo>
                  <a:pt x="554920" y="64705"/>
                </a:lnTo>
                <a:lnTo>
                  <a:pt x="555239" y="63906"/>
                </a:lnTo>
                <a:lnTo>
                  <a:pt x="556717" y="63854"/>
                </a:lnTo>
                <a:lnTo>
                  <a:pt x="558174" y="64449"/>
                </a:lnTo>
                <a:close/>
                <a:moveTo>
                  <a:pt x="581950" y="65285"/>
                </a:moveTo>
                <a:lnTo>
                  <a:pt x="581994" y="66170"/>
                </a:lnTo>
                <a:lnTo>
                  <a:pt x="581292" y="67080"/>
                </a:lnTo>
                <a:lnTo>
                  <a:pt x="580045" y="67299"/>
                </a:lnTo>
                <a:lnTo>
                  <a:pt x="579378" y="66862"/>
                </a:lnTo>
                <a:lnTo>
                  <a:pt x="579253" y="65814"/>
                </a:lnTo>
                <a:lnTo>
                  <a:pt x="580056" y="64846"/>
                </a:lnTo>
                <a:lnTo>
                  <a:pt x="581171" y="64669"/>
                </a:lnTo>
                <a:lnTo>
                  <a:pt x="581950" y="65285"/>
                </a:lnTo>
                <a:close/>
                <a:moveTo>
                  <a:pt x="563271" y="76734"/>
                </a:moveTo>
                <a:lnTo>
                  <a:pt x="562895" y="77570"/>
                </a:lnTo>
                <a:lnTo>
                  <a:pt x="562323" y="77273"/>
                </a:lnTo>
                <a:lnTo>
                  <a:pt x="562128" y="76639"/>
                </a:lnTo>
                <a:lnTo>
                  <a:pt x="562775" y="75904"/>
                </a:lnTo>
                <a:lnTo>
                  <a:pt x="563271" y="76734"/>
                </a:lnTo>
                <a:close/>
                <a:moveTo>
                  <a:pt x="571963" y="79910"/>
                </a:moveTo>
                <a:lnTo>
                  <a:pt x="572727" y="80915"/>
                </a:lnTo>
                <a:lnTo>
                  <a:pt x="572844" y="82218"/>
                </a:lnTo>
                <a:lnTo>
                  <a:pt x="572321" y="83507"/>
                </a:lnTo>
                <a:lnTo>
                  <a:pt x="571354" y="84321"/>
                </a:lnTo>
                <a:lnTo>
                  <a:pt x="569474" y="84533"/>
                </a:lnTo>
                <a:lnTo>
                  <a:pt x="567583" y="84097"/>
                </a:lnTo>
                <a:lnTo>
                  <a:pt x="566209" y="83434"/>
                </a:lnTo>
                <a:lnTo>
                  <a:pt x="565554" y="82422"/>
                </a:lnTo>
                <a:lnTo>
                  <a:pt x="565653" y="80537"/>
                </a:lnTo>
                <a:lnTo>
                  <a:pt x="567092" y="79625"/>
                </a:lnTo>
                <a:lnTo>
                  <a:pt x="570076" y="79321"/>
                </a:lnTo>
                <a:lnTo>
                  <a:pt x="571963" y="79910"/>
                </a:lnTo>
                <a:close/>
                <a:moveTo>
                  <a:pt x="563689" y="94953"/>
                </a:moveTo>
                <a:lnTo>
                  <a:pt x="564002" y="95693"/>
                </a:lnTo>
                <a:lnTo>
                  <a:pt x="563367" y="96398"/>
                </a:lnTo>
                <a:lnTo>
                  <a:pt x="562575" y="96588"/>
                </a:lnTo>
                <a:lnTo>
                  <a:pt x="561736" y="96086"/>
                </a:lnTo>
                <a:lnTo>
                  <a:pt x="561634" y="95197"/>
                </a:lnTo>
                <a:lnTo>
                  <a:pt x="562071" y="94438"/>
                </a:lnTo>
                <a:lnTo>
                  <a:pt x="562833" y="94330"/>
                </a:lnTo>
                <a:lnTo>
                  <a:pt x="563689" y="94953"/>
                </a:lnTo>
                <a:close/>
                <a:moveTo>
                  <a:pt x="577813" y="94995"/>
                </a:moveTo>
                <a:lnTo>
                  <a:pt x="576538" y="95877"/>
                </a:lnTo>
                <a:lnTo>
                  <a:pt x="575625" y="95794"/>
                </a:lnTo>
                <a:lnTo>
                  <a:pt x="575389" y="95413"/>
                </a:lnTo>
                <a:lnTo>
                  <a:pt x="575609" y="94654"/>
                </a:lnTo>
                <a:lnTo>
                  <a:pt x="576341" y="94321"/>
                </a:lnTo>
                <a:lnTo>
                  <a:pt x="577605" y="94390"/>
                </a:lnTo>
                <a:lnTo>
                  <a:pt x="577813" y="94995"/>
                </a:lnTo>
                <a:close/>
                <a:moveTo>
                  <a:pt x="577604" y="105065"/>
                </a:moveTo>
                <a:lnTo>
                  <a:pt x="578453" y="106726"/>
                </a:lnTo>
                <a:lnTo>
                  <a:pt x="578583" y="108139"/>
                </a:lnTo>
                <a:lnTo>
                  <a:pt x="577659" y="109802"/>
                </a:lnTo>
                <a:lnTo>
                  <a:pt x="574632" y="111443"/>
                </a:lnTo>
                <a:lnTo>
                  <a:pt x="575795" y="114863"/>
                </a:lnTo>
                <a:lnTo>
                  <a:pt x="575085" y="116613"/>
                </a:lnTo>
                <a:lnTo>
                  <a:pt x="572386" y="118253"/>
                </a:lnTo>
                <a:lnTo>
                  <a:pt x="569889" y="119126"/>
                </a:lnTo>
                <a:lnTo>
                  <a:pt x="567774" y="118314"/>
                </a:lnTo>
                <a:lnTo>
                  <a:pt x="564694" y="116061"/>
                </a:lnTo>
                <a:lnTo>
                  <a:pt x="564354" y="114399"/>
                </a:lnTo>
                <a:lnTo>
                  <a:pt x="566183" y="111690"/>
                </a:lnTo>
                <a:lnTo>
                  <a:pt x="568625" y="110431"/>
                </a:lnTo>
                <a:lnTo>
                  <a:pt x="573682" y="110021"/>
                </a:lnTo>
                <a:lnTo>
                  <a:pt x="575013" y="104856"/>
                </a:lnTo>
                <a:lnTo>
                  <a:pt x="576262" y="104349"/>
                </a:lnTo>
                <a:lnTo>
                  <a:pt x="577604" y="105065"/>
                </a:lnTo>
                <a:close/>
                <a:moveTo>
                  <a:pt x="562436" y="119523"/>
                </a:moveTo>
                <a:lnTo>
                  <a:pt x="564298" y="121440"/>
                </a:lnTo>
                <a:lnTo>
                  <a:pt x="564292" y="122348"/>
                </a:lnTo>
                <a:lnTo>
                  <a:pt x="563658" y="123405"/>
                </a:lnTo>
                <a:lnTo>
                  <a:pt x="559949" y="126710"/>
                </a:lnTo>
                <a:lnTo>
                  <a:pt x="558916" y="126749"/>
                </a:lnTo>
                <a:lnTo>
                  <a:pt x="557423" y="125980"/>
                </a:lnTo>
                <a:lnTo>
                  <a:pt x="556842" y="125227"/>
                </a:lnTo>
                <a:lnTo>
                  <a:pt x="556763" y="123534"/>
                </a:lnTo>
                <a:lnTo>
                  <a:pt x="557322" y="120369"/>
                </a:lnTo>
                <a:lnTo>
                  <a:pt x="558067" y="118798"/>
                </a:lnTo>
                <a:lnTo>
                  <a:pt x="558555" y="118363"/>
                </a:lnTo>
                <a:lnTo>
                  <a:pt x="559797" y="118174"/>
                </a:lnTo>
                <a:lnTo>
                  <a:pt x="562436" y="119523"/>
                </a:lnTo>
                <a:close/>
                <a:moveTo>
                  <a:pt x="581156" y="119021"/>
                </a:moveTo>
                <a:lnTo>
                  <a:pt x="581662" y="121501"/>
                </a:lnTo>
                <a:lnTo>
                  <a:pt x="581399" y="124854"/>
                </a:lnTo>
                <a:lnTo>
                  <a:pt x="580716" y="126026"/>
                </a:lnTo>
                <a:lnTo>
                  <a:pt x="579174" y="126377"/>
                </a:lnTo>
                <a:lnTo>
                  <a:pt x="575211" y="123460"/>
                </a:lnTo>
                <a:lnTo>
                  <a:pt x="574491" y="122323"/>
                </a:lnTo>
                <a:lnTo>
                  <a:pt x="574402" y="121140"/>
                </a:lnTo>
                <a:lnTo>
                  <a:pt x="575115" y="119967"/>
                </a:lnTo>
                <a:lnTo>
                  <a:pt x="577106" y="118952"/>
                </a:lnTo>
                <a:lnTo>
                  <a:pt x="579476" y="118556"/>
                </a:lnTo>
                <a:lnTo>
                  <a:pt x="581156" y="119021"/>
                </a:lnTo>
                <a:close/>
                <a:moveTo>
                  <a:pt x="559511" y="135318"/>
                </a:moveTo>
                <a:lnTo>
                  <a:pt x="562603" y="138577"/>
                </a:lnTo>
                <a:lnTo>
                  <a:pt x="560623" y="140118"/>
                </a:lnTo>
                <a:lnTo>
                  <a:pt x="556043" y="141669"/>
                </a:lnTo>
                <a:lnTo>
                  <a:pt x="555037" y="140293"/>
                </a:lnTo>
                <a:lnTo>
                  <a:pt x="554672" y="139106"/>
                </a:lnTo>
                <a:lnTo>
                  <a:pt x="554493" y="136963"/>
                </a:lnTo>
                <a:lnTo>
                  <a:pt x="554788" y="135225"/>
                </a:lnTo>
                <a:lnTo>
                  <a:pt x="555277" y="134692"/>
                </a:lnTo>
                <a:lnTo>
                  <a:pt x="556496" y="134415"/>
                </a:lnTo>
                <a:lnTo>
                  <a:pt x="559511" y="135318"/>
                </a:lnTo>
                <a:close/>
                <a:moveTo>
                  <a:pt x="572005" y="142129"/>
                </a:moveTo>
                <a:lnTo>
                  <a:pt x="576837" y="144501"/>
                </a:lnTo>
                <a:lnTo>
                  <a:pt x="577693" y="145685"/>
                </a:lnTo>
                <a:lnTo>
                  <a:pt x="577779" y="147823"/>
                </a:lnTo>
                <a:lnTo>
                  <a:pt x="576309" y="149650"/>
                </a:lnTo>
                <a:lnTo>
                  <a:pt x="572131" y="152734"/>
                </a:lnTo>
                <a:lnTo>
                  <a:pt x="569506" y="153932"/>
                </a:lnTo>
                <a:lnTo>
                  <a:pt x="567129" y="153759"/>
                </a:lnTo>
                <a:lnTo>
                  <a:pt x="565716" y="152874"/>
                </a:lnTo>
                <a:lnTo>
                  <a:pt x="561130" y="148994"/>
                </a:lnTo>
                <a:lnTo>
                  <a:pt x="559148" y="145854"/>
                </a:lnTo>
                <a:lnTo>
                  <a:pt x="559151" y="145056"/>
                </a:lnTo>
                <a:lnTo>
                  <a:pt x="559680" y="144416"/>
                </a:lnTo>
                <a:lnTo>
                  <a:pt x="566705" y="140821"/>
                </a:lnTo>
                <a:lnTo>
                  <a:pt x="568858" y="140735"/>
                </a:lnTo>
                <a:lnTo>
                  <a:pt x="572005" y="142129"/>
                </a:lnTo>
                <a:close/>
                <a:moveTo>
                  <a:pt x="558383" y="151698"/>
                </a:moveTo>
                <a:lnTo>
                  <a:pt x="562734" y="155239"/>
                </a:lnTo>
                <a:lnTo>
                  <a:pt x="563856" y="157249"/>
                </a:lnTo>
                <a:lnTo>
                  <a:pt x="563898" y="158634"/>
                </a:lnTo>
                <a:lnTo>
                  <a:pt x="563158" y="159468"/>
                </a:lnTo>
                <a:lnTo>
                  <a:pt x="560635" y="160907"/>
                </a:lnTo>
                <a:lnTo>
                  <a:pt x="555145" y="164999"/>
                </a:lnTo>
                <a:lnTo>
                  <a:pt x="553369" y="166069"/>
                </a:lnTo>
                <a:lnTo>
                  <a:pt x="552655" y="166024"/>
                </a:lnTo>
                <a:lnTo>
                  <a:pt x="551973" y="165057"/>
                </a:lnTo>
                <a:lnTo>
                  <a:pt x="551589" y="162284"/>
                </a:lnTo>
                <a:lnTo>
                  <a:pt x="552877" y="155161"/>
                </a:lnTo>
                <a:lnTo>
                  <a:pt x="553008" y="152440"/>
                </a:lnTo>
                <a:lnTo>
                  <a:pt x="554236" y="150961"/>
                </a:lnTo>
                <a:lnTo>
                  <a:pt x="555585" y="150338"/>
                </a:lnTo>
                <a:lnTo>
                  <a:pt x="556955" y="150586"/>
                </a:lnTo>
                <a:lnTo>
                  <a:pt x="558383" y="151698"/>
                </a:lnTo>
                <a:close/>
                <a:moveTo>
                  <a:pt x="583872" y="151280"/>
                </a:moveTo>
                <a:lnTo>
                  <a:pt x="584553" y="154404"/>
                </a:lnTo>
                <a:lnTo>
                  <a:pt x="585149" y="163922"/>
                </a:lnTo>
                <a:lnTo>
                  <a:pt x="584908" y="165477"/>
                </a:lnTo>
                <a:lnTo>
                  <a:pt x="583453" y="166060"/>
                </a:lnTo>
                <a:lnTo>
                  <a:pt x="581821" y="165258"/>
                </a:lnTo>
                <a:lnTo>
                  <a:pt x="577330" y="161322"/>
                </a:lnTo>
                <a:lnTo>
                  <a:pt x="574847" y="159758"/>
                </a:lnTo>
                <a:lnTo>
                  <a:pt x="574282" y="158054"/>
                </a:lnTo>
                <a:lnTo>
                  <a:pt x="574994" y="156300"/>
                </a:lnTo>
                <a:lnTo>
                  <a:pt x="579523" y="152457"/>
                </a:lnTo>
                <a:lnTo>
                  <a:pt x="582576" y="150695"/>
                </a:lnTo>
                <a:lnTo>
                  <a:pt x="583872" y="151280"/>
                </a:lnTo>
                <a:close/>
                <a:moveTo>
                  <a:pt x="279170" y="9794"/>
                </a:moveTo>
                <a:lnTo>
                  <a:pt x="278009" y="10595"/>
                </a:lnTo>
                <a:lnTo>
                  <a:pt x="277326" y="12101"/>
                </a:lnTo>
                <a:lnTo>
                  <a:pt x="276137" y="19952"/>
                </a:lnTo>
                <a:lnTo>
                  <a:pt x="274245" y="28587"/>
                </a:lnTo>
                <a:lnTo>
                  <a:pt x="273059" y="37792"/>
                </a:lnTo>
                <a:lnTo>
                  <a:pt x="271568" y="44079"/>
                </a:lnTo>
                <a:lnTo>
                  <a:pt x="269952" y="53978"/>
                </a:lnTo>
                <a:lnTo>
                  <a:pt x="269185" y="55695"/>
                </a:lnTo>
                <a:lnTo>
                  <a:pt x="267208" y="57957"/>
                </a:lnTo>
                <a:lnTo>
                  <a:pt x="265435" y="59154"/>
                </a:lnTo>
                <a:lnTo>
                  <a:pt x="261093" y="60913"/>
                </a:lnTo>
                <a:lnTo>
                  <a:pt x="257377" y="63053"/>
                </a:lnTo>
                <a:lnTo>
                  <a:pt x="246582" y="67452"/>
                </a:lnTo>
                <a:lnTo>
                  <a:pt x="244855" y="68714"/>
                </a:lnTo>
                <a:lnTo>
                  <a:pt x="243631" y="70692"/>
                </a:lnTo>
                <a:lnTo>
                  <a:pt x="243981" y="71739"/>
                </a:lnTo>
                <a:lnTo>
                  <a:pt x="246435" y="72407"/>
                </a:lnTo>
                <a:lnTo>
                  <a:pt x="266952" y="73642"/>
                </a:lnTo>
                <a:lnTo>
                  <a:pt x="269140" y="74509"/>
                </a:lnTo>
                <a:lnTo>
                  <a:pt x="269894" y="75230"/>
                </a:lnTo>
                <a:lnTo>
                  <a:pt x="269887" y="76039"/>
                </a:lnTo>
                <a:lnTo>
                  <a:pt x="267749" y="78359"/>
                </a:lnTo>
                <a:lnTo>
                  <a:pt x="265305" y="79805"/>
                </a:lnTo>
                <a:lnTo>
                  <a:pt x="258215" y="82757"/>
                </a:lnTo>
                <a:lnTo>
                  <a:pt x="253028" y="84365"/>
                </a:lnTo>
                <a:lnTo>
                  <a:pt x="248665" y="86276"/>
                </a:lnTo>
                <a:lnTo>
                  <a:pt x="234623" y="91238"/>
                </a:lnTo>
                <a:lnTo>
                  <a:pt x="231475" y="92944"/>
                </a:lnTo>
                <a:lnTo>
                  <a:pt x="230583" y="93705"/>
                </a:lnTo>
                <a:lnTo>
                  <a:pt x="230138" y="95062"/>
                </a:lnTo>
                <a:lnTo>
                  <a:pt x="231257" y="95937"/>
                </a:lnTo>
                <a:lnTo>
                  <a:pt x="234204" y="96186"/>
                </a:lnTo>
                <a:lnTo>
                  <a:pt x="263966" y="96583"/>
                </a:lnTo>
                <a:lnTo>
                  <a:pt x="266912" y="97202"/>
                </a:lnTo>
                <a:lnTo>
                  <a:pt x="267972" y="97961"/>
                </a:lnTo>
                <a:lnTo>
                  <a:pt x="268407" y="99025"/>
                </a:lnTo>
                <a:lnTo>
                  <a:pt x="268652" y="105082"/>
                </a:lnTo>
                <a:lnTo>
                  <a:pt x="267893" y="111729"/>
                </a:lnTo>
                <a:lnTo>
                  <a:pt x="266522" y="134763"/>
                </a:lnTo>
                <a:lnTo>
                  <a:pt x="264838" y="139243"/>
                </a:lnTo>
                <a:lnTo>
                  <a:pt x="263190" y="154385"/>
                </a:lnTo>
                <a:lnTo>
                  <a:pt x="261111" y="162144"/>
                </a:lnTo>
                <a:lnTo>
                  <a:pt x="259797" y="174643"/>
                </a:lnTo>
                <a:lnTo>
                  <a:pt x="257875" y="182557"/>
                </a:lnTo>
                <a:lnTo>
                  <a:pt x="256408" y="194988"/>
                </a:lnTo>
                <a:lnTo>
                  <a:pt x="254491" y="203793"/>
                </a:lnTo>
                <a:lnTo>
                  <a:pt x="252408" y="220166"/>
                </a:lnTo>
                <a:lnTo>
                  <a:pt x="251256" y="224560"/>
                </a:lnTo>
                <a:lnTo>
                  <a:pt x="251230" y="226631"/>
                </a:lnTo>
                <a:lnTo>
                  <a:pt x="251675" y="227790"/>
                </a:lnTo>
                <a:lnTo>
                  <a:pt x="253170" y="228320"/>
                </a:lnTo>
                <a:lnTo>
                  <a:pt x="256011" y="227349"/>
                </a:lnTo>
                <a:lnTo>
                  <a:pt x="272946" y="215586"/>
                </a:lnTo>
                <a:lnTo>
                  <a:pt x="278485" y="211303"/>
                </a:lnTo>
                <a:lnTo>
                  <a:pt x="280058" y="210636"/>
                </a:lnTo>
                <a:lnTo>
                  <a:pt x="281581" y="210498"/>
                </a:lnTo>
                <a:lnTo>
                  <a:pt x="283749" y="211293"/>
                </a:lnTo>
                <a:lnTo>
                  <a:pt x="296099" y="220749"/>
                </a:lnTo>
                <a:lnTo>
                  <a:pt x="304945" y="227015"/>
                </a:lnTo>
                <a:lnTo>
                  <a:pt x="307141" y="228145"/>
                </a:lnTo>
                <a:lnTo>
                  <a:pt x="308784" y="228327"/>
                </a:lnTo>
                <a:lnTo>
                  <a:pt x="309549" y="227915"/>
                </a:lnTo>
                <a:lnTo>
                  <a:pt x="309905" y="227059"/>
                </a:lnTo>
                <a:lnTo>
                  <a:pt x="309913" y="223372"/>
                </a:lnTo>
                <a:lnTo>
                  <a:pt x="307898" y="211088"/>
                </a:lnTo>
                <a:lnTo>
                  <a:pt x="306568" y="199780"/>
                </a:lnTo>
                <a:lnTo>
                  <a:pt x="304755" y="191074"/>
                </a:lnTo>
                <a:lnTo>
                  <a:pt x="303099" y="177360"/>
                </a:lnTo>
                <a:lnTo>
                  <a:pt x="300955" y="167384"/>
                </a:lnTo>
                <a:lnTo>
                  <a:pt x="299739" y="156968"/>
                </a:lnTo>
                <a:lnTo>
                  <a:pt x="297540" y="144366"/>
                </a:lnTo>
                <a:lnTo>
                  <a:pt x="296188" y="132414"/>
                </a:lnTo>
                <a:lnTo>
                  <a:pt x="295576" y="129942"/>
                </a:lnTo>
                <a:lnTo>
                  <a:pt x="294192" y="127258"/>
                </a:lnTo>
                <a:lnTo>
                  <a:pt x="293868" y="125263"/>
                </a:lnTo>
                <a:lnTo>
                  <a:pt x="293461" y="98714"/>
                </a:lnTo>
                <a:lnTo>
                  <a:pt x="295422" y="97143"/>
                </a:lnTo>
                <a:lnTo>
                  <a:pt x="298716" y="96598"/>
                </a:lnTo>
                <a:lnTo>
                  <a:pt x="330327" y="96835"/>
                </a:lnTo>
                <a:lnTo>
                  <a:pt x="331543" y="96382"/>
                </a:lnTo>
                <a:lnTo>
                  <a:pt x="332432" y="94770"/>
                </a:lnTo>
                <a:lnTo>
                  <a:pt x="330760" y="93479"/>
                </a:lnTo>
                <a:lnTo>
                  <a:pt x="326191" y="91261"/>
                </a:lnTo>
                <a:lnTo>
                  <a:pt x="316509" y="87267"/>
                </a:lnTo>
                <a:lnTo>
                  <a:pt x="303343" y="82558"/>
                </a:lnTo>
                <a:lnTo>
                  <a:pt x="296063" y="79476"/>
                </a:lnTo>
                <a:lnTo>
                  <a:pt x="294501" y="78128"/>
                </a:lnTo>
                <a:lnTo>
                  <a:pt x="294288" y="75579"/>
                </a:lnTo>
                <a:lnTo>
                  <a:pt x="294761" y="74759"/>
                </a:lnTo>
                <a:lnTo>
                  <a:pt x="295778" y="74267"/>
                </a:lnTo>
                <a:lnTo>
                  <a:pt x="303572" y="73902"/>
                </a:lnTo>
                <a:lnTo>
                  <a:pt x="316693" y="75003"/>
                </a:lnTo>
                <a:lnTo>
                  <a:pt x="318365" y="74269"/>
                </a:lnTo>
                <a:lnTo>
                  <a:pt x="319102" y="73297"/>
                </a:lnTo>
                <a:lnTo>
                  <a:pt x="319235" y="72396"/>
                </a:lnTo>
                <a:lnTo>
                  <a:pt x="317562" y="70580"/>
                </a:lnTo>
                <a:lnTo>
                  <a:pt x="310551" y="66805"/>
                </a:lnTo>
                <a:lnTo>
                  <a:pt x="300589" y="60519"/>
                </a:lnTo>
                <a:lnTo>
                  <a:pt x="297049" y="58761"/>
                </a:lnTo>
                <a:lnTo>
                  <a:pt x="293841" y="55862"/>
                </a:lnTo>
                <a:lnTo>
                  <a:pt x="293427" y="54933"/>
                </a:lnTo>
                <a:lnTo>
                  <a:pt x="293095" y="51114"/>
                </a:lnTo>
                <a:lnTo>
                  <a:pt x="291530" y="44641"/>
                </a:lnTo>
                <a:lnTo>
                  <a:pt x="289689" y="33122"/>
                </a:lnTo>
                <a:lnTo>
                  <a:pt x="287710" y="24471"/>
                </a:lnTo>
                <a:lnTo>
                  <a:pt x="285783" y="13272"/>
                </a:lnTo>
                <a:lnTo>
                  <a:pt x="284684" y="10895"/>
                </a:lnTo>
                <a:lnTo>
                  <a:pt x="282811" y="9435"/>
                </a:lnTo>
                <a:lnTo>
                  <a:pt x="281107" y="9097"/>
                </a:lnTo>
                <a:lnTo>
                  <a:pt x="279170" y="9794"/>
                </a:lnTo>
                <a:close/>
                <a:moveTo>
                  <a:pt x="282848" y="29684"/>
                </a:moveTo>
                <a:lnTo>
                  <a:pt x="283234" y="30861"/>
                </a:lnTo>
                <a:lnTo>
                  <a:pt x="282984" y="32344"/>
                </a:lnTo>
                <a:lnTo>
                  <a:pt x="281636" y="32650"/>
                </a:lnTo>
                <a:lnTo>
                  <a:pt x="280300" y="32362"/>
                </a:lnTo>
                <a:lnTo>
                  <a:pt x="280047" y="31019"/>
                </a:lnTo>
                <a:lnTo>
                  <a:pt x="280642" y="29717"/>
                </a:lnTo>
                <a:lnTo>
                  <a:pt x="281743" y="29163"/>
                </a:lnTo>
                <a:lnTo>
                  <a:pt x="282848" y="29684"/>
                </a:lnTo>
                <a:close/>
                <a:moveTo>
                  <a:pt x="283391" y="40673"/>
                </a:moveTo>
                <a:lnTo>
                  <a:pt x="284127" y="42642"/>
                </a:lnTo>
                <a:lnTo>
                  <a:pt x="283892" y="45144"/>
                </a:lnTo>
                <a:lnTo>
                  <a:pt x="282027" y="45813"/>
                </a:lnTo>
                <a:lnTo>
                  <a:pt x="279630" y="45479"/>
                </a:lnTo>
                <a:lnTo>
                  <a:pt x="278700" y="43534"/>
                </a:lnTo>
                <a:lnTo>
                  <a:pt x="278828" y="41627"/>
                </a:lnTo>
                <a:lnTo>
                  <a:pt x="279311" y="40623"/>
                </a:lnTo>
                <a:lnTo>
                  <a:pt x="281131" y="39978"/>
                </a:lnTo>
                <a:lnTo>
                  <a:pt x="283391" y="40673"/>
                </a:lnTo>
                <a:close/>
                <a:moveTo>
                  <a:pt x="276621" y="47693"/>
                </a:moveTo>
                <a:lnTo>
                  <a:pt x="276929" y="48736"/>
                </a:lnTo>
                <a:lnTo>
                  <a:pt x="276510" y="49760"/>
                </a:lnTo>
                <a:lnTo>
                  <a:pt x="275608" y="50320"/>
                </a:lnTo>
                <a:lnTo>
                  <a:pt x="274610" y="50072"/>
                </a:lnTo>
                <a:lnTo>
                  <a:pt x="274187" y="48491"/>
                </a:lnTo>
                <a:lnTo>
                  <a:pt x="274660" y="47401"/>
                </a:lnTo>
                <a:lnTo>
                  <a:pt x="275598" y="47070"/>
                </a:lnTo>
                <a:lnTo>
                  <a:pt x="276621" y="47693"/>
                </a:lnTo>
                <a:close/>
                <a:moveTo>
                  <a:pt x="288489" y="48445"/>
                </a:moveTo>
                <a:lnTo>
                  <a:pt x="289282" y="49030"/>
                </a:lnTo>
                <a:lnTo>
                  <a:pt x="288024" y="49370"/>
                </a:lnTo>
                <a:lnTo>
                  <a:pt x="286827" y="49025"/>
                </a:lnTo>
                <a:lnTo>
                  <a:pt x="286232" y="48320"/>
                </a:lnTo>
                <a:lnTo>
                  <a:pt x="287031" y="47928"/>
                </a:lnTo>
                <a:lnTo>
                  <a:pt x="288489" y="48445"/>
                </a:lnTo>
                <a:close/>
                <a:moveTo>
                  <a:pt x="283725" y="53543"/>
                </a:moveTo>
                <a:lnTo>
                  <a:pt x="284367" y="55194"/>
                </a:lnTo>
                <a:lnTo>
                  <a:pt x="283661" y="56044"/>
                </a:lnTo>
                <a:lnTo>
                  <a:pt x="282251" y="56752"/>
                </a:lnTo>
                <a:lnTo>
                  <a:pt x="281178" y="56769"/>
                </a:lnTo>
                <a:lnTo>
                  <a:pt x="279575" y="56193"/>
                </a:lnTo>
                <a:lnTo>
                  <a:pt x="278376" y="54713"/>
                </a:lnTo>
                <a:lnTo>
                  <a:pt x="278664" y="53641"/>
                </a:lnTo>
                <a:lnTo>
                  <a:pt x="280330" y="52718"/>
                </a:lnTo>
                <a:lnTo>
                  <a:pt x="282515" y="52810"/>
                </a:lnTo>
                <a:lnTo>
                  <a:pt x="283725" y="53543"/>
                </a:lnTo>
                <a:close/>
                <a:moveTo>
                  <a:pt x="289491" y="61775"/>
                </a:moveTo>
                <a:lnTo>
                  <a:pt x="289999" y="63412"/>
                </a:lnTo>
                <a:lnTo>
                  <a:pt x="289680" y="65306"/>
                </a:lnTo>
                <a:lnTo>
                  <a:pt x="288914" y="65945"/>
                </a:lnTo>
                <a:lnTo>
                  <a:pt x="287877" y="65806"/>
                </a:lnTo>
                <a:lnTo>
                  <a:pt x="286819" y="64789"/>
                </a:lnTo>
                <a:lnTo>
                  <a:pt x="286841" y="62960"/>
                </a:lnTo>
                <a:lnTo>
                  <a:pt x="288022" y="61537"/>
                </a:lnTo>
                <a:lnTo>
                  <a:pt x="288779" y="61404"/>
                </a:lnTo>
                <a:lnTo>
                  <a:pt x="289491" y="61775"/>
                </a:lnTo>
                <a:close/>
                <a:moveTo>
                  <a:pt x="275953" y="63070"/>
                </a:moveTo>
                <a:lnTo>
                  <a:pt x="276090" y="64441"/>
                </a:lnTo>
                <a:lnTo>
                  <a:pt x="274974" y="65285"/>
                </a:lnTo>
                <a:lnTo>
                  <a:pt x="272747" y="64893"/>
                </a:lnTo>
                <a:lnTo>
                  <a:pt x="271365" y="63930"/>
                </a:lnTo>
                <a:lnTo>
                  <a:pt x="272160" y="62284"/>
                </a:lnTo>
                <a:lnTo>
                  <a:pt x="273537" y="61677"/>
                </a:lnTo>
                <a:lnTo>
                  <a:pt x="274991" y="61960"/>
                </a:lnTo>
                <a:lnTo>
                  <a:pt x="275953" y="63070"/>
                </a:lnTo>
                <a:close/>
                <a:moveTo>
                  <a:pt x="298016" y="63906"/>
                </a:moveTo>
                <a:lnTo>
                  <a:pt x="303515" y="67480"/>
                </a:lnTo>
                <a:lnTo>
                  <a:pt x="304167" y="68286"/>
                </a:lnTo>
                <a:lnTo>
                  <a:pt x="303971" y="69104"/>
                </a:lnTo>
                <a:lnTo>
                  <a:pt x="302785" y="69720"/>
                </a:lnTo>
                <a:lnTo>
                  <a:pt x="299682" y="69995"/>
                </a:lnTo>
                <a:lnTo>
                  <a:pt x="296642" y="69783"/>
                </a:lnTo>
                <a:lnTo>
                  <a:pt x="294741" y="69088"/>
                </a:lnTo>
                <a:lnTo>
                  <a:pt x="294075" y="68238"/>
                </a:lnTo>
                <a:lnTo>
                  <a:pt x="293786" y="66996"/>
                </a:lnTo>
                <a:lnTo>
                  <a:pt x="294129" y="63920"/>
                </a:lnTo>
                <a:lnTo>
                  <a:pt x="295270" y="63006"/>
                </a:lnTo>
                <a:lnTo>
                  <a:pt x="298016" y="63906"/>
                </a:lnTo>
                <a:close/>
                <a:moveTo>
                  <a:pt x="268306" y="63864"/>
                </a:moveTo>
                <a:lnTo>
                  <a:pt x="269596" y="64439"/>
                </a:lnTo>
                <a:lnTo>
                  <a:pt x="269780" y="65170"/>
                </a:lnTo>
                <a:lnTo>
                  <a:pt x="268306" y="66539"/>
                </a:lnTo>
                <a:lnTo>
                  <a:pt x="266387" y="67504"/>
                </a:lnTo>
                <a:lnTo>
                  <a:pt x="264566" y="67904"/>
                </a:lnTo>
                <a:lnTo>
                  <a:pt x="263032" y="67754"/>
                </a:lnTo>
                <a:lnTo>
                  <a:pt x="261681" y="66534"/>
                </a:lnTo>
                <a:lnTo>
                  <a:pt x="261670" y="65257"/>
                </a:lnTo>
                <a:lnTo>
                  <a:pt x="262912" y="63912"/>
                </a:lnTo>
                <a:lnTo>
                  <a:pt x="265268" y="63408"/>
                </a:lnTo>
                <a:lnTo>
                  <a:pt x="268306" y="63864"/>
                </a:lnTo>
                <a:close/>
                <a:moveTo>
                  <a:pt x="289491" y="76609"/>
                </a:moveTo>
                <a:lnTo>
                  <a:pt x="288784" y="78202"/>
                </a:lnTo>
                <a:lnTo>
                  <a:pt x="287945" y="78425"/>
                </a:lnTo>
                <a:lnTo>
                  <a:pt x="287456" y="78009"/>
                </a:lnTo>
                <a:lnTo>
                  <a:pt x="287257" y="76564"/>
                </a:lnTo>
                <a:lnTo>
                  <a:pt x="288191" y="75220"/>
                </a:lnTo>
                <a:lnTo>
                  <a:pt x="289374" y="75222"/>
                </a:lnTo>
                <a:lnTo>
                  <a:pt x="289491" y="76609"/>
                </a:lnTo>
                <a:close/>
                <a:moveTo>
                  <a:pt x="275284" y="76901"/>
                </a:moveTo>
                <a:lnTo>
                  <a:pt x="275234" y="77810"/>
                </a:lnTo>
                <a:lnTo>
                  <a:pt x="274743" y="78210"/>
                </a:lnTo>
                <a:lnTo>
                  <a:pt x="273696" y="77779"/>
                </a:lnTo>
                <a:lnTo>
                  <a:pt x="273137" y="76943"/>
                </a:lnTo>
                <a:lnTo>
                  <a:pt x="273564" y="76246"/>
                </a:lnTo>
                <a:lnTo>
                  <a:pt x="274261" y="76002"/>
                </a:lnTo>
                <a:lnTo>
                  <a:pt x="274914" y="76236"/>
                </a:lnTo>
                <a:lnTo>
                  <a:pt x="275284" y="76901"/>
                </a:lnTo>
                <a:close/>
                <a:moveTo>
                  <a:pt x="282889" y="84047"/>
                </a:moveTo>
                <a:lnTo>
                  <a:pt x="283203" y="85124"/>
                </a:lnTo>
                <a:lnTo>
                  <a:pt x="282409" y="85824"/>
                </a:lnTo>
                <a:lnTo>
                  <a:pt x="280076" y="85749"/>
                </a:lnTo>
                <a:lnTo>
                  <a:pt x="279156" y="85044"/>
                </a:lnTo>
                <a:lnTo>
                  <a:pt x="279431" y="84156"/>
                </a:lnTo>
                <a:lnTo>
                  <a:pt x="280664" y="83551"/>
                </a:lnTo>
                <a:lnTo>
                  <a:pt x="282145" y="83588"/>
                </a:lnTo>
                <a:lnTo>
                  <a:pt x="282889" y="84047"/>
                </a:lnTo>
                <a:close/>
                <a:moveTo>
                  <a:pt x="268724" y="85091"/>
                </a:moveTo>
                <a:lnTo>
                  <a:pt x="269510" y="86507"/>
                </a:lnTo>
                <a:lnTo>
                  <a:pt x="269659" y="87652"/>
                </a:lnTo>
                <a:lnTo>
                  <a:pt x="268672" y="88884"/>
                </a:lnTo>
                <a:lnTo>
                  <a:pt x="264875" y="89608"/>
                </a:lnTo>
                <a:lnTo>
                  <a:pt x="263391" y="89103"/>
                </a:lnTo>
                <a:lnTo>
                  <a:pt x="262770" y="88389"/>
                </a:lnTo>
                <a:lnTo>
                  <a:pt x="262522" y="85569"/>
                </a:lnTo>
                <a:lnTo>
                  <a:pt x="263524" y="84188"/>
                </a:lnTo>
                <a:lnTo>
                  <a:pt x="267115" y="84053"/>
                </a:lnTo>
                <a:lnTo>
                  <a:pt x="268724" y="85091"/>
                </a:lnTo>
                <a:close/>
                <a:moveTo>
                  <a:pt x="299227" y="85468"/>
                </a:moveTo>
                <a:lnTo>
                  <a:pt x="300444" y="87516"/>
                </a:lnTo>
                <a:lnTo>
                  <a:pt x="299991" y="89139"/>
                </a:lnTo>
                <a:lnTo>
                  <a:pt x="298597" y="89814"/>
                </a:lnTo>
                <a:lnTo>
                  <a:pt x="296845" y="90083"/>
                </a:lnTo>
                <a:lnTo>
                  <a:pt x="294255" y="89604"/>
                </a:lnTo>
                <a:lnTo>
                  <a:pt x="293759" y="87264"/>
                </a:lnTo>
                <a:lnTo>
                  <a:pt x="294422" y="84924"/>
                </a:lnTo>
                <a:lnTo>
                  <a:pt x="295203" y="84415"/>
                </a:lnTo>
                <a:lnTo>
                  <a:pt x="296699" y="84256"/>
                </a:lnTo>
                <a:lnTo>
                  <a:pt x="299227" y="85468"/>
                </a:lnTo>
                <a:close/>
                <a:moveTo>
                  <a:pt x="289951" y="87348"/>
                </a:moveTo>
                <a:lnTo>
                  <a:pt x="290348" y="88733"/>
                </a:lnTo>
                <a:lnTo>
                  <a:pt x="289984" y="89994"/>
                </a:lnTo>
                <a:lnTo>
                  <a:pt x="288870" y="90565"/>
                </a:lnTo>
                <a:lnTo>
                  <a:pt x="287631" y="90234"/>
                </a:lnTo>
                <a:lnTo>
                  <a:pt x="286918" y="88866"/>
                </a:lnTo>
                <a:lnTo>
                  <a:pt x="287343" y="87345"/>
                </a:lnTo>
                <a:lnTo>
                  <a:pt x="288570" y="86676"/>
                </a:lnTo>
                <a:lnTo>
                  <a:pt x="289951" y="87348"/>
                </a:lnTo>
                <a:close/>
                <a:moveTo>
                  <a:pt x="274950" y="88643"/>
                </a:moveTo>
                <a:lnTo>
                  <a:pt x="274422" y="89262"/>
                </a:lnTo>
                <a:lnTo>
                  <a:pt x="273717" y="88962"/>
                </a:lnTo>
                <a:lnTo>
                  <a:pt x="274399" y="88034"/>
                </a:lnTo>
                <a:lnTo>
                  <a:pt x="274950" y="88643"/>
                </a:lnTo>
                <a:close/>
                <a:moveTo>
                  <a:pt x="313727" y="90565"/>
                </a:moveTo>
                <a:lnTo>
                  <a:pt x="315048" y="91339"/>
                </a:lnTo>
                <a:lnTo>
                  <a:pt x="315268" y="91913"/>
                </a:lnTo>
                <a:lnTo>
                  <a:pt x="314961" y="92477"/>
                </a:lnTo>
                <a:lnTo>
                  <a:pt x="312931" y="93304"/>
                </a:lnTo>
                <a:lnTo>
                  <a:pt x="311896" y="93095"/>
                </a:lnTo>
                <a:lnTo>
                  <a:pt x="311168" y="92493"/>
                </a:lnTo>
                <a:lnTo>
                  <a:pt x="310967" y="91284"/>
                </a:lnTo>
                <a:lnTo>
                  <a:pt x="311638" y="90565"/>
                </a:lnTo>
                <a:lnTo>
                  <a:pt x="312390" y="90106"/>
                </a:lnTo>
                <a:lnTo>
                  <a:pt x="313727" y="90565"/>
                </a:lnTo>
                <a:close/>
                <a:moveTo>
                  <a:pt x="290076" y="98755"/>
                </a:moveTo>
                <a:lnTo>
                  <a:pt x="290783" y="100360"/>
                </a:lnTo>
                <a:lnTo>
                  <a:pt x="290377" y="102789"/>
                </a:lnTo>
                <a:lnTo>
                  <a:pt x="288819" y="103809"/>
                </a:lnTo>
                <a:lnTo>
                  <a:pt x="286991" y="103592"/>
                </a:lnTo>
                <a:lnTo>
                  <a:pt x="286246" y="101899"/>
                </a:lnTo>
                <a:lnTo>
                  <a:pt x="286844" y="99524"/>
                </a:lnTo>
                <a:lnTo>
                  <a:pt x="288562" y="98097"/>
                </a:lnTo>
                <a:lnTo>
                  <a:pt x="290076" y="98755"/>
                </a:lnTo>
                <a:close/>
                <a:moveTo>
                  <a:pt x="276204" y="100176"/>
                </a:moveTo>
                <a:lnTo>
                  <a:pt x="276562" y="101864"/>
                </a:lnTo>
                <a:lnTo>
                  <a:pt x="275728" y="102851"/>
                </a:lnTo>
                <a:lnTo>
                  <a:pt x="274658" y="102995"/>
                </a:lnTo>
                <a:lnTo>
                  <a:pt x="273279" y="102641"/>
                </a:lnTo>
                <a:lnTo>
                  <a:pt x="271842" y="101424"/>
                </a:lnTo>
                <a:lnTo>
                  <a:pt x="272158" y="100318"/>
                </a:lnTo>
                <a:lnTo>
                  <a:pt x="273716" y="99412"/>
                </a:lnTo>
                <a:lnTo>
                  <a:pt x="275378" y="99472"/>
                </a:lnTo>
                <a:lnTo>
                  <a:pt x="276204" y="100176"/>
                </a:lnTo>
                <a:close/>
                <a:moveTo>
                  <a:pt x="284937" y="105358"/>
                </a:moveTo>
                <a:lnTo>
                  <a:pt x="286473" y="107594"/>
                </a:lnTo>
                <a:lnTo>
                  <a:pt x="286650" y="108732"/>
                </a:lnTo>
                <a:lnTo>
                  <a:pt x="286145" y="109639"/>
                </a:lnTo>
                <a:lnTo>
                  <a:pt x="284955" y="110360"/>
                </a:lnTo>
                <a:lnTo>
                  <a:pt x="282609" y="111046"/>
                </a:lnTo>
                <a:lnTo>
                  <a:pt x="280796" y="111123"/>
                </a:lnTo>
                <a:lnTo>
                  <a:pt x="277118" y="110468"/>
                </a:lnTo>
                <a:lnTo>
                  <a:pt x="275686" y="109661"/>
                </a:lnTo>
                <a:lnTo>
                  <a:pt x="275507" y="108822"/>
                </a:lnTo>
                <a:lnTo>
                  <a:pt x="276204" y="106820"/>
                </a:lnTo>
                <a:lnTo>
                  <a:pt x="277203" y="105035"/>
                </a:lnTo>
                <a:lnTo>
                  <a:pt x="278334" y="104185"/>
                </a:lnTo>
                <a:lnTo>
                  <a:pt x="283641" y="103895"/>
                </a:lnTo>
                <a:lnTo>
                  <a:pt x="284937" y="105358"/>
                </a:lnTo>
                <a:close/>
                <a:moveTo>
                  <a:pt x="290035" y="111751"/>
                </a:moveTo>
                <a:lnTo>
                  <a:pt x="290943" y="113694"/>
                </a:lnTo>
                <a:lnTo>
                  <a:pt x="290411" y="115762"/>
                </a:lnTo>
                <a:lnTo>
                  <a:pt x="288717" y="116422"/>
                </a:lnTo>
                <a:lnTo>
                  <a:pt x="287030" y="116070"/>
                </a:lnTo>
                <a:lnTo>
                  <a:pt x="286431" y="114547"/>
                </a:lnTo>
                <a:lnTo>
                  <a:pt x="287588" y="111782"/>
                </a:lnTo>
                <a:lnTo>
                  <a:pt x="288651" y="111060"/>
                </a:lnTo>
                <a:lnTo>
                  <a:pt x="290035" y="111751"/>
                </a:lnTo>
                <a:close/>
                <a:moveTo>
                  <a:pt x="274323" y="112252"/>
                </a:moveTo>
                <a:lnTo>
                  <a:pt x="275822" y="113751"/>
                </a:lnTo>
                <a:lnTo>
                  <a:pt x="275975" y="114878"/>
                </a:lnTo>
                <a:lnTo>
                  <a:pt x="275660" y="115470"/>
                </a:lnTo>
                <a:lnTo>
                  <a:pt x="273200" y="116081"/>
                </a:lnTo>
                <a:lnTo>
                  <a:pt x="270897" y="115344"/>
                </a:lnTo>
                <a:lnTo>
                  <a:pt x="270401" y="113976"/>
                </a:lnTo>
                <a:lnTo>
                  <a:pt x="271458" y="112419"/>
                </a:lnTo>
                <a:lnTo>
                  <a:pt x="272506" y="111897"/>
                </a:lnTo>
                <a:lnTo>
                  <a:pt x="274323" y="112252"/>
                </a:lnTo>
                <a:close/>
                <a:moveTo>
                  <a:pt x="274532" y="123743"/>
                </a:moveTo>
                <a:lnTo>
                  <a:pt x="275718" y="124925"/>
                </a:lnTo>
                <a:lnTo>
                  <a:pt x="275276" y="126234"/>
                </a:lnTo>
                <a:lnTo>
                  <a:pt x="273139" y="127481"/>
                </a:lnTo>
                <a:lnTo>
                  <a:pt x="272081" y="127598"/>
                </a:lnTo>
                <a:lnTo>
                  <a:pt x="271299" y="127241"/>
                </a:lnTo>
                <a:lnTo>
                  <a:pt x="270688" y="125849"/>
                </a:lnTo>
                <a:lnTo>
                  <a:pt x="271051" y="123733"/>
                </a:lnTo>
                <a:lnTo>
                  <a:pt x="272679" y="123147"/>
                </a:lnTo>
                <a:lnTo>
                  <a:pt x="274532" y="123743"/>
                </a:lnTo>
                <a:close/>
                <a:moveTo>
                  <a:pt x="290745" y="123785"/>
                </a:moveTo>
                <a:lnTo>
                  <a:pt x="291323" y="124363"/>
                </a:lnTo>
                <a:lnTo>
                  <a:pt x="291555" y="125347"/>
                </a:lnTo>
                <a:lnTo>
                  <a:pt x="290327" y="126877"/>
                </a:lnTo>
                <a:lnTo>
                  <a:pt x="288770" y="127219"/>
                </a:lnTo>
                <a:lnTo>
                  <a:pt x="287667" y="126642"/>
                </a:lnTo>
                <a:lnTo>
                  <a:pt x="286914" y="125729"/>
                </a:lnTo>
                <a:lnTo>
                  <a:pt x="286755" y="124333"/>
                </a:lnTo>
                <a:lnTo>
                  <a:pt x="287595" y="123325"/>
                </a:lnTo>
                <a:lnTo>
                  <a:pt x="289138" y="123166"/>
                </a:lnTo>
                <a:lnTo>
                  <a:pt x="290745" y="123785"/>
                </a:lnTo>
                <a:close/>
                <a:moveTo>
                  <a:pt x="285104" y="129635"/>
                </a:moveTo>
                <a:lnTo>
                  <a:pt x="287431" y="131363"/>
                </a:lnTo>
                <a:lnTo>
                  <a:pt x="287700" y="133170"/>
                </a:lnTo>
                <a:lnTo>
                  <a:pt x="286723" y="134536"/>
                </a:lnTo>
                <a:lnTo>
                  <a:pt x="284811" y="136112"/>
                </a:lnTo>
                <a:lnTo>
                  <a:pt x="282025" y="137321"/>
                </a:lnTo>
                <a:lnTo>
                  <a:pt x="279173" y="137072"/>
                </a:lnTo>
                <a:lnTo>
                  <a:pt x="277360" y="136123"/>
                </a:lnTo>
                <a:lnTo>
                  <a:pt x="275098" y="133824"/>
                </a:lnTo>
                <a:lnTo>
                  <a:pt x="274194" y="132168"/>
                </a:lnTo>
                <a:lnTo>
                  <a:pt x="274402" y="131341"/>
                </a:lnTo>
                <a:lnTo>
                  <a:pt x="275309" y="130549"/>
                </a:lnTo>
                <a:lnTo>
                  <a:pt x="279627" y="128477"/>
                </a:lnTo>
                <a:lnTo>
                  <a:pt x="281760" y="128311"/>
                </a:lnTo>
                <a:lnTo>
                  <a:pt x="285104" y="129635"/>
                </a:lnTo>
                <a:close/>
                <a:moveTo>
                  <a:pt x="274323" y="137156"/>
                </a:moveTo>
                <a:lnTo>
                  <a:pt x="275775" y="139392"/>
                </a:lnTo>
                <a:lnTo>
                  <a:pt x="276011" y="141018"/>
                </a:lnTo>
                <a:lnTo>
                  <a:pt x="275694" y="142028"/>
                </a:lnTo>
                <a:lnTo>
                  <a:pt x="270019" y="145681"/>
                </a:lnTo>
                <a:lnTo>
                  <a:pt x="268500" y="145971"/>
                </a:lnTo>
                <a:lnTo>
                  <a:pt x="267673" y="144796"/>
                </a:lnTo>
                <a:lnTo>
                  <a:pt x="267567" y="142693"/>
                </a:lnTo>
                <a:lnTo>
                  <a:pt x="268829" y="138983"/>
                </a:lnTo>
                <a:lnTo>
                  <a:pt x="270064" y="137442"/>
                </a:lnTo>
                <a:lnTo>
                  <a:pt x="271405" y="136636"/>
                </a:lnTo>
                <a:lnTo>
                  <a:pt x="272836" y="136539"/>
                </a:lnTo>
                <a:lnTo>
                  <a:pt x="274323" y="137156"/>
                </a:lnTo>
                <a:close/>
                <a:moveTo>
                  <a:pt x="292918" y="137115"/>
                </a:moveTo>
                <a:lnTo>
                  <a:pt x="293799" y="140322"/>
                </a:lnTo>
                <a:lnTo>
                  <a:pt x="294096" y="143896"/>
                </a:lnTo>
                <a:lnTo>
                  <a:pt x="293060" y="145648"/>
                </a:lnTo>
                <a:lnTo>
                  <a:pt x="291832" y="146053"/>
                </a:lnTo>
                <a:lnTo>
                  <a:pt x="287414" y="142693"/>
                </a:lnTo>
                <a:lnTo>
                  <a:pt x="286958" y="142025"/>
                </a:lnTo>
                <a:lnTo>
                  <a:pt x="286859" y="140735"/>
                </a:lnTo>
                <a:lnTo>
                  <a:pt x="287471" y="138870"/>
                </a:lnTo>
                <a:lnTo>
                  <a:pt x="289151" y="137202"/>
                </a:lnTo>
                <a:lnTo>
                  <a:pt x="291251" y="136499"/>
                </a:lnTo>
                <a:lnTo>
                  <a:pt x="292918" y="137115"/>
                </a:lnTo>
                <a:close/>
                <a:moveTo>
                  <a:pt x="284937" y="145012"/>
                </a:moveTo>
                <a:lnTo>
                  <a:pt x="288908" y="147441"/>
                </a:lnTo>
                <a:lnTo>
                  <a:pt x="290277" y="148712"/>
                </a:lnTo>
                <a:lnTo>
                  <a:pt x="290897" y="150915"/>
                </a:lnTo>
                <a:lnTo>
                  <a:pt x="289716" y="152905"/>
                </a:lnTo>
                <a:lnTo>
                  <a:pt x="284387" y="156323"/>
                </a:lnTo>
                <a:lnTo>
                  <a:pt x="282080" y="156796"/>
                </a:lnTo>
                <a:lnTo>
                  <a:pt x="279919" y="156140"/>
                </a:lnTo>
                <a:lnTo>
                  <a:pt x="274501" y="152210"/>
                </a:lnTo>
                <a:lnTo>
                  <a:pt x="274123" y="150736"/>
                </a:lnTo>
                <a:lnTo>
                  <a:pt x="274430" y="148650"/>
                </a:lnTo>
                <a:lnTo>
                  <a:pt x="278251" y="145639"/>
                </a:lnTo>
                <a:lnTo>
                  <a:pt x="279861" y="144647"/>
                </a:lnTo>
                <a:lnTo>
                  <a:pt x="282064" y="143962"/>
                </a:lnTo>
                <a:lnTo>
                  <a:pt x="283929" y="144259"/>
                </a:lnTo>
                <a:lnTo>
                  <a:pt x="284937" y="145012"/>
                </a:lnTo>
                <a:close/>
                <a:moveTo>
                  <a:pt x="270437" y="155250"/>
                </a:moveTo>
                <a:lnTo>
                  <a:pt x="274039" y="157663"/>
                </a:lnTo>
                <a:lnTo>
                  <a:pt x="275260" y="158877"/>
                </a:lnTo>
                <a:lnTo>
                  <a:pt x="275739" y="160196"/>
                </a:lnTo>
                <a:lnTo>
                  <a:pt x="275471" y="161510"/>
                </a:lnTo>
                <a:lnTo>
                  <a:pt x="274450" y="162709"/>
                </a:lnTo>
                <a:lnTo>
                  <a:pt x="269245" y="166229"/>
                </a:lnTo>
                <a:lnTo>
                  <a:pt x="266538" y="167405"/>
                </a:lnTo>
                <a:lnTo>
                  <a:pt x="265007" y="167546"/>
                </a:lnTo>
                <a:lnTo>
                  <a:pt x="264355" y="166795"/>
                </a:lnTo>
                <a:lnTo>
                  <a:pt x="264148" y="164440"/>
                </a:lnTo>
                <a:lnTo>
                  <a:pt x="264848" y="159584"/>
                </a:lnTo>
                <a:lnTo>
                  <a:pt x="265782" y="156629"/>
                </a:lnTo>
                <a:lnTo>
                  <a:pt x="266927" y="154832"/>
                </a:lnTo>
                <a:lnTo>
                  <a:pt x="267985" y="154174"/>
                </a:lnTo>
                <a:lnTo>
                  <a:pt x="268895" y="154176"/>
                </a:lnTo>
                <a:lnTo>
                  <a:pt x="270437" y="155250"/>
                </a:lnTo>
                <a:close/>
                <a:moveTo>
                  <a:pt x="296553" y="154957"/>
                </a:moveTo>
                <a:lnTo>
                  <a:pt x="297084" y="158309"/>
                </a:lnTo>
                <a:lnTo>
                  <a:pt x="297514" y="166114"/>
                </a:lnTo>
                <a:lnTo>
                  <a:pt x="295387" y="166937"/>
                </a:lnTo>
                <a:lnTo>
                  <a:pt x="288593" y="162329"/>
                </a:lnTo>
                <a:lnTo>
                  <a:pt x="287821" y="161318"/>
                </a:lnTo>
                <a:lnTo>
                  <a:pt x="287486" y="159512"/>
                </a:lnTo>
                <a:lnTo>
                  <a:pt x="288288" y="157867"/>
                </a:lnTo>
                <a:lnTo>
                  <a:pt x="291471" y="155574"/>
                </a:lnTo>
                <a:lnTo>
                  <a:pt x="295049" y="154476"/>
                </a:lnTo>
                <a:lnTo>
                  <a:pt x="296553" y="154957"/>
                </a:lnTo>
                <a:close/>
                <a:moveTo>
                  <a:pt x="285020" y="165195"/>
                </a:moveTo>
                <a:lnTo>
                  <a:pt x="292209" y="170357"/>
                </a:lnTo>
                <a:lnTo>
                  <a:pt x="293639" y="172001"/>
                </a:lnTo>
                <a:lnTo>
                  <a:pt x="293105" y="173227"/>
                </a:lnTo>
                <a:lnTo>
                  <a:pt x="286951" y="176546"/>
                </a:lnTo>
                <a:lnTo>
                  <a:pt x="282201" y="178444"/>
                </a:lnTo>
                <a:lnTo>
                  <a:pt x="280629" y="178627"/>
                </a:lnTo>
                <a:lnTo>
                  <a:pt x="274117" y="175835"/>
                </a:lnTo>
                <a:lnTo>
                  <a:pt x="271142" y="173864"/>
                </a:lnTo>
                <a:lnTo>
                  <a:pt x="269786" y="172486"/>
                </a:lnTo>
                <a:lnTo>
                  <a:pt x="269810" y="171421"/>
                </a:lnTo>
                <a:lnTo>
                  <a:pt x="270819" y="170402"/>
                </a:lnTo>
                <a:lnTo>
                  <a:pt x="279894" y="163847"/>
                </a:lnTo>
                <a:lnTo>
                  <a:pt x="281998" y="163618"/>
                </a:lnTo>
                <a:lnTo>
                  <a:pt x="285020" y="165195"/>
                </a:lnTo>
                <a:close/>
                <a:moveTo>
                  <a:pt x="268181" y="176978"/>
                </a:moveTo>
                <a:lnTo>
                  <a:pt x="272393" y="180155"/>
                </a:lnTo>
                <a:lnTo>
                  <a:pt x="273602" y="181659"/>
                </a:lnTo>
                <a:lnTo>
                  <a:pt x="273572" y="182372"/>
                </a:lnTo>
                <a:lnTo>
                  <a:pt x="272604" y="183130"/>
                </a:lnTo>
                <a:lnTo>
                  <a:pt x="268949" y="184573"/>
                </a:lnTo>
                <a:lnTo>
                  <a:pt x="265457" y="186481"/>
                </a:lnTo>
                <a:lnTo>
                  <a:pt x="264313" y="186563"/>
                </a:lnTo>
                <a:lnTo>
                  <a:pt x="262630" y="185908"/>
                </a:lnTo>
                <a:lnTo>
                  <a:pt x="261870" y="184927"/>
                </a:lnTo>
                <a:lnTo>
                  <a:pt x="261805" y="183274"/>
                </a:lnTo>
                <a:lnTo>
                  <a:pt x="262870" y="179231"/>
                </a:lnTo>
                <a:lnTo>
                  <a:pt x="264065" y="176506"/>
                </a:lnTo>
                <a:lnTo>
                  <a:pt x="265585" y="175915"/>
                </a:lnTo>
                <a:lnTo>
                  <a:pt x="268181" y="176978"/>
                </a:lnTo>
                <a:close/>
                <a:moveTo>
                  <a:pt x="298517" y="177145"/>
                </a:moveTo>
                <a:lnTo>
                  <a:pt x="299505" y="178921"/>
                </a:lnTo>
                <a:lnTo>
                  <a:pt x="300225" y="182891"/>
                </a:lnTo>
                <a:lnTo>
                  <a:pt x="299941" y="186635"/>
                </a:lnTo>
                <a:lnTo>
                  <a:pt x="299144" y="188010"/>
                </a:lnTo>
                <a:lnTo>
                  <a:pt x="297819" y="188013"/>
                </a:lnTo>
                <a:lnTo>
                  <a:pt x="294776" y="186812"/>
                </a:lnTo>
                <a:lnTo>
                  <a:pt x="287729" y="182352"/>
                </a:lnTo>
                <a:lnTo>
                  <a:pt x="287580" y="181737"/>
                </a:lnTo>
                <a:lnTo>
                  <a:pt x="288205" y="180598"/>
                </a:lnTo>
                <a:lnTo>
                  <a:pt x="292496" y="177249"/>
                </a:lnTo>
                <a:lnTo>
                  <a:pt x="294547" y="176419"/>
                </a:lnTo>
                <a:lnTo>
                  <a:pt x="296378" y="176217"/>
                </a:lnTo>
                <a:lnTo>
                  <a:pt x="298517" y="177145"/>
                </a:lnTo>
                <a:close/>
                <a:moveTo>
                  <a:pt x="285814" y="186840"/>
                </a:moveTo>
                <a:lnTo>
                  <a:pt x="293017" y="190945"/>
                </a:lnTo>
                <a:lnTo>
                  <a:pt x="293982" y="191813"/>
                </a:lnTo>
                <a:lnTo>
                  <a:pt x="294085" y="192800"/>
                </a:lnTo>
                <a:lnTo>
                  <a:pt x="293236" y="194408"/>
                </a:lnTo>
                <a:lnTo>
                  <a:pt x="291452" y="196208"/>
                </a:lnTo>
                <a:lnTo>
                  <a:pt x="282092" y="202915"/>
                </a:lnTo>
                <a:lnTo>
                  <a:pt x="279943" y="202618"/>
                </a:lnTo>
                <a:lnTo>
                  <a:pt x="277677" y="201390"/>
                </a:lnTo>
                <a:lnTo>
                  <a:pt x="269326" y="195051"/>
                </a:lnTo>
                <a:lnTo>
                  <a:pt x="266660" y="192205"/>
                </a:lnTo>
                <a:lnTo>
                  <a:pt x="266981" y="191125"/>
                </a:lnTo>
                <a:lnTo>
                  <a:pt x="268937" y="189647"/>
                </a:lnTo>
                <a:lnTo>
                  <a:pt x="278070" y="184780"/>
                </a:lnTo>
                <a:lnTo>
                  <a:pt x="279538" y="184508"/>
                </a:lnTo>
                <a:lnTo>
                  <a:pt x="281236" y="184747"/>
                </a:lnTo>
                <a:lnTo>
                  <a:pt x="285814" y="186840"/>
                </a:lnTo>
                <a:close/>
                <a:moveTo>
                  <a:pt x="264044" y="196743"/>
                </a:moveTo>
                <a:lnTo>
                  <a:pt x="273702" y="204002"/>
                </a:lnTo>
                <a:lnTo>
                  <a:pt x="275122" y="205376"/>
                </a:lnTo>
                <a:lnTo>
                  <a:pt x="275214" y="206291"/>
                </a:lnTo>
                <a:lnTo>
                  <a:pt x="274259" y="208162"/>
                </a:lnTo>
                <a:lnTo>
                  <a:pt x="272874" y="209519"/>
                </a:lnTo>
                <a:lnTo>
                  <a:pt x="263015" y="216901"/>
                </a:lnTo>
                <a:lnTo>
                  <a:pt x="260003" y="218664"/>
                </a:lnTo>
                <a:lnTo>
                  <a:pt x="258802" y="218940"/>
                </a:lnTo>
                <a:lnTo>
                  <a:pt x="257778" y="217773"/>
                </a:lnTo>
                <a:lnTo>
                  <a:pt x="257614" y="215611"/>
                </a:lnTo>
                <a:lnTo>
                  <a:pt x="259103" y="208631"/>
                </a:lnTo>
                <a:lnTo>
                  <a:pt x="260444" y="197763"/>
                </a:lnTo>
                <a:lnTo>
                  <a:pt x="261472" y="196065"/>
                </a:lnTo>
                <a:lnTo>
                  <a:pt x="262550" y="196029"/>
                </a:lnTo>
                <a:lnTo>
                  <a:pt x="264044" y="196743"/>
                </a:lnTo>
                <a:close/>
                <a:moveTo>
                  <a:pt x="300983" y="198414"/>
                </a:moveTo>
                <a:lnTo>
                  <a:pt x="301786" y="200794"/>
                </a:lnTo>
                <a:lnTo>
                  <a:pt x="303275" y="213117"/>
                </a:lnTo>
                <a:lnTo>
                  <a:pt x="303013" y="217556"/>
                </a:lnTo>
                <a:lnTo>
                  <a:pt x="302654" y="218430"/>
                </a:lnTo>
                <a:lnTo>
                  <a:pt x="301918" y="218746"/>
                </a:lnTo>
                <a:lnTo>
                  <a:pt x="300042" y="218148"/>
                </a:lnTo>
                <a:lnTo>
                  <a:pt x="298113" y="216947"/>
                </a:lnTo>
                <a:lnTo>
                  <a:pt x="287277" y="208944"/>
                </a:lnTo>
                <a:lnTo>
                  <a:pt x="287277" y="205309"/>
                </a:lnTo>
                <a:lnTo>
                  <a:pt x="297990" y="197376"/>
                </a:lnTo>
                <a:lnTo>
                  <a:pt x="299377" y="197214"/>
                </a:lnTo>
                <a:lnTo>
                  <a:pt x="300983" y="198414"/>
                </a:lnTo>
                <a:close/>
                <a:moveTo>
                  <a:pt x="402605" y="71386"/>
                </a:moveTo>
                <a:lnTo>
                  <a:pt x="389750" y="72012"/>
                </a:lnTo>
                <a:lnTo>
                  <a:pt x="352221" y="72453"/>
                </a:lnTo>
                <a:lnTo>
                  <a:pt x="340758" y="73803"/>
                </a:lnTo>
                <a:lnTo>
                  <a:pt x="337118" y="74615"/>
                </a:lnTo>
                <a:lnTo>
                  <a:pt x="337121" y="74999"/>
                </a:lnTo>
                <a:lnTo>
                  <a:pt x="342684" y="76720"/>
                </a:lnTo>
                <a:lnTo>
                  <a:pt x="343620" y="77549"/>
                </a:lnTo>
                <a:lnTo>
                  <a:pt x="343788" y="78599"/>
                </a:lnTo>
                <a:lnTo>
                  <a:pt x="339783" y="86658"/>
                </a:lnTo>
                <a:lnTo>
                  <a:pt x="338728" y="87601"/>
                </a:lnTo>
                <a:lnTo>
                  <a:pt x="335914" y="88873"/>
                </a:lnTo>
                <a:lnTo>
                  <a:pt x="334808" y="90398"/>
                </a:lnTo>
                <a:lnTo>
                  <a:pt x="334831" y="92239"/>
                </a:lnTo>
                <a:lnTo>
                  <a:pt x="336355" y="94694"/>
                </a:lnTo>
                <a:lnTo>
                  <a:pt x="336698" y="96012"/>
                </a:lnTo>
                <a:lnTo>
                  <a:pt x="336566" y="97497"/>
                </a:lnTo>
                <a:lnTo>
                  <a:pt x="335745" y="99708"/>
                </a:lnTo>
                <a:lnTo>
                  <a:pt x="335195" y="100390"/>
                </a:lnTo>
                <a:lnTo>
                  <a:pt x="334154" y="100828"/>
                </a:lnTo>
                <a:lnTo>
                  <a:pt x="321838" y="100197"/>
                </a:lnTo>
                <a:lnTo>
                  <a:pt x="318240" y="100547"/>
                </a:lnTo>
                <a:lnTo>
                  <a:pt x="316926" y="101185"/>
                </a:lnTo>
                <a:lnTo>
                  <a:pt x="316161" y="102233"/>
                </a:lnTo>
                <a:lnTo>
                  <a:pt x="314415" y="106415"/>
                </a:lnTo>
                <a:lnTo>
                  <a:pt x="313194" y="108095"/>
                </a:lnTo>
                <a:lnTo>
                  <a:pt x="311744" y="109313"/>
                </a:lnTo>
                <a:lnTo>
                  <a:pt x="308056" y="110769"/>
                </a:lnTo>
                <a:lnTo>
                  <a:pt x="306629" y="111970"/>
                </a:lnTo>
                <a:lnTo>
                  <a:pt x="305206" y="114260"/>
                </a:lnTo>
                <a:lnTo>
                  <a:pt x="303427" y="119586"/>
                </a:lnTo>
                <a:lnTo>
                  <a:pt x="297358" y="125112"/>
                </a:lnTo>
                <a:lnTo>
                  <a:pt x="297003" y="125977"/>
                </a:lnTo>
                <a:lnTo>
                  <a:pt x="297180" y="127379"/>
                </a:lnTo>
                <a:lnTo>
                  <a:pt x="299686" y="129499"/>
                </a:lnTo>
                <a:lnTo>
                  <a:pt x="303318" y="131465"/>
                </a:lnTo>
                <a:lnTo>
                  <a:pt x="309030" y="133872"/>
                </a:lnTo>
                <a:lnTo>
                  <a:pt x="312651" y="136185"/>
                </a:lnTo>
                <a:lnTo>
                  <a:pt x="316198" y="137235"/>
                </a:lnTo>
                <a:lnTo>
                  <a:pt x="318762" y="139173"/>
                </a:lnTo>
                <a:lnTo>
                  <a:pt x="323054" y="140826"/>
                </a:lnTo>
                <a:lnTo>
                  <a:pt x="335814" y="148095"/>
                </a:lnTo>
                <a:lnTo>
                  <a:pt x="341854" y="150867"/>
                </a:lnTo>
                <a:lnTo>
                  <a:pt x="345458" y="153224"/>
                </a:lnTo>
                <a:lnTo>
                  <a:pt x="372281" y="166740"/>
                </a:lnTo>
                <a:lnTo>
                  <a:pt x="392878" y="176147"/>
                </a:lnTo>
                <a:lnTo>
                  <a:pt x="401847" y="179676"/>
                </a:lnTo>
                <a:lnTo>
                  <a:pt x="437014" y="191178"/>
                </a:lnTo>
                <a:lnTo>
                  <a:pt x="449640" y="196471"/>
                </a:lnTo>
                <a:lnTo>
                  <a:pt x="469008" y="202969"/>
                </a:lnTo>
                <a:lnTo>
                  <a:pt x="475245" y="204698"/>
                </a:lnTo>
                <a:lnTo>
                  <a:pt x="489493" y="209540"/>
                </a:lnTo>
                <a:lnTo>
                  <a:pt x="495970" y="211337"/>
                </a:lnTo>
                <a:lnTo>
                  <a:pt x="510768" y="216337"/>
                </a:lnTo>
                <a:lnTo>
                  <a:pt x="516987" y="218031"/>
                </a:lnTo>
                <a:lnTo>
                  <a:pt x="541595" y="226185"/>
                </a:lnTo>
                <a:lnTo>
                  <a:pt x="570150" y="234862"/>
                </a:lnTo>
                <a:lnTo>
                  <a:pt x="595428" y="243120"/>
                </a:lnTo>
                <a:lnTo>
                  <a:pt x="602096" y="244802"/>
                </a:lnTo>
                <a:lnTo>
                  <a:pt x="607251" y="246758"/>
                </a:lnTo>
                <a:lnTo>
                  <a:pt x="612198" y="247861"/>
                </a:lnTo>
                <a:lnTo>
                  <a:pt x="613824" y="247725"/>
                </a:lnTo>
                <a:lnTo>
                  <a:pt x="614498" y="246772"/>
                </a:lnTo>
                <a:lnTo>
                  <a:pt x="614519" y="245516"/>
                </a:lnTo>
                <a:lnTo>
                  <a:pt x="612894" y="244159"/>
                </a:lnTo>
                <a:lnTo>
                  <a:pt x="608781" y="243104"/>
                </a:lnTo>
                <a:lnTo>
                  <a:pt x="583829" y="234435"/>
                </a:lnTo>
                <a:lnTo>
                  <a:pt x="463523" y="194718"/>
                </a:lnTo>
                <a:lnTo>
                  <a:pt x="397958" y="172571"/>
                </a:lnTo>
                <a:lnTo>
                  <a:pt x="368685" y="159627"/>
                </a:lnTo>
                <a:lnTo>
                  <a:pt x="346733" y="149129"/>
                </a:lnTo>
                <a:lnTo>
                  <a:pt x="346089" y="148327"/>
                </a:lnTo>
                <a:lnTo>
                  <a:pt x="346439" y="147585"/>
                </a:lnTo>
                <a:lnTo>
                  <a:pt x="348736" y="146782"/>
                </a:lnTo>
                <a:lnTo>
                  <a:pt x="352755" y="146391"/>
                </a:lnTo>
                <a:lnTo>
                  <a:pt x="354431" y="143948"/>
                </a:lnTo>
                <a:lnTo>
                  <a:pt x="356045" y="143121"/>
                </a:lnTo>
                <a:lnTo>
                  <a:pt x="358004" y="143466"/>
                </a:lnTo>
                <a:lnTo>
                  <a:pt x="360289" y="144974"/>
                </a:lnTo>
                <a:lnTo>
                  <a:pt x="365291" y="150695"/>
                </a:lnTo>
                <a:lnTo>
                  <a:pt x="371099" y="150152"/>
                </a:lnTo>
                <a:lnTo>
                  <a:pt x="391116" y="159831"/>
                </a:lnTo>
                <a:lnTo>
                  <a:pt x="406272" y="165985"/>
                </a:lnTo>
                <a:lnTo>
                  <a:pt x="429458" y="172718"/>
                </a:lnTo>
                <a:lnTo>
                  <a:pt x="437423" y="174476"/>
                </a:lnTo>
                <a:lnTo>
                  <a:pt x="442417" y="176132"/>
                </a:lnTo>
                <a:lnTo>
                  <a:pt x="449966" y="177713"/>
                </a:lnTo>
                <a:lnTo>
                  <a:pt x="453365" y="179245"/>
                </a:lnTo>
                <a:lnTo>
                  <a:pt x="459861" y="181345"/>
                </a:lnTo>
                <a:lnTo>
                  <a:pt x="463295" y="183087"/>
                </a:lnTo>
                <a:lnTo>
                  <a:pt x="472753" y="186696"/>
                </a:lnTo>
                <a:lnTo>
                  <a:pt x="499165" y="196117"/>
                </a:lnTo>
                <a:lnTo>
                  <a:pt x="523528" y="204234"/>
                </a:lnTo>
                <a:lnTo>
                  <a:pt x="535886" y="207869"/>
                </a:lnTo>
                <a:lnTo>
                  <a:pt x="540441" y="209613"/>
                </a:lnTo>
                <a:lnTo>
                  <a:pt x="563566" y="216594"/>
                </a:lnTo>
                <a:lnTo>
                  <a:pt x="587371" y="223277"/>
                </a:lnTo>
                <a:lnTo>
                  <a:pt x="639921" y="236417"/>
                </a:lnTo>
                <a:lnTo>
                  <a:pt x="672953" y="243472"/>
                </a:lnTo>
                <a:lnTo>
                  <a:pt x="676761" y="243472"/>
                </a:lnTo>
                <a:lnTo>
                  <a:pt x="677981" y="242916"/>
                </a:lnTo>
                <a:lnTo>
                  <a:pt x="678732" y="242102"/>
                </a:lnTo>
                <a:lnTo>
                  <a:pt x="679381" y="239764"/>
                </a:lnTo>
                <a:lnTo>
                  <a:pt x="678934" y="238946"/>
                </a:lnTo>
                <a:lnTo>
                  <a:pt x="678082" y="238590"/>
                </a:lnTo>
                <a:lnTo>
                  <a:pt x="650856" y="233083"/>
                </a:lnTo>
                <a:lnTo>
                  <a:pt x="629494" y="227581"/>
                </a:lnTo>
                <a:lnTo>
                  <a:pt x="594868" y="219636"/>
                </a:lnTo>
                <a:lnTo>
                  <a:pt x="580905" y="215994"/>
                </a:lnTo>
                <a:lnTo>
                  <a:pt x="552507" y="207474"/>
                </a:lnTo>
                <a:lnTo>
                  <a:pt x="502045" y="190903"/>
                </a:lnTo>
                <a:lnTo>
                  <a:pt x="485421" y="185886"/>
                </a:lnTo>
                <a:lnTo>
                  <a:pt x="471521" y="181148"/>
                </a:lnTo>
                <a:lnTo>
                  <a:pt x="465746" y="179807"/>
                </a:lnTo>
                <a:lnTo>
                  <a:pt x="464417" y="179105"/>
                </a:lnTo>
                <a:lnTo>
                  <a:pt x="464177" y="178681"/>
                </a:lnTo>
                <a:lnTo>
                  <a:pt x="464536" y="177654"/>
                </a:lnTo>
                <a:lnTo>
                  <a:pt x="469781" y="173674"/>
                </a:lnTo>
                <a:lnTo>
                  <a:pt x="470711" y="172591"/>
                </a:lnTo>
                <a:lnTo>
                  <a:pt x="471281" y="170542"/>
                </a:lnTo>
                <a:lnTo>
                  <a:pt x="471343" y="165195"/>
                </a:lnTo>
                <a:lnTo>
                  <a:pt x="474930" y="160762"/>
                </a:lnTo>
                <a:lnTo>
                  <a:pt x="475473" y="158913"/>
                </a:lnTo>
                <a:lnTo>
                  <a:pt x="475452" y="155437"/>
                </a:lnTo>
                <a:lnTo>
                  <a:pt x="476334" y="154453"/>
                </a:lnTo>
                <a:lnTo>
                  <a:pt x="477986" y="154065"/>
                </a:lnTo>
                <a:lnTo>
                  <a:pt x="480353" y="154285"/>
                </a:lnTo>
                <a:lnTo>
                  <a:pt x="487023" y="156127"/>
                </a:lnTo>
                <a:lnTo>
                  <a:pt x="495317" y="157840"/>
                </a:lnTo>
                <a:lnTo>
                  <a:pt x="513870" y="162959"/>
                </a:lnTo>
                <a:lnTo>
                  <a:pt x="538724" y="169114"/>
                </a:lnTo>
                <a:lnTo>
                  <a:pt x="540728" y="169373"/>
                </a:lnTo>
                <a:lnTo>
                  <a:pt x="542222" y="169055"/>
                </a:lnTo>
                <a:lnTo>
                  <a:pt x="543063" y="168230"/>
                </a:lnTo>
                <a:lnTo>
                  <a:pt x="543113" y="166970"/>
                </a:lnTo>
                <a:lnTo>
                  <a:pt x="542271" y="165498"/>
                </a:lnTo>
                <a:lnTo>
                  <a:pt x="540885" y="164615"/>
                </a:lnTo>
                <a:lnTo>
                  <a:pt x="528925" y="161491"/>
                </a:lnTo>
                <a:lnTo>
                  <a:pt x="517600" y="159178"/>
                </a:lnTo>
                <a:lnTo>
                  <a:pt x="516031" y="158345"/>
                </a:lnTo>
                <a:lnTo>
                  <a:pt x="515619" y="157358"/>
                </a:lnTo>
                <a:lnTo>
                  <a:pt x="516111" y="156331"/>
                </a:lnTo>
                <a:lnTo>
                  <a:pt x="517440" y="155339"/>
                </a:lnTo>
                <a:lnTo>
                  <a:pt x="524573" y="152649"/>
                </a:lnTo>
                <a:lnTo>
                  <a:pt x="525288" y="151202"/>
                </a:lnTo>
                <a:lnTo>
                  <a:pt x="526258" y="146307"/>
                </a:lnTo>
                <a:lnTo>
                  <a:pt x="527976" y="144563"/>
                </a:lnTo>
                <a:lnTo>
                  <a:pt x="529847" y="144132"/>
                </a:lnTo>
                <a:lnTo>
                  <a:pt x="542773" y="143977"/>
                </a:lnTo>
                <a:lnTo>
                  <a:pt x="546188" y="143509"/>
                </a:lnTo>
                <a:lnTo>
                  <a:pt x="547311" y="142992"/>
                </a:lnTo>
                <a:lnTo>
                  <a:pt x="547722" y="142212"/>
                </a:lnTo>
                <a:lnTo>
                  <a:pt x="547100" y="136455"/>
                </a:lnTo>
                <a:lnTo>
                  <a:pt x="547390" y="133897"/>
                </a:lnTo>
                <a:lnTo>
                  <a:pt x="548356" y="131257"/>
                </a:lnTo>
                <a:lnTo>
                  <a:pt x="550748" y="126944"/>
                </a:lnTo>
                <a:lnTo>
                  <a:pt x="551206" y="124485"/>
                </a:lnTo>
                <a:lnTo>
                  <a:pt x="550724" y="121726"/>
                </a:lnTo>
                <a:lnTo>
                  <a:pt x="549313" y="120671"/>
                </a:lnTo>
                <a:lnTo>
                  <a:pt x="547403" y="121053"/>
                </a:lnTo>
                <a:lnTo>
                  <a:pt x="543540" y="124505"/>
                </a:lnTo>
                <a:lnTo>
                  <a:pt x="538284" y="130659"/>
                </a:lnTo>
                <a:lnTo>
                  <a:pt x="537495" y="132156"/>
                </a:lnTo>
                <a:lnTo>
                  <a:pt x="536989" y="134252"/>
                </a:lnTo>
                <a:lnTo>
                  <a:pt x="535187" y="135972"/>
                </a:lnTo>
                <a:lnTo>
                  <a:pt x="533012" y="136324"/>
                </a:lnTo>
                <a:lnTo>
                  <a:pt x="528483" y="135434"/>
                </a:lnTo>
                <a:lnTo>
                  <a:pt x="525466" y="135344"/>
                </a:lnTo>
                <a:lnTo>
                  <a:pt x="522562" y="135897"/>
                </a:lnTo>
                <a:lnTo>
                  <a:pt x="519237" y="137504"/>
                </a:lnTo>
                <a:lnTo>
                  <a:pt x="518263" y="139136"/>
                </a:lnTo>
                <a:lnTo>
                  <a:pt x="517161" y="144039"/>
                </a:lnTo>
                <a:lnTo>
                  <a:pt x="516675" y="144814"/>
                </a:lnTo>
                <a:lnTo>
                  <a:pt x="516024" y="145037"/>
                </a:lnTo>
                <a:lnTo>
                  <a:pt x="512993" y="143827"/>
                </a:lnTo>
                <a:lnTo>
                  <a:pt x="507653" y="142869"/>
                </a:lnTo>
                <a:lnTo>
                  <a:pt x="503821" y="140207"/>
                </a:lnTo>
                <a:lnTo>
                  <a:pt x="499883" y="138859"/>
                </a:lnTo>
                <a:lnTo>
                  <a:pt x="493826" y="134722"/>
                </a:lnTo>
                <a:lnTo>
                  <a:pt x="488352" y="132794"/>
                </a:lnTo>
                <a:lnTo>
                  <a:pt x="486237" y="132838"/>
                </a:lnTo>
                <a:lnTo>
                  <a:pt x="484484" y="133563"/>
                </a:lnTo>
                <a:lnTo>
                  <a:pt x="475975" y="141444"/>
                </a:lnTo>
                <a:lnTo>
                  <a:pt x="469983" y="145484"/>
                </a:lnTo>
                <a:lnTo>
                  <a:pt x="468364" y="146244"/>
                </a:lnTo>
                <a:lnTo>
                  <a:pt x="466647" y="146543"/>
                </a:lnTo>
                <a:lnTo>
                  <a:pt x="463587" y="146136"/>
                </a:lnTo>
                <a:lnTo>
                  <a:pt x="458255" y="144462"/>
                </a:lnTo>
                <a:lnTo>
                  <a:pt x="449667" y="142651"/>
                </a:lnTo>
                <a:lnTo>
                  <a:pt x="443294" y="140708"/>
                </a:lnTo>
                <a:lnTo>
                  <a:pt x="435798" y="139435"/>
                </a:lnTo>
                <a:lnTo>
                  <a:pt x="430245" y="137664"/>
                </a:lnTo>
                <a:lnTo>
                  <a:pt x="421597" y="136274"/>
                </a:lnTo>
                <a:lnTo>
                  <a:pt x="415724" y="134345"/>
                </a:lnTo>
                <a:lnTo>
                  <a:pt x="407339" y="133245"/>
                </a:lnTo>
                <a:lnTo>
                  <a:pt x="406997" y="133710"/>
                </a:lnTo>
                <a:lnTo>
                  <a:pt x="407197" y="134696"/>
                </a:lnTo>
                <a:lnTo>
                  <a:pt x="408997" y="135825"/>
                </a:lnTo>
                <a:lnTo>
                  <a:pt x="416619" y="137423"/>
                </a:lnTo>
                <a:lnTo>
                  <a:pt x="421766" y="139739"/>
                </a:lnTo>
                <a:lnTo>
                  <a:pt x="428539" y="140928"/>
                </a:lnTo>
                <a:lnTo>
                  <a:pt x="435643" y="143006"/>
                </a:lnTo>
                <a:lnTo>
                  <a:pt x="443346" y="144046"/>
                </a:lnTo>
                <a:lnTo>
                  <a:pt x="447517" y="146351"/>
                </a:lnTo>
                <a:lnTo>
                  <a:pt x="452356" y="147060"/>
                </a:lnTo>
                <a:lnTo>
                  <a:pt x="463685" y="150744"/>
                </a:lnTo>
                <a:lnTo>
                  <a:pt x="464462" y="151245"/>
                </a:lnTo>
                <a:lnTo>
                  <a:pt x="465357" y="152586"/>
                </a:lnTo>
                <a:lnTo>
                  <a:pt x="465021" y="155353"/>
                </a:lnTo>
                <a:lnTo>
                  <a:pt x="461630" y="160271"/>
                </a:lnTo>
                <a:lnTo>
                  <a:pt x="459669" y="162024"/>
                </a:lnTo>
                <a:lnTo>
                  <a:pt x="459187" y="162057"/>
                </a:lnTo>
                <a:lnTo>
                  <a:pt x="458306" y="161351"/>
                </a:lnTo>
                <a:lnTo>
                  <a:pt x="456155" y="157777"/>
                </a:lnTo>
                <a:lnTo>
                  <a:pt x="452561" y="153761"/>
                </a:lnTo>
                <a:lnTo>
                  <a:pt x="449475" y="151242"/>
                </a:lnTo>
                <a:lnTo>
                  <a:pt x="444531" y="148178"/>
                </a:lnTo>
                <a:lnTo>
                  <a:pt x="442671" y="148274"/>
                </a:lnTo>
                <a:lnTo>
                  <a:pt x="437272" y="151755"/>
                </a:lnTo>
                <a:lnTo>
                  <a:pt x="435176" y="152278"/>
                </a:lnTo>
                <a:lnTo>
                  <a:pt x="432388" y="151301"/>
                </a:lnTo>
                <a:lnTo>
                  <a:pt x="426065" y="150496"/>
                </a:lnTo>
                <a:lnTo>
                  <a:pt x="422036" y="148940"/>
                </a:lnTo>
                <a:lnTo>
                  <a:pt x="421960" y="145785"/>
                </a:lnTo>
                <a:lnTo>
                  <a:pt x="421320" y="144448"/>
                </a:lnTo>
                <a:lnTo>
                  <a:pt x="415559" y="140458"/>
                </a:lnTo>
                <a:lnTo>
                  <a:pt x="402151" y="139826"/>
                </a:lnTo>
                <a:lnTo>
                  <a:pt x="397194" y="139307"/>
                </a:lnTo>
                <a:lnTo>
                  <a:pt x="394916" y="138703"/>
                </a:lnTo>
                <a:lnTo>
                  <a:pt x="393642" y="137404"/>
                </a:lnTo>
                <a:lnTo>
                  <a:pt x="393330" y="135653"/>
                </a:lnTo>
                <a:lnTo>
                  <a:pt x="394039" y="133688"/>
                </a:lnTo>
                <a:lnTo>
                  <a:pt x="395397" y="132083"/>
                </a:lnTo>
                <a:lnTo>
                  <a:pt x="396859" y="131737"/>
                </a:lnTo>
                <a:lnTo>
                  <a:pt x="399591" y="132591"/>
                </a:lnTo>
                <a:lnTo>
                  <a:pt x="403637" y="133016"/>
                </a:lnTo>
                <a:lnTo>
                  <a:pt x="405034" y="132688"/>
                </a:lnTo>
                <a:lnTo>
                  <a:pt x="405082" y="132005"/>
                </a:lnTo>
                <a:lnTo>
                  <a:pt x="396727" y="129477"/>
                </a:lnTo>
                <a:lnTo>
                  <a:pt x="387851" y="122287"/>
                </a:lnTo>
                <a:lnTo>
                  <a:pt x="386251" y="121403"/>
                </a:lnTo>
                <a:lnTo>
                  <a:pt x="384777" y="121241"/>
                </a:lnTo>
                <a:lnTo>
                  <a:pt x="380772" y="122447"/>
                </a:lnTo>
                <a:lnTo>
                  <a:pt x="379571" y="122427"/>
                </a:lnTo>
                <a:lnTo>
                  <a:pt x="376834" y="118499"/>
                </a:lnTo>
                <a:lnTo>
                  <a:pt x="374149" y="115677"/>
                </a:lnTo>
                <a:lnTo>
                  <a:pt x="374141" y="114248"/>
                </a:lnTo>
                <a:lnTo>
                  <a:pt x="375014" y="113652"/>
                </a:lnTo>
                <a:lnTo>
                  <a:pt x="378962" y="113167"/>
                </a:lnTo>
                <a:lnTo>
                  <a:pt x="399429" y="112434"/>
                </a:lnTo>
                <a:lnTo>
                  <a:pt x="424651" y="110395"/>
                </a:lnTo>
                <a:lnTo>
                  <a:pt x="436406" y="109219"/>
                </a:lnTo>
                <a:lnTo>
                  <a:pt x="441424" y="107154"/>
                </a:lnTo>
                <a:lnTo>
                  <a:pt x="452398" y="107985"/>
                </a:lnTo>
                <a:lnTo>
                  <a:pt x="459874" y="106998"/>
                </a:lnTo>
                <a:lnTo>
                  <a:pt x="474518" y="106323"/>
                </a:lnTo>
                <a:lnTo>
                  <a:pt x="485390" y="105022"/>
                </a:lnTo>
                <a:lnTo>
                  <a:pt x="492811" y="103601"/>
                </a:lnTo>
                <a:lnTo>
                  <a:pt x="509872" y="102866"/>
                </a:lnTo>
                <a:lnTo>
                  <a:pt x="512941" y="102280"/>
                </a:lnTo>
                <a:lnTo>
                  <a:pt x="514007" y="101518"/>
                </a:lnTo>
                <a:lnTo>
                  <a:pt x="512851" y="101069"/>
                </a:lnTo>
                <a:lnTo>
                  <a:pt x="508523" y="100862"/>
                </a:lnTo>
                <a:lnTo>
                  <a:pt x="493086" y="101222"/>
                </a:lnTo>
                <a:lnTo>
                  <a:pt x="478736" y="102872"/>
                </a:lnTo>
                <a:lnTo>
                  <a:pt x="451637" y="104050"/>
                </a:lnTo>
                <a:lnTo>
                  <a:pt x="444152" y="105340"/>
                </a:lnTo>
                <a:lnTo>
                  <a:pt x="437820" y="105258"/>
                </a:lnTo>
                <a:lnTo>
                  <a:pt x="431443" y="106308"/>
                </a:lnTo>
                <a:lnTo>
                  <a:pt x="393884" y="107966"/>
                </a:lnTo>
                <a:lnTo>
                  <a:pt x="385591" y="109261"/>
                </a:lnTo>
                <a:lnTo>
                  <a:pt x="382632" y="109076"/>
                </a:lnTo>
                <a:lnTo>
                  <a:pt x="380237" y="106344"/>
                </a:lnTo>
                <a:lnTo>
                  <a:pt x="379158" y="105676"/>
                </a:lnTo>
                <a:lnTo>
                  <a:pt x="374744" y="107102"/>
                </a:lnTo>
                <a:lnTo>
                  <a:pt x="373711" y="107149"/>
                </a:lnTo>
                <a:lnTo>
                  <a:pt x="372581" y="106649"/>
                </a:lnTo>
                <a:lnTo>
                  <a:pt x="371933" y="105051"/>
                </a:lnTo>
                <a:lnTo>
                  <a:pt x="372499" y="102557"/>
                </a:lnTo>
                <a:lnTo>
                  <a:pt x="374747" y="100460"/>
                </a:lnTo>
                <a:lnTo>
                  <a:pt x="377111" y="99363"/>
                </a:lnTo>
                <a:lnTo>
                  <a:pt x="383067" y="98068"/>
                </a:lnTo>
                <a:lnTo>
                  <a:pt x="392129" y="96976"/>
                </a:lnTo>
                <a:lnTo>
                  <a:pt x="405113" y="97867"/>
                </a:lnTo>
                <a:lnTo>
                  <a:pt x="414372" y="96859"/>
                </a:lnTo>
                <a:lnTo>
                  <a:pt x="444416" y="96292"/>
                </a:lnTo>
                <a:lnTo>
                  <a:pt x="459669" y="95287"/>
                </a:lnTo>
                <a:lnTo>
                  <a:pt x="473615" y="94969"/>
                </a:lnTo>
                <a:lnTo>
                  <a:pt x="481882" y="93772"/>
                </a:lnTo>
                <a:lnTo>
                  <a:pt x="505134" y="93320"/>
                </a:lnTo>
                <a:lnTo>
                  <a:pt x="526400" y="92382"/>
                </a:lnTo>
                <a:lnTo>
                  <a:pt x="531331" y="92002"/>
                </a:lnTo>
                <a:lnTo>
                  <a:pt x="533813" y="91274"/>
                </a:lnTo>
                <a:lnTo>
                  <a:pt x="533496" y="90385"/>
                </a:lnTo>
                <a:lnTo>
                  <a:pt x="532507" y="90048"/>
                </a:lnTo>
                <a:lnTo>
                  <a:pt x="519793" y="89458"/>
                </a:lnTo>
                <a:lnTo>
                  <a:pt x="508224" y="90236"/>
                </a:lnTo>
                <a:lnTo>
                  <a:pt x="467813" y="90801"/>
                </a:lnTo>
                <a:lnTo>
                  <a:pt x="464630" y="91058"/>
                </a:lnTo>
                <a:lnTo>
                  <a:pt x="459345" y="92117"/>
                </a:lnTo>
                <a:lnTo>
                  <a:pt x="442887" y="92341"/>
                </a:lnTo>
                <a:lnTo>
                  <a:pt x="432037" y="93381"/>
                </a:lnTo>
                <a:lnTo>
                  <a:pt x="407964" y="93783"/>
                </a:lnTo>
                <a:lnTo>
                  <a:pt x="389755" y="95277"/>
                </a:lnTo>
                <a:lnTo>
                  <a:pt x="372929" y="94959"/>
                </a:lnTo>
                <a:lnTo>
                  <a:pt x="371976" y="94744"/>
                </a:lnTo>
                <a:lnTo>
                  <a:pt x="370757" y="93702"/>
                </a:lnTo>
                <a:lnTo>
                  <a:pt x="369892" y="92172"/>
                </a:lnTo>
                <a:lnTo>
                  <a:pt x="369437" y="90370"/>
                </a:lnTo>
                <a:lnTo>
                  <a:pt x="369445" y="88509"/>
                </a:lnTo>
                <a:lnTo>
                  <a:pt x="370581" y="85027"/>
                </a:lnTo>
                <a:lnTo>
                  <a:pt x="370960" y="82269"/>
                </a:lnTo>
                <a:lnTo>
                  <a:pt x="370664" y="80991"/>
                </a:lnTo>
                <a:lnTo>
                  <a:pt x="368926" y="78280"/>
                </a:lnTo>
                <a:lnTo>
                  <a:pt x="370556" y="76609"/>
                </a:lnTo>
                <a:lnTo>
                  <a:pt x="415743" y="76314"/>
                </a:lnTo>
                <a:lnTo>
                  <a:pt x="467565" y="75005"/>
                </a:lnTo>
                <a:lnTo>
                  <a:pt x="484098" y="73762"/>
                </a:lnTo>
                <a:lnTo>
                  <a:pt x="512275" y="72978"/>
                </a:lnTo>
                <a:lnTo>
                  <a:pt x="517671" y="72267"/>
                </a:lnTo>
                <a:lnTo>
                  <a:pt x="517934" y="71720"/>
                </a:lnTo>
                <a:lnTo>
                  <a:pt x="516588" y="71299"/>
                </a:lnTo>
                <a:lnTo>
                  <a:pt x="502446" y="70848"/>
                </a:lnTo>
                <a:lnTo>
                  <a:pt x="422763" y="70754"/>
                </a:lnTo>
                <a:lnTo>
                  <a:pt x="402605" y="71386"/>
                </a:lnTo>
                <a:close/>
                <a:moveTo>
                  <a:pt x="355429" y="87891"/>
                </a:moveTo>
                <a:lnTo>
                  <a:pt x="356702" y="89859"/>
                </a:lnTo>
                <a:lnTo>
                  <a:pt x="359694" y="93209"/>
                </a:lnTo>
                <a:lnTo>
                  <a:pt x="359972" y="94420"/>
                </a:lnTo>
                <a:lnTo>
                  <a:pt x="359399" y="95580"/>
                </a:lnTo>
                <a:lnTo>
                  <a:pt x="358605" y="96583"/>
                </a:lnTo>
                <a:lnTo>
                  <a:pt x="351538" y="96878"/>
                </a:lnTo>
                <a:lnTo>
                  <a:pt x="349008" y="96322"/>
                </a:lnTo>
                <a:lnTo>
                  <a:pt x="348242" y="94034"/>
                </a:lnTo>
                <a:lnTo>
                  <a:pt x="348217" y="91662"/>
                </a:lnTo>
                <a:lnTo>
                  <a:pt x="348781" y="89558"/>
                </a:lnTo>
                <a:lnTo>
                  <a:pt x="349843" y="87872"/>
                </a:lnTo>
                <a:lnTo>
                  <a:pt x="352166" y="86450"/>
                </a:lnTo>
                <a:lnTo>
                  <a:pt x="354803" y="86345"/>
                </a:lnTo>
                <a:lnTo>
                  <a:pt x="355429" y="87891"/>
                </a:lnTo>
                <a:close/>
                <a:moveTo>
                  <a:pt x="357477" y="99549"/>
                </a:moveTo>
                <a:lnTo>
                  <a:pt x="360426" y="100492"/>
                </a:lnTo>
                <a:lnTo>
                  <a:pt x="361901" y="101691"/>
                </a:lnTo>
                <a:lnTo>
                  <a:pt x="362930" y="103281"/>
                </a:lnTo>
                <a:lnTo>
                  <a:pt x="363466" y="105206"/>
                </a:lnTo>
                <a:lnTo>
                  <a:pt x="363476" y="107618"/>
                </a:lnTo>
                <a:lnTo>
                  <a:pt x="363104" y="108635"/>
                </a:lnTo>
                <a:lnTo>
                  <a:pt x="362071" y="109394"/>
                </a:lnTo>
                <a:lnTo>
                  <a:pt x="360824" y="109564"/>
                </a:lnTo>
                <a:lnTo>
                  <a:pt x="359925" y="109199"/>
                </a:lnTo>
                <a:lnTo>
                  <a:pt x="355758" y="105420"/>
                </a:lnTo>
                <a:lnTo>
                  <a:pt x="350741" y="103835"/>
                </a:lnTo>
                <a:lnTo>
                  <a:pt x="349334" y="102840"/>
                </a:lnTo>
                <a:lnTo>
                  <a:pt x="348514" y="101695"/>
                </a:lnTo>
                <a:lnTo>
                  <a:pt x="348407" y="100524"/>
                </a:lnTo>
                <a:lnTo>
                  <a:pt x="349287" y="99006"/>
                </a:lnTo>
                <a:lnTo>
                  <a:pt x="357477" y="99549"/>
                </a:lnTo>
                <a:close/>
                <a:moveTo>
                  <a:pt x="332405" y="107656"/>
                </a:moveTo>
                <a:lnTo>
                  <a:pt x="332794" y="108222"/>
                </a:lnTo>
                <a:lnTo>
                  <a:pt x="332878" y="110046"/>
                </a:lnTo>
                <a:lnTo>
                  <a:pt x="331581" y="113778"/>
                </a:lnTo>
                <a:lnTo>
                  <a:pt x="329070" y="117533"/>
                </a:lnTo>
                <a:lnTo>
                  <a:pt x="326776" y="119698"/>
                </a:lnTo>
                <a:lnTo>
                  <a:pt x="323866" y="121933"/>
                </a:lnTo>
                <a:lnTo>
                  <a:pt x="322467" y="122551"/>
                </a:lnTo>
                <a:lnTo>
                  <a:pt x="321270" y="122569"/>
                </a:lnTo>
                <a:lnTo>
                  <a:pt x="318266" y="121529"/>
                </a:lnTo>
                <a:lnTo>
                  <a:pt x="316109" y="121863"/>
                </a:lnTo>
                <a:lnTo>
                  <a:pt x="316253" y="123064"/>
                </a:lnTo>
                <a:lnTo>
                  <a:pt x="317309" y="124748"/>
                </a:lnTo>
                <a:lnTo>
                  <a:pt x="321571" y="128675"/>
                </a:lnTo>
                <a:lnTo>
                  <a:pt x="323179" y="134073"/>
                </a:lnTo>
                <a:lnTo>
                  <a:pt x="323273" y="135625"/>
                </a:lnTo>
                <a:lnTo>
                  <a:pt x="322934" y="136608"/>
                </a:lnTo>
                <a:lnTo>
                  <a:pt x="321767" y="137192"/>
                </a:lnTo>
                <a:lnTo>
                  <a:pt x="319676" y="136874"/>
                </a:lnTo>
                <a:lnTo>
                  <a:pt x="315696" y="134514"/>
                </a:lnTo>
                <a:lnTo>
                  <a:pt x="311126" y="132595"/>
                </a:lnTo>
                <a:lnTo>
                  <a:pt x="310202" y="130482"/>
                </a:lnTo>
                <a:lnTo>
                  <a:pt x="310410" y="126882"/>
                </a:lnTo>
                <a:lnTo>
                  <a:pt x="312029" y="123655"/>
                </a:lnTo>
                <a:lnTo>
                  <a:pt x="314740" y="121638"/>
                </a:lnTo>
                <a:lnTo>
                  <a:pt x="314718" y="119359"/>
                </a:lnTo>
                <a:lnTo>
                  <a:pt x="315539" y="117794"/>
                </a:lnTo>
                <a:lnTo>
                  <a:pt x="318804" y="115172"/>
                </a:lnTo>
                <a:lnTo>
                  <a:pt x="322239" y="111249"/>
                </a:lnTo>
                <a:lnTo>
                  <a:pt x="327097" y="107394"/>
                </a:lnTo>
                <a:lnTo>
                  <a:pt x="329794" y="107003"/>
                </a:lnTo>
                <a:lnTo>
                  <a:pt x="332405" y="107656"/>
                </a:lnTo>
                <a:close/>
                <a:moveTo>
                  <a:pt x="344816" y="121236"/>
                </a:moveTo>
                <a:lnTo>
                  <a:pt x="347088" y="125022"/>
                </a:lnTo>
                <a:lnTo>
                  <a:pt x="348848" y="129240"/>
                </a:lnTo>
                <a:lnTo>
                  <a:pt x="348440" y="131500"/>
                </a:lnTo>
                <a:lnTo>
                  <a:pt x="346849" y="132688"/>
                </a:lnTo>
                <a:lnTo>
                  <a:pt x="345631" y="132633"/>
                </a:lnTo>
                <a:lnTo>
                  <a:pt x="344769" y="132053"/>
                </a:lnTo>
                <a:lnTo>
                  <a:pt x="343386" y="127268"/>
                </a:lnTo>
                <a:lnTo>
                  <a:pt x="342407" y="125815"/>
                </a:lnTo>
                <a:lnTo>
                  <a:pt x="340778" y="124819"/>
                </a:lnTo>
                <a:lnTo>
                  <a:pt x="337837" y="123743"/>
                </a:lnTo>
                <a:lnTo>
                  <a:pt x="338089" y="121531"/>
                </a:lnTo>
                <a:lnTo>
                  <a:pt x="338765" y="120664"/>
                </a:lnTo>
                <a:lnTo>
                  <a:pt x="340323" y="119716"/>
                </a:lnTo>
                <a:lnTo>
                  <a:pt x="343094" y="119612"/>
                </a:lnTo>
                <a:lnTo>
                  <a:pt x="344816" y="121236"/>
                </a:lnTo>
                <a:close/>
                <a:moveTo>
                  <a:pt x="378328" y="124621"/>
                </a:moveTo>
                <a:lnTo>
                  <a:pt x="378556" y="127345"/>
                </a:lnTo>
                <a:lnTo>
                  <a:pt x="377926" y="128909"/>
                </a:lnTo>
                <a:lnTo>
                  <a:pt x="373555" y="131441"/>
                </a:lnTo>
                <a:lnTo>
                  <a:pt x="369703" y="136297"/>
                </a:lnTo>
                <a:lnTo>
                  <a:pt x="368929" y="136362"/>
                </a:lnTo>
                <a:lnTo>
                  <a:pt x="368282" y="135969"/>
                </a:lnTo>
                <a:lnTo>
                  <a:pt x="367313" y="134355"/>
                </a:lnTo>
                <a:lnTo>
                  <a:pt x="367087" y="131724"/>
                </a:lnTo>
                <a:lnTo>
                  <a:pt x="370211" y="129755"/>
                </a:lnTo>
                <a:lnTo>
                  <a:pt x="372199" y="126067"/>
                </a:lnTo>
                <a:lnTo>
                  <a:pt x="373713" y="124665"/>
                </a:lnTo>
                <a:lnTo>
                  <a:pt x="376239" y="123952"/>
                </a:lnTo>
                <a:lnTo>
                  <a:pt x="377706" y="124114"/>
                </a:lnTo>
                <a:lnTo>
                  <a:pt x="378328" y="124621"/>
                </a:lnTo>
                <a:close/>
                <a:moveTo>
                  <a:pt x="487221" y="146976"/>
                </a:moveTo>
                <a:lnTo>
                  <a:pt x="487629" y="149165"/>
                </a:lnTo>
                <a:lnTo>
                  <a:pt x="486463" y="150496"/>
                </a:lnTo>
                <a:lnTo>
                  <a:pt x="484206" y="150564"/>
                </a:lnTo>
                <a:lnTo>
                  <a:pt x="482066" y="149277"/>
                </a:lnTo>
                <a:lnTo>
                  <a:pt x="481972" y="148548"/>
                </a:lnTo>
                <a:lnTo>
                  <a:pt x="482454" y="147765"/>
                </a:lnTo>
                <a:lnTo>
                  <a:pt x="484718" y="146305"/>
                </a:lnTo>
                <a:lnTo>
                  <a:pt x="486394" y="146080"/>
                </a:lnTo>
                <a:lnTo>
                  <a:pt x="487221" y="146976"/>
                </a:lnTo>
                <a:close/>
                <a:moveTo>
                  <a:pt x="401561" y="148146"/>
                </a:moveTo>
                <a:lnTo>
                  <a:pt x="404144" y="148573"/>
                </a:lnTo>
                <a:lnTo>
                  <a:pt x="405577" y="149307"/>
                </a:lnTo>
                <a:lnTo>
                  <a:pt x="408592" y="154480"/>
                </a:lnTo>
                <a:lnTo>
                  <a:pt x="410723" y="156197"/>
                </a:lnTo>
                <a:lnTo>
                  <a:pt x="413924" y="157453"/>
                </a:lnTo>
                <a:lnTo>
                  <a:pt x="420427" y="158399"/>
                </a:lnTo>
                <a:lnTo>
                  <a:pt x="428104" y="160192"/>
                </a:lnTo>
                <a:lnTo>
                  <a:pt x="429388" y="160913"/>
                </a:lnTo>
                <a:lnTo>
                  <a:pt x="432641" y="163821"/>
                </a:lnTo>
                <a:lnTo>
                  <a:pt x="435115" y="164986"/>
                </a:lnTo>
                <a:lnTo>
                  <a:pt x="440667" y="163255"/>
                </a:lnTo>
                <a:lnTo>
                  <a:pt x="444966" y="160603"/>
                </a:lnTo>
                <a:lnTo>
                  <a:pt x="446222" y="160395"/>
                </a:lnTo>
                <a:lnTo>
                  <a:pt x="448811" y="162887"/>
                </a:lnTo>
                <a:lnTo>
                  <a:pt x="453841" y="170987"/>
                </a:lnTo>
                <a:lnTo>
                  <a:pt x="454203" y="172633"/>
                </a:lnTo>
                <a:lnTo>
                  <a:pt x="453934" y="174774"/>
                </a:lnTo>
                <a:lnTo>
                  <a:pt x="453082" y="175511"/>
                </a:lnTo>
                <a:lnTo>
                  <a:pt x="452178" y="175459"/>
                </a:lnTo>
                <a:lnTo>
                  <a:pt x="439509" y="171234"/>
                </a:lnTo>
                <a:lnTo>
                  <a:pt x="433401" y="169713"/>
                </a:lnTo>
                <a:lnTo>
                  <a:pt x="428076" y="167681"/>
                </a:lnTo>
                <a:lnTo>
                  <a:pt x="411166" y="162750"/>
                </a:lnTo>
                <a:lnTo>
                  <a:pt x="401775" y="159355"/>
                </a:lnTo>
                <a:lnTo>
                  <a:pt x="391156" y="154623"/>
                </a:lnTo>
                <a:lnTo>
                  <a:pt x="388254" y="152976"/>
                </a:lnTo>
                <a:lnTo>
                  <a:pt x="387389" y="151738"/>
                </a:lnTo>
                <a:lnTo>
                  <a:pt x="388366" y="150481"/>
                </a:lnTo>
                <a:lnTo>
                  <a:pt x="391908" y="148063"/>
                </a:lnTo>
                <a:lnTo>
                  <a:pt x="394447" y="147478"/>
                </a:lnTo>
                <a:lnTo>
                  <a:pt x="401561" y="148146"/>
                </a:lnTo>
                <a:close/>
                <a:moveTo>
                  <a:pt x="510371" y="154163"/>
                </a:moveTo>
                <a:lnTo>
                  <a:pt x="510997" y="155542"/>
                </a:lnTo>
                <a:lnTo>
                  <a:pt x="509704" y="156400"/>
                </a:lnTo>
                <a:lnTo>
                  <a:pt x="506716" y="156162"/>
                </a:lnTo>
                <a:lnTo>
                  <a:pt x="505607" y="155124"/>
                </a:lnTo>
                <a:lnTo>
                  <a:pt x="505962" y="154391"/>
                </a:lnTo>
                <a:lnTo>
                  <a:pt x="507440" y="153719"/>
                </a:lnTo>
                <a:lnTo>
                  <a:pt x="509314" y="153714"/>
                </a:lnTo>
                <a:lnTo>
                  <a:pt x="510371" y="154163"/>
                </a:lnTo>
                <a:close/>
                <a:moveTo>
                  <a:pt x="374692" y="87473"/>
                </a:moveTo>
                <a:lnTo>
                  <a:pt x="374437" y="88774"/>
                </a:lnTo>
                <a:lnTo>
                  <a:pt x="375027" y="90106"/>
                </a:lnTo>
                <a:lnTo>
                  <a:pt x="375888" y="90428"/>
                </a:lnTo>
                <a:lnTo>
                  <a:pt x="377100" y="89881"/>
                </a:lnTo>
                <a:lnTo>
                  <a:pt x="377648" y="88668"/>
                </a:lnTo>
                <a:lnTo>
                  <a:pt x="377325" y="87808"/>
                </a:lnTo>
                <a:lnTo>
                  <a:pt x="375993" y="87217"/>
                </a:lnTo>
                <a:lnTo>
                  <a:pt x="374692" y="87473"/>
                </a:lnTo>
                <a:close/>
                <a:moveTo>
                  <a:pt x="549691" y="96583"/>
                </a:moveTo>
                <a:lnTo>
                  <a:pt x="541757" y="97476"/>
                </a:lnTo>
                <a:lnTo>
                  <a:pt x="539813" y="98148"/>
                </a:lnTo>
                <a:lnTo>
                  <a:pt x="539607" y="98721"/>
                </a:lnTo>
                <a:lnTo>
                  <a:pt x="540415" y="99340"/>
                </a:lnTo>
                <a:lnTo>
                  <a:pt x="542336" y="99613"/>
                </a:lnTo>
                <a:lnTo>
                  <a:pt x="547304" y="99466"/>
                </a:lnTo>
                <a:lnTo>
                  <a:pt x="551990" y="98867"/>
                </a:lnTo>
                <a:lnTo>
                  <a:pt x="553500" y="98189"/>
                </a:lnTo>
                <a:lnTo>
                  <a:pt x="553651" y="97480"/>
                </a:lnTo>
                <a:lnTo>
                  <a:pt x="553220" y="96624"/>
                </a:lnTo>
                <a:lnTo>
                  <a:pt x="552115" y="96118"/>
                </a:lnTo>
                <a:lnTo>
                  <a:pt x="549691" y="96583"/>
                </a:lnTo>
                <a:close/>
                <a:moveTo>
                  <a:pt x="529843" y="98672"/>
                </a:moveTo>
                <a:lnTo>
                  <a:pt x="529718" y="99732"/>
                </a:lnTo>
                <a:lnTo>
                  <a:pt x="531473" y="100134"/>
                </a:lnTo>
                <a:lnTo>
                  <a:pt x="533330" y="99780"/>
                </a:lnTo>
                <a:lnTo>
                  <a:pt x="534352" y="98764"/>
                </a:lnTo>
                <a:lnTo>
                  <a:pt x="534064" y="98357"/>
                </a:lnTo>
                <a:lnTo>
                  <a:pt x="532713" y="98067"/>
                </a:lnTo>
                <a:lnTo>
                  <a:pt x="530997" y="98179"/>
                </a:lnTo>
                <a:lnTo>
                  <a:pt x="529843" y="98672"/>
                </a:lnTo>
                <a:close/>
                <a:moveTo>
                  <a:pt x="517641" y="100636"/>
                </a:moveTo>
                <a:lnTo>
                  <a:pt x="516514" y="101520"/>
                </a:lnTo>
                <a:lnTo>
                  <a:pt x="517890" y="102131"/>
                </a:lnTo>
                <a:lnTo>
                  <a:pt x="521274" y="102060"/>
                </a:lnTo>
                <a:lnTo>
                  <a:pt x="522061" y="101718"/>
                </a:lnTo>
                <a:lnTo>
                  <a:pt x="522321" y="101179"/>
                </a:lnTo>
                <a:lnTo>
                  <a:pt x="522043" y="100645"/>
                </a:lnTo>
                <a:lnTo>
                  <a:pt x="520796" y="100218"/>
                </a:lnTo>
                <a:lnTo>
                  <a:pt x="517641" y="100636"/>
                </a:lnTo>
                <a:close/>
                <a:moveTo>
                  <a:pt x="239223" y="101388"/>
                </a:moveTo>
                <a:lnTo>
                  <a:pt x="239127" y="101999"/>
                </a:lnTo>
                <a:lnTo>
                  <a:pt x="239714" y="102534"/>
                </a:lnTo>
                <a:lnTo>
                  <a:pt x="243188" y="103865"/>
                </a:lnTo>
                <a:lnTo>
                  <a:pt x="246201" y="105880"/>
                </a:lnTo>
                <a:lnTo>
                  <a:pt x="249952" y="107395"/>
                </a:lnTo>
                <a:lnTo>
                  <a:pt x="253279" y="109259"/>
                </a:lnTo>
                <a:lnTo>
                  <a:pt x="257233" y="110769"/>
                </a:lnTo>
                <a:lnTo>
                  <a:pt x="260372" y="112823"/>
                </a:lnTo>
                <a:lnTo>
                  <a:pt x="262388" y="113144"/>
                </a:lnTo>
                <a:lnTo>
                  <a:pt x="263535" y="112395"/>
                </a:lnTo>
                <a:lnTo>
                  <a:pt x="263582" y="111494"/>
                </a:lnTo>
                <a:lnTo>
                  <a:pt x="262916" y="110565"/>
                </a:lnTo>
                <a:lnTo>
                  <a:pt x="258162" y="107673"/>
                </a:lnTo>
                <a:lnTo>
                  <a:pt x="254325" y="106482"/>
                </a:lnTo>
                <a:lnTo>
                  <a:pt x="251149" y="104522"/>
                </a:lnTo>
                <a:lnTo>
                  <a:pt x="246730" y="103077"/>
                </a:lnTo>
                <a:lnTo>
                  <a:pt x="243336" y="101431"/>
                </a:lnTo>
                <a:lnTo>
                  <a:pt x="240830" y="100932"/>
                </a:lnTo>
                <a:lnTo>
                  <a:pt x="239223" y="101388"/>
                </a:lnTo>
                <a:close/>
                <a:moveTo>
                  <a:pt x="758912" y="115219"/>
                </a:moveTo>
                <a:lnTo>
                  <a:pt x="756559" y="116920"/>
                </a:lnTo>
                <a:lnTo>
                  <a:pt x="755672" y="118872"/>
                </a:lnTo>
                <a:lnTo>
                  <a:pt x="751025" y="144788"/>
                </a:lnTo>
                <a:lnTo>
                  <a:pt x="748934" y="154460"/>
                </a:lnTo>
                <a:lnTo>
                  <a:pt x="747656" y="164537"/>
                </a:lnTo>
                <a:lnTo>
                  <a:pt x="745624" y="172732"/>
                </a:lnTo>
                <a:lnTo>
                  <a:pt x="743839" y="184441"/>
                </a:lnTo>
                <a:lnTo>
                  <a:pt x="742934" y="187059"/>
                </a:lnTo>
                <a:lnTo>
                  <a:pt x="741534" y="188845"/>
                </a:lnTo>
                <a:lnTo>
                  <a:pt x="739378" y="190300"/>
                </a:lnTo>
                <a:lnTo>
                  <a:pt x="706679" y="205161"/>
                </a:lnTo>
                <a:lnTo>
                  <a:pt x="703392" y="207263"/>
                </a:lnTo>
                <a:lnTo>
                  <a:pt x="702418" y="208568"/>
                </a:lnTo>
                <a:lnTo>
                  <a:pt x="703564" y="209976"/>
                </a:lnTo>
                <a:lnTo>
                  <a:pt x="705548" y="210710"/>
                </a:lnTo>
                <a:lnTo>
                  <a:pt x="737727" y="211535"/>
                </a:lnTo>
                <a:lnTo>
                  <a:pt x="740522" y="213035"/>
                </a:lnTo>
                <a:lnTo>
                  <a:pt x="741793" y="214820"/>
                </a:lnTo>
                <a:lnTo>
                  <a:pt x="741895" y="218614"/>
                </a:lnTo>
                <a:lnTo>
                  <a:pt x="741108" y="220717"/>
                </a:lnTo>
                <a:lnTo>
                  <a:pt x="740006" y="221775"/>
                </a:lnTo>
                <a:lnTo>
                  <a:pt x="738294" y="222688"/>
                </a:lnTo>
                <a:lnTo>
                  <a:pt x="729144" y="226343"/>
                </a:lnTo>
                <a:lnTo>
                  <a:pt x="707079" y="234010"/>
                </a:lnTo>
                <a:lnTo>
                  <a:pt x="702167" y="236257"/>
                </a:lnTo>
                <a:lnTo>
                  <a:pt x="686322" y="241943"/>
                </a:lnTo>
                <a:lnTo>
                  <a:pt x="683020" y="243557"/>
                </a:lnTo>
                <a:lnTo>
                  <a:pt x="681554" y="245126"/>
                </a:lnTo>
                <a:lnTo>
                  <a:pt x="681931" y="246323"/>
                </a:lnTo>
                <a:lnTo>
                  <a:pt x="683196" y="247638"/>
                </a:lnTo>
                <a:lnTo>
                  <a:pt x="740317" y="247805"/>
                </a:lnTo>
                <a:lnTo>
                  <a:pt x="741467" y="248683"/>
                </a:lnTo>
                <a:lnTo>
                  <a:pt x="741792" y="250545"/>
                </a:lnTo>
                <a:lnTo>
                  <a:pt x="742023" y="259076"/>
                </a:lnTo>
                <a:lnTo>
                  <a:pt x="741520" y="262728"/>
                </a:lnTo>
                <a:lnTo>
                  <a:pt x="739658" y="264282"/>
                </a:lnTo>
                <a:lnTo>
                  <a:pt x="735715" y="266387"/>
                </a:lnTo>
                <a:lnTo>
                  <a:pt x="711569" y="275760"/>
                </a:lnTo>
                <a:lnTo>
                  <a:pt x="702439" y="273582"/>
                </a:lnTo>
                <a:lnTo>
                  <a:pt x="696780" y="271046"/>
                </a:lnTo>
                <a:lnTo>
                  <a:pt x="671333" y="263162"/>
                </a:lnTo>
                <a:lnTo>
                  <a:pt x="653988" y="257351"/>
                </a:lnTo>
                <a:lnTo>
                  <a:pt x="647999" y="256468"/>
                </a:lnTo>
                <a:lnTo>
                  <a:pt x="647052" y="256873"/>
                </a:lnTo>
                <a:lnTo>
                  <a:pt x="646901" y="257680"/>
                </a:lnTo>
                <a:lnTo>
                  <a:pt x="647379" y="258944"/>
                </a:lnTo>
                <a:lnTo>
                  <a:pt x="648516" y="259870"/>
                </a:lnTo>
                <a:lnTo>
                  <a:pt x="654584" y="261558"/>
                </a:lnTo>
                <a:lnTo>
                  <a:pt x="667172" y="266656"/>
                </a:lnTo>
                <a:lnTo>
                  <a:pt x="675991" y="269715"/>
                </a:lnTo>
                <a:lnTo>
                  <a:pt x="688957" y="273304"/>
                </a:lnTo>
                <a:lnTo>
                  <a:pt x="700504" y="275997"/>
                </a:lnTo>
                <a:lnTo>
                  <a:pt x="702260" y="276995"/>
                </a:lnTo>
                <a:lnTo>
                  <a:pt x="703561" y="278474"/>
                </a:lnTo>
                <a:lnTo>
                  <a:pt x="703490" y="279233"/>
                </a:lnTo>
                <a:lnTo>
                  <a:pt x="702052" y="281918"/>
                </a:lnTo>
                <a:lnTo>
                  <a:pt x="702274" y="282725"/>
                </a:lnTo>
                <a:lnTo>
                  <a:pt x="703202" y="283436"/>
                </a:lnTo>
                <a:lnTo>
                  <a:pt x="734111" y="284507"/>
                </a:lnTo>
                <a:lnTo>
                  <a:pt x="739965" y="284997"/>
                </a:lnTo>
                <a:lnTo>
                  <a:pt x="740713" y="285443"/>
                </a:lnTo>
                <a:lnTo>
                  <a:pt x="740960" y="287038"/>
                </a:lnTo>
                <a:lnTo>
                  <a:pt x="740743" y="289563"/>
                </a:lnTo>
                <a:lnTo>
                  <a:pt x="739221" y="296924"/>
                </a:lnTo>
                <a:lnTo>
                  <a:pt x="737023" y="312684"/>
                </a:lnTo>
                <a:lnTo>
                  <a:pt x="735564" y="319953"/>
                </a:lnTo>
                <a:lnTo>
                  <a:pt x="734363" y="330424"/>
                </a:lnTo>
                <a:lnTo>
                  <a:pt x="732248" y="340094"/>
                </a:lnTo>
                <a:lnTo>
                  <a:pt x="727331" y="373588"/>
                </a:lnTo>
                <a:lnTo>
                  <a:pt x="722053" y="404759"/>
                </a:lnTo>
                <a:lnTo>
                  <a:pt x="717811" y="433614"/>
                </a:lnTo>
                <a:lnTo>
                  <a:pt x="715585" y="445383"/>
                </a:lnTo>
                <a:lnTo>
                  <a:pt x="715561" y="447295"/>
                </a:lnTo>
                <a:lnTo>
                  <a:pt x="716235" y="449161"/>
                </a:lnTo>
                <a:lnTo>
                  <a:pt x="717620" y="449715"/>
                </a:lnTo>
                <a:lnTo>
                  <a:pt x="720395" y="448634"/>
                </a:lnTo>
                <a:lnTo>
                  <a:pt x="757415" y="422033"/>
                </a:lnTo>
                <a:lnTo>
                  <a:pt x="759186" y="420978"/>
                </a:lnTo>
                <a:lnTo>
                  <a:pt x="760834" y="420631"/>
                </a:lnTo>
                <a:lnTo>
                  <a:pt x="762611" y="420920"/>
                </a:lnTo>
                <a:lnTo>
                  <a:pt x="763941" y="421626"/>
                </a:lnTo>
                <a:lnTo>
                  <a:pt x="793344" y="443775"/>
                </a:lnTo>
                <a:lnTo>
                  <a:pt x="799349" y="447899"/>
                </a:lnTo>
                <a:lnTo>
                  <a:pt x="803289" y="449964"/>
                </a:lnTo>
                <a:lnTo>
                  <a:pt x="804301" y="448622"/>
                </a:lnTo>
                <a:lnTo>
                  <a:pt x="804657" y="447386"/>
                </a:lnTo>
                <a:lnTo>
                  <a:pt x="804582" y="442637"/>
                </a:lnTo>
                <a:lnTo>
                  <a:pt x="802463" y="432188"/>
                </a:lnTo>
                <a:lnTo>
                  <a:pt x="801241" y="421346"/>
                </a:lnTo>
                <a:lnTo>
                  <a:pt x="799470" y="411746"/>
                </a:lnTo>
                <a:lnTo>
                  <a:pt x="797851" y="398703"/>
                </a:lnTo>
                <a:lnTo>
                  <a:pt x="796326" y="391114"/>
                </a:lnTo>
                <a:lnTo>
                  <a:pt x="794372" y="374848"/>
                </a:lnTo>
                <a:lnTo>
                  <a:pt x="792753" y="367761"/>
                </a:lnTo>
                <a:lnTo>
                  <a:pt x="790904" y="353340"/>
                </a:lnTo>
                <a:lnTo>
                  <a:pt x="789280" y="346298"/>
                </a:lnTo>
                <a:lnTo>
                  <a:pt x="787708" y="332964"/>
                </a:lnTo>
                <a:lnTo>
                  <a:pt x="785991" y="323523"/>
                </a:lnTo>
                <a:lnTo>
                  <a:pt x="784657" y="311607"/>
                </a:lnTo>
                <a:lnTo>
                  <a:pt x="782439" y="299278"/>
                </a:lnTo>
                <a:lnTo>
                  <a:pt x="781268" y="288588"/>
                </a:lnTo>
                <a:lnTo>
                  <a:pt x="782772" y="286916"/>
                </a:lnTo>
                <a:lnTo>
                  <a:pt x="802081" y="287009"/>
                </a:lnTo>
                <a:lnTo>
                  <a:pt x="816358" y="287635"/>
                </a:lnTo>
                <a:lnTo>
                  <a:pt x="819352" y="286930"/>
                </a:lnTo>
                <a:lnTo>
                  <a:pt x="820755" y="285287"/>
                </a:lnTo>
                <a:lnTo>
                  <a:pt x="816621" y="282320"/>
                </a:lnTo>
                <a:lnTo>
                  <a:pt x="784113" y="266152"/>
                </a:lnTo>
                <a:lnTo>
                  <a:pt x="779304" y="262555"/>
                </a:lnTo>
                <a:lnTo>
                  <a:pt x="779603" y="249833"/>
                </a:lnTo>
                <a:lnTo>
                  <a:pt x="780059" y="248802"/>
                </a:lnTo>
                <a:lnTo>
                  <a:pt x="781275" y="248135"/>
                </a:lnTo>
                <a:lnTo>
                  <a:pt x="787212" y="247655"/>
                </a:lnTo>
                <a:lnTo>
                  <a:pt x="837428" y="247721"/>
                </a:lnTo>
                <a:lnTo>
                  <a:pt x="838719" y="246439"/>
                </a:lnTo>
                <a:lnTo>
                  <a:pt x="839042" y="245321"/>
                </a:lnTo>
                <a:lnTo>
                  <a:pt x="838556" y="244379"/>
                </a:lnTo>
                <a:lnTo>
                  <a:pt x="835108" y="242786"/>
                </a:lnTo>
                <a:lnTo>
                  <a:pt x="827561" y="240031"/>
                </a:lnTo>
                <a:lnTo>
                  <a:pt x="814746" y="234497"/>
                </a:lnTo>
                <a:lnTo>
                  <a:pt x="809222" y="232789"/>
                </a:lnTo>
                <a:lnTo>
                  <a:pt x="784056" y="222851"/>
                </a:lnTo>
                <a:lnTo>
                  <a:pt x="781295" y="221174"/>
                </a:lnTo>
                <a:lnTo>
                  <a:pt x="779570" y="219171"/>
                </a:lnTo>
                <a:lnTo>
                  <a:pt x="779023" y="217098"/>
                </a:lnTo>
                <a:lnTo>
                  <a:pt x="779236" y="216115"/>
                </a:lnTo>
                <a:lnTo>
                  <a:pt x="780724" y="214418"/>
                </a:lnTo>
                <a:lnTo>
                  <a:pt x="782291" y="213873"/>
                </a:lnTo>
                <a:lnTo>
                  <a:pt x="789424" y="213730"/>
                </a:lnTo>
                <a:lnTo>
                  <a:pt x="817955" y="214335"/>
                </a:lnTo>
                <a:lnTo>
                  <a:pt x="819447" y="213013"/>
                </a:lnTo>
                <a:lnTo>
                  <a:pt x="819748" y="212124"/>
                </a:lnTo>
                <a:lnTo>
                  <a:pt x="815835" y="209016"/>
                </a:lnTo>
                <a:lnTo>
                  <a:pt x="782103" y="189518"/>
                </a:lnTo>
                <a:lnTo>
                  <a:pt x="780011" y="187550"/>
                </a:lnTo>
                <a:lnTo>
                  <a:pt x="778836" y="184699"/>
                </a:lnTo>
                <a:lnTo>
                  <a:pt x="777872" y="174773"/>
                </a:lnTo>
                <a:lnTo>
                  <a:pt x="776191" y="167720"/>
                </a:lnTo>
                <a:lnTo>
                  <a:pt x="774503" y="157229"/>
                </a:lnTo>
                <a:lnTo>
                  <a:pt x="770755" y="137439"/>
                </a:lnTo>
                <a:lnTo>
                  <a:pt x="769181" y="130899"/>
                </a:lnTo>
                <a:lnTo>
                  <a:pt x="767257" y="119534"/>
                </a:lnTo>
                <a:lnTo>
                  <a:pt x="766034" y="117042"/>
                </a:lnTo>
                <a:lnTo>
                  <a:pt x="763571" y="114672"/>
                </a:lnTo>
                <a:lnTo>
                  <a:pt x="761829" y="114329"/>
                </a:lnTo>
                <a:lnTo>
                  <a:pt x="758912" y="115219"/>
                </a:lnTo>
                <a:close/>
                <a:moveTo>
                  <a:pt x="761545" y="131891"/>
                </a:moveTo>
                <a:lnTo>
                  <a:pt x="760829" y="133072"/>
                </a:lnTo>
                <a:lnTo>
                  <a:pt x="760154" y="133008"/>
                </a:lnTo>
                <a:lnTo>
                  <a:pt x="759831" y="132560"/>
                </a:lnTo>
                <a:lnTo>
                  <a:pt x="759779" y="131431"/>
                </a:lnTo>
                <a:lnTo>
                  <a:pt x="760352" y="130752"/>
                </a:lnTo>
                <a:lnTo>
                  <a:pt x="761274" y="130977"/>
                </a:lnTo>
                <a:lnTo>
                  <a:pt x="761545" y="131891"/>
                </a:lnTo>
                <a:close/>
                <a:moveTo>
                  <a:pt x="763341" y="145054"/>
                </a:moveTo>
                <a:lnTo>
                  <a:pt x="765122" y="147262"/>
                </a:lnTo>
                <a:lnTo>
                  <a:pt x="765222" y="149362"/>
                </a:lnTo>
                <a:lnTo>
                  <a:pt x="764371" y="150582"/>
                </a:lnTo>
                <a:lnTo>
                  <a:pt x="762798" y="151573"/>
                </a:lnTo>
                <a:lnTo>
                  <a:pt x="761090" y="152134"/>
                </a:lnTo>
                <a:lnTo>
                  <a:pt x="759784" y="151961"/>
                </a:lnTo>
                <a:lnTo>
                  <a:pt x="757033" y="149160"/>
                </a:lnTo>
                <a:lnTo>
                  <a:pt x="756839" y="148475"/>
                </a:lnTo>
                <a:lnTo>
                  <a:pt x="757251" y="147228"/>
                </a:lnTo>
                <a:lnTo>
                  <a:pt x="758452" y="145321"/>
                </a:lnTo>
                <a:lnTo>
                  <a:pt x="759924" y="144115"/>
                </a:lnTo>
                <a:lnTo>
                  <a:pt x="761549" y="144028"/>
                </a:lnTo>
                <a:lnTo>
                  <a:pt x="763341" y="145054"/>
                </a:lnTo>
                <a:close/>
                <a:moveTo>
                  <a:pt x="756238" y="154957"/>
                </a:moveTo>
                <a:lnTo>
                  <a:pt x="756666" y="155923"/>
                </a:lnTo>
                <a:lnTo>
                  <a:pt x="755893" y="157046"/>
                </a:lnTo>
                <a:lnTo>
                  <a:pt x="754303" y="158379"/>
                </a:lnTo>
                <a:lnTo>
                  <a:pt x="753173" y="158403"/>
                </a:lnTo>
                <a:lnTo>
                  <a:pt x="752542" y="156666"/>
                </a:lnTo>
                <a:lnTo>
                  <a:pt x="752962" y="154867"/>
                </a:lnTo>
                <a:lnTo>
                  <a:pt x="754333" y="154196"/>
                </a:lnTo>
                <a:lnTo>
                  <a:pt x="756238" y="154957"/>
                </a:lnTo>
                <a:close/>
                <a:moveTo>
                  <a:pt x="767938" y="154957"/>
                </a:moveTo>
                <a:lnTo>
                  <a:pt x="768386" y="156714"/>
                </a:lnTo>
                <a:lnTo>
                  <a:pt x="768018" y="157423"/>
                </a:lnTo>
                <a:lnTo>
                  <a:pt x="767328" y="157554"/>
                </a:lnTo>
                <a:lnTo>
                  <a:pt x="766196" y="156629"/>
                </a:lnTo>
                <a:lnTo>
                  <a:pt x="765962" y="155388"/>
                </a:lnTo>
                <a:lnTo>
                  <a:pt x="766817" y="154448"/>
                </a:lnTo>
                <a:lnTo>
                  <a:pt x="767938" y="154957"/>
                </a:lnTo>
                <a:close/>
                <a:moveTo>
                  <a:pt x="764971" y="163356"/>
                </a:moveTo>
                <a:lnTo>
                  <a:pt x="766768" y="165516"/>
                </a:lnTo>
                <a:lnTo>
                  <a:pt x="767158" y="167189"/>
                </a:lnTo>
                <a:lnTo>
                  <a:pt x="765598" y="169457"/>
                </a:lnTo>
                <a:lnTo>
                  <a:pt x="763249" y="171124"/>
                </a:lnTo>
                <a:lnTo>
                  <a:pt x="760584" y="172131"/>
                </a:lnTo>
                <a:lnTo>
                  <a:pt x="756965" y="169891"/>
                </a:lnTo>
                <a:lnTo>
                  <a:pt x="755555" y="168530"/>
                </a:lnTo>
                <a:lnTo>
                  <a:pt x="755126" y="166578"/>
                </a:lnTo>
                <a:lnTo>
                  <a:pt x="755482" y="164974"/>
                </a:lnTo>
                <a:lnTo>
                  <a:pt x="759847" y="161386"/>
                </a:lnTo>
                <a:lnTo>
                  <a:pt x="760952" y="161073"/>
                </a:lnTo>
                <a:lnTo>
                  <a:pt x="762144" y="161292"/>
                </a:lnTo>
                <a:lnTo>
                  <a:pt x="764971" y="163356"/>
                </a:lnTo>
                <a:close/>
                <a:moveTo>
                  <a:pt x="771531" y="172507"/>
                </a:moveTo>
                <a:lnTo>
                  <a:pt x="772600" y="175103"/>
                </a:lnTo>
                <a:lnTo>
                  <a:pt x="773392" y="178576"/>
                </a:lnTo>
                <a:lnTo>
                  <a:pt x="772898" y="179720"/>
                </a:lnTo>
                <a:lnTo>
                  <a:pt x="771978" y="179968"/>
                </a:lnTo>
                <a:lnTo>
                  <a:pt x="770076" y="179417"/>
                </a:lnTo>
                <a:lnTo>
                  <a:pt x="768670" y="178482"/>
                </a:lnTo>
                <a:lnTo>
                  <a:pt x="767012" y="176775"/>
                </a:lnTo>
                <a:lnTo>
                  <a:pt x="766449" y="175500"/>
                </a:lnTo>
                <a:lnTo>
                  <a:pt x="766958" y="174236"/>
                </a:lnTo>
                <a:lnTo>
                  <a:pt x="769289" y="171986"/>
                </a:lnTo>
                <a:lnTo>
                  <a:pt x="770378" y="171647"/>
                </a:lnTo>
                <a:lnTo>
                  <a:pt x="771531" y="172507"/>
                </a:lnTo>
                <a:close/>
                <a:moveTo>
                  <a:pt x="754775" y="173594"/>
                </a:moveTo>
                <a:lnTo>
                  <a:pt x="755818" y="175171"/>
                </a:lnTo>
                <a:lnTo>
                  <a:pt x="755191" y="176884"/>
                </a:lnTo>
                <a:lnTo>
                  <a:pt x="752374" y="179713"/>
                </a:lnTo>
                <a:lnTo>
                  <a:pt x="750811" y="180525"/>
                </a:lnTo>
                <a:lnTo>
                  <a:pt x="749617" y="180463"/>
                </a:lnTo>
                <a:lnTo>
                  <a:pt x="748866" y="179530"/>
                </a:lnTo>
                <a:lnTo>
                  <a:pt x="748633" y="177730"/>
                </a:lnTo>
                <a:lnTo>
                  <a:pt x="749011" y="174986"/>
                </a:lnTo>
                <a:lnTo>
                  <a:pt x="749923" y="173121"/>
                </a:lnTo>
                <a:lnTo>
                  <a:pt x="751259" y="172216"/>
                </a:lnTo>
                <a:lnTo>
                  <a:pt x="752053" y="172147"/>
                </a:lnTo>
                <a:lnTo>
                  <a:pt x="754775" y="173594"/>
                </a:lnTo>
                <a:close/>
                <a:moveTo>
                  <a:pt x="763759" y="180488"/>
                </a:moveTo>
                <a:lnTo>
                  <a:pt x="767670" y="184696"/>
                </a:lnTo>
                <a:lnTo>
                  <a:pt x="768021" y="185377"/>
                </a:lnTo>
                <a:lnTo>
                  <a:pt x="767561" y="186106"/>
                </a:lnTo>
                <a:lnTo>
                  <a:pt x="765873" y="186472"/>
                </a:lnTo>
                <a:lnTo>
                  <a:pt x="760918" y="186547"/>
                </a:lnTo>
                <a:lnTo>
                  <a:pt x="755868" y="186276"/>
                </a:lnTo>
                <a:lnTo>
                  <a:pt x="754457" y="185800"/>
                </a:lnTo>
                <a:lnTo>
                  <a:pt x="754278" y="185416"/>
                </a:lnTo>
                <a:lnTo>
                  <a:pt x="754875" y="184258"/>
                </a:lnTo>
                <a:lnTo>
                  <a:pt x="759163" y="179945"/>
                </a:lnTo>
                <a:lnTo>
                  <a:pt x="761918" y="180026"/>
                </a:lnTo>
                <a:lnTo>
                  <a:pt x="763759" y="180488"/>
                </a:lnTo>
                <a:close/>
                <a:moveTo>
                  <a:pt x="763425" y="191896"/>
                </a:moveTo>
                <a:lnTo>
                  <a:pt x="763666" y="192377"/>
                </a:lnTo>
                <a:lnTo>
                  <a:pt x="763281" y="193238"/>
                </a:lnTo>
                <a:lnTo>
                  <a:pt x="761367" y="194017"/>
                </a:lnTo>
                <a:lnTo>
                  <a:pt x="759187" y="193757"/>
                </a:lnTo>
                <a:lnTo>
                  <a:pt x="758144" y="192543"/>
                </a:lnTo>
                <a:lnTo>
                  <a:pt x="758411" y="191854"/>
                </a:lnTo>
                <a:lnTo>
                  <a:pt x="759673" y="191310"/>
                </a:lnTo>
                <a:lnTo>
                  <a:pt x="762163" y="191334"/>
                </a:lnTo>
                <a:lnTo>
                  <a:pt x="763425" y="191896"/>
                </a:lnTo>
                <a:close/>
                <a:moveTo>
                  <a:pt x="774707" y="193149"/>
                </a:moveTo>
                <a:lnTo>
                  <a:pt x="775365" y="195973"/>
                </a:lnTo>
                <a:lnTo>
                  <a:pt x="775442" y="200302"/>
                </a:lnTo>
                <a:lnTo>
                  <a:pt x="774483" y="202990"/>
                </a:lnTo>
                <a:lnTo>
                  <a:pt x="773200" y="203325"/>
                </a:lnTo>
                <a:lnTo>
                  <a:pt x="771388" y="202509"/>
                </a:lnTo>
                <a:lnTo>
                  <a:pt x="767749" y="199907"/>
                </a:lnTo>
                <a:lnTo>
                  <a:pt x="767034" y="198313"/>
                </a:lnTo>
                <a:lnTo>
                  <a:pt x="768103" y="196215"/>
                </a:lnTo>
                <a:lnTo>
                  <a:pt x="770738" y="193901"/>
                </a:lnTo>
                <a:lnTo>
                  <a:pt x="773286" y="192554"/>
                </a:lnTo>
                <a:lnTo>
                  <a:pt x="773934" y="192569"/>
                </a:lnTo>
                <a:lnTo>
                  <a:pt x="774707" y="193149"/>
                </a:lnTo>
                <a:close/>
                <a:moveTo>
                  <a:pt x="752018" y="194152"/>
                </a:moveTo>
                <a:lnTo>
                  <a:pt x="754415" y="196824"/>
                </a:lnTo>
                <a:lnTo>
                  <a:pt x="755022" y="198041"/>
                </a:lnTo>
                <a:lnTo>
                  <a:pt x="754955" y="198850"/>
                </a:lnTo>
                <a:lnTo>
                  <a:pt x="753434" y="200305"/>
                </a:lnTo>
                <a:lnTo>
                  <a:pt x="750108" y="202182"/>
                </a:lnTo>
                <a:lnTo>
                  <a:pt x="748914" y="202452"/>
                </a:lnTo>
                <a:lnTo>
                  <a:pt x="747718" y="202101"/>
                </a:lnTo>
                <a:lnTo>
                  <a:pt x="746918" y="201290"/>
                </a:lnTo>
                <a:lnTo>
                  <a:pt x="746498" y="199702"/>
                </a:lnTo>
                <a:lnTo>
                  <a:pt x="746593" y="194623"/>
                </a:lnTo>
                <a:lnTo>
                  <a:pt x="747830" y="193456"/>
                </a:lnTo>
                <a:lnTo>
                  <a:pt x="749135" y="193045"/>
                </a:lnTo>
                <a:lnTo>
                  <a:pt x="750540" y="193275"/>
                </a:lnTo>
                <a:lnTo>
                  <a:pt x="752018" y="194152"/>
                </a:lnTo>
                <a:close/>
                <a:moveTo>
                  <a:pt x="785279" y="196785"/>
                </a:moveTo>
                <a:lnTo>
                  <a:pt x="798200" y="204768"/>
                </a:lnTo>
                <a:lnTo>
                  <a:pt x="799451" y="206430"/>
                </a:lnTo>
                <a:lnTo>
                  <a:pt x="799319" y="207607"/>
                </a:lnTo>
                <a:lnTo>
                  <a:pt x="796763" y="208309"/>
                </a:lnTo>
                <a:lnTo>
                  <a:pt x="791568" y="208264"/>
                </a:lnTo>
                <a:lnTo>
                  <a:pt x="782574" y="207165"/>
                </a:lnTo>
                <a:lnTo>
                  <a:pt x="780098" y="206312"/>
                </a:lnTo>
                <a:lnTo>
                  <a:pt x="779178" y="205560"/>
                </a:lnTo>
                <a:lnTo>
                  <a:pt x="779720" y="195642"/>
                </a:lnTo>
                <a:lnTo>
                  <a:pt x="780378" y="195143"/>
                </a:lnTo>
                <a:lnTo>
                  <a:pt x="781758" y="195197"/>
                </a:lnTo>
                <a:lnTo>
                  <a:pt x="785279" y="196785"/>
                </a:lnTo>
                <a:close/>
                <a:moveTo>
                  <a:pt x="741028" y="196492"/>
                </a:moveTo>
                <a:lnTo>
                  <a:pt x="741952" y="198336"/>
                </a:lnTo>
                <a:lnTo>
                  <a:pt x="742078" y="200711"/>
                </a:lnTo>
                <a:lnTo>
                  <a:pt x="741557" y="203952"/>
                </a:lnTo>
                <a:lnTo>
                  <a:pt x="740605" y="204813"/>
                </a:lnTo>
                <a:lnTo>
                  <a:pt x="737153" y="205383"/>
                </a:lnTo>
                <a:lnTo>
                  <a:pt x="730269" y="205634"/>
                </a:lnTo>
                <a:lnTo>
                  <a:pt x="725400" y="205572"/>
                </a:lnTo>
                <a:lnTo>
                  <a:pt x="724227" y="205148"/>
                </a:lnTo>
                <a:lnTo>
                  <a:pt x="724791" y="203638"/>
                </a:lnTo>
                <a:lnTo>
                  <a:pt x="727406" y="201213"/>
                </a:lnTo>
                <a:lnTo>
                  <a:pt x="732143" y="199445"/>
                </a:lnTo>
                <a:lnTo>
                  <a:pt x="739812" y="195902"/>
                </a:lnTo>
                <a:lnTo>
                  <a:pt x="741028" y="196492"/>
                </a:lnTo>
                <a:close/>
                <a:moveTo>
                  <a:pt x="763007" y="203011"/>
                </a:moveTo>
                <a:lnTo>
                  <a:pt x="764768" y="204708"/>
                </a:lnTo>
                <a:lnTo>
                  <a:pt x="764914" y="205617"/>
                </a:lnTo>
                <a:lnTo>
                  <a:pt x="764262" y="206281"/>
                </a:lnTo>
                <a:lnTo>
                  <a:pt x="760935" y="206645"/>
                </a:lnTo>
                <a:lnTo>
                  <a:pt x="759522" y="206312"/>
                </a:lnTo>
                <a:lnTo>
                  <a:pt x="758656" y="205680"/>
                </a:lnTo>
                <a:lnTo>
                  <a:pt x="758447" y="204244"/>
                </a:lnTo>
                <a:lnTo>
                  <a:pt x="759624" y="202449"/>
                </a:lnTo>
                <a:lnTo>
                  <a:pt x="761095" y="202168"/>
                </a:lnTo>
                <a:lnTo>
                  <a:pt x="763007" y="203011"/>
                </a:lnTo>
                <a:close/>
                <a:moveTo>
                  <a:pt x="761754" y="214168"/>
                </a:moveTo>
                <a:lnTo>
                  <a:pt x="760787" y="214860"/>
                </a:lnTo>
                <a:lnTo>
                  <a:pt x="760088" y="214324"/>
                </a:lnTo>
                <a:lnTo>
                  <a:pt x="760695" y="213805"/>
                </a:lnTo>
                <a:lnTo>
                  <a:pt x="761754" y="214168"/>
                </a:lnTo>
                <a:close/>
                <a:moveTo>
                  <a:pt x="774707" y="214627"/>
                </a:moveTo>
                <a:lnTo>
                  <a:pt x="775441" y="216050"/>
                </a:lnTo>
                <a:lnTo>
                  <a:pt x="775489" y="217487"/>
                </a:lnTo>
                <a:lnTo>
                  <a:pt x="774804" y="219816"/>
                </a:lnTo>
                <a:lnTo>
                  <a:pt x="774008" y="220752"/>
                </a:lnTo>
                <a:lnTo>
                  <a:pt x="772255" y="221315"/>
                </a:lnTo>
                <a:lnTo>
                  <a:pt x="770744" y="221125"/>
                </a:lnTo>
                <a:lnTo>
                  <a:pt x="768267" y="220115"/>
                </a:lnTo>
                <a:lnTo>
                  <a:pt x="767359" y="219372"/>
                </a:lnTo>
                <a:lnTo>
                  <a:pt x="767154" y="218550"/>
                </a:lnTo>
                <a:lnTo>
                  <a:pt x="767662" y="217582"/>
                </a:lnTo>
                <a:lnTo>
                  <a:pt x="771280" y="214666"/>
                </a:lnTo>
                <a:lnTo>
                  <a:pt x="773278" y="213872"/>
                </a:lnTo>
                <a:lnTo>
                  <a:pt x="774707" y="214627"/>
                </a:lnTo>
                <a:close/>
                <a:moveTo>
                  <a:pt x="752686" y="215923"/>
                </a:moveTo>
                <a:lnTo>
                  <a:pt x="754211" y="217234"/>
                </a:lnTo>
                <a:lnTo>
                  <a:pt x="754878" y="218401"/>
                </a:lnTo>
                <a:lnTo>
                  <a:pt x="754690" y="219409"/>
                </a:lnTo>
                <a:lnTo>
                  <a:pt x="753651" y="220246"/>
                </a:lnTo>
                <a:lnTo>
                  <a:pt x="751767" y="220895"/>
                </a:lnTo>
                <a:lnTo>
                  <a:pt x="749358" y="221056"/>
                </a:lnTo>
                <a:lnTo>
                  <a:pt x="747528" y="220287"/>
                </a:lnTo>
                <a:lnTo>
                  <a:pt x="746668" y="219278"/>
                </a:lnTo>
                <a:lnTo>
                  <a:pt x="745991" y="216863"/>
                </a:lnTo>
                <a:lnTo>
                  <a:pt x="746098" y="216005"/>
                </a:lnTo>
                <a:lnTo>
                  <a:pt x="746937" y="214812"/>
                </a:lnTo>
                <a:lnTo>
                  <a:pt x="749389" y="214436"/>
                </a:lnTo>
                <a:lnTo>
                  <a:pt x="752686" y="215923"/>
                </a:lnTo>
                <a:close/>
                <a:moveTo>
                  <a:pt x="767019" y="226954"/>
                </a:moveTo>
                <a:lnTo>
                  <a:pt x="767868" y="227336"/>
                </a:lnTo>
                <a:lnTo>
                  <a:pt x="768265" y="227957"/>
                </a:lnTo>
                <a:lnTo>
                  <a:pt x="767747" y="229466"/>
                </a:lnTo>
                <a:lnTo>
                  <a:pt x="763231" y="232221"/>
                </a:lnTo>
                <a:lnTo>
                  <a:pt x="761084" y="232998"/>
                </a:lnTo>
                <a:lnTo>
                  <a:pt x="756598" y="231310"/>
                </a:lnTo>
                <a:lnTo>
                  <a:pt x="753908" y="229697"/>
                </a:lnTo>
                <a:lnTo>
                  <a:pt x="753034" y="228652"/>
                </a:lnTo>
                <a:lnTo>
                  <a:pt x="753513" y="227384"/>
                </a:lnTo>
                <a:lnTo>
                  <a:pt x="755250" y="226672"/>
                </a:lnTo>
                <a:lnTo>
                  <a:pt x="767019" y="226954"/>
                </a:lnTo>
                <a:close/>
                <a:moveTo>
                  <a:pt x="741070" y="227831"/>
                </a:moveTo>
                <a:lnTo>
                  <a:pt x="741857" y="228555"/>
                </a:lnTo>
                <a:lnTo>
                  <a:pt x="742146" y="229477"/>
                </a:lnTo>
                <a:lnTo>
                  <a:pt x="742227" y="232779"/>
                </a:lnTo>
                <a:lnTo>
                  <a:pt x="741534" y="237765"/>
                </a:lnTo>
                <a:lnTo>
                  <a:pt x="740384" y="239480"/>
                </a:lnTo>
                <a:lnTo>
                  <a:pt x="739297" y="239503"/>
                </a:lnTo>
                <a:lnTo>
                  <a:pt x="732217" y="235879"/>
                </a:lnTo>
                <a:lnTo>
                  <a:pt x="729765" y="234211"/>
                </a:lnTo>
                <a:lnTo>
                  <a:pt x="728602" y="232686"/>
                </a:lnTo>
                <a:lnTo>
                  <a:pt x="728781" y="231825"/>
                </a:lnTo>
                <a:lnTo>
                  <a:pt x="729957" y="231072"/>
                </a:lnTo>
                <a:lnTo>
                  <a:pt x="734750" y="229560"/>
                </a:lnTo>
                <a:lnTo>
                  <a:pt x="738906" y="227744"/>
                </a:lnTo>
                <a:lnTo>
                  <a:pt x="741070" y="227831"/>
                </a:lnTo>
                <a:close/>
                <a:moveTo>
                  <a:pt x="785780" y="229586"/>
                </a:moveTo>
                <a:lnTo>
                  <a:pt x="792548" y="232159"/>
                </a:lnTo>
                <a:lnTo>
                  <a:pt x="792967" y="233240"/>
                </a:lnTo>
                <a:lnTo>
                  <a:pt x="792383" y="234768"/>
                </a:lnTo>
                <a:lnTo>
                  <a:pt x="790926" y="236218"/>
                </a:lnTo>
                <a:lnTo>
                  <a:pt x="784161" y="239628"/>
                </a:lnTo>
                <a:lnTo>
                  <a:pt x="781638" y="240143"/>
                </a:lnTo>
                <a:lnTo>
                  <a:pt x="780135" y="239854"/>
                </a:lnTo>
                <a:lnTo>
                  <a:pt x="779584" y="239140"/>
                </a:lnTo>
                <a:lnTo>
                  <a:pt x="779265" y="235785"/>
                </a:lnTo>
                <a:lnTo>
                  <a:pt x="779424" y="231556"/>
                </a:lnTo>
                <a:lnTo>
                  <a:pt x="780014" y="229043"/>
                </a:lnTo>
                <a:lnTo>
                  <a:pt x="782114" y="228531"/>
                </a:lnTo>
                <a:lnTo>
                  <a:pt x="785780" y="229586"/>
                </a:lnTo>
                <a:close/>
                <a:moveTo>
                  <a:pt x="774415" y="232929"/>
                </a:moveTo>
                <a:lnTo>
                  <a:pt x="775298" y="235371"/>
                </a:lnTo>
                <a:lnTo>
                  <a:pt x="775174" y="239023"/>
                </a:lnTo>
                <a:lnTo>
                  <a:pt x="774534" y="239970"/>
                </a:lnTo>
                <a:lnTo>
                  <a:pt x="773387" y="240441"/>
                </a:lnTo>
                <a:lnTo>
                  <a:pt x="771233" y="240013"/>
                </a:lnTo>
                <a:lnTo>
                  <a:pt x="769755" y="239039"/>
                </a:lnTo>
                <a:lnTo>
                  <a:pt x="768439" y="237568"/>
                </a:lnTo>
                <a:lnTo>
                  <a:pt x="767798" y="236196"/>
                </a:lnTo>
                <a:lnTo>
                  <a:pt x="767938" y="235410"/>
                </a:lnTo>
                <a:lnTo>
                  <a:pt x="769057" y="234280"/>
                </a:lnTo>
                <a:lnTo>
                  <a:pt x="772408" y="232529"/>
                </a:lnTo>
                <a:lnTo>
                  <a:pt x="773469" y="232284"/>
                </a:lnTo>
                <a:lnTo>
                  <a:pt x="774415" y="232929"/>
                </a:lnTo>
                <a:close/>
                <a:moveTo>
                  <a:pt x="752143" y="234643"/>
                </a:moveTo>
                <a:lnTo>
                  <a:pt x="753044" y="235582"/>
                </a:lnTo>
                <a:lnTo>
                  <a:pt x="753262" y="236655"/>
                </a:lnTo>
                <a:lnTo>
                  <a:pt x="752789" y="237949"/>
                </a:lnTo>
                <a:lnTo>
                  <a:pt x="751648" y="239394"/>
                </a:lnTo>
                <a:lnTo>
                  <a:pt x="750726" y="240022"/>
                </a:lnTo>
                <a:lnTo>
                  <a:pt x="748811" y="240399"/>
                </a:lnTo>
                <a:lnTo>
                  <a:pt x="747149" y="239742"/>
                </a:lnTo>
                <a:lnTo>
                  <a:pt x="746543" y="239076"/>
                </a:lnTo>
                <a:lnTo>
                  <a:pt x="746042" y="237175"/>
                </a:lnTo>
                <a:lnTo>
                  <a:pt x="746530" y="235286"/>
                </a:lnTo>
                <a:lnTo>
                  <a:pt x="747374" y="234254"/>
                </a:lnTo>
                <a:lnTo>
                  <a:pt x="748523" y="233713"/>
                </a:lnTo>
                <a:lnTo>
                  <a:pt x="749888" y="233684"/>
                </a:lnTo>
                <a:lnTo>
                  <a:pt x="752143" y="234643"/>
                </a:lnTo>
                <a:close/>
                <a:moveTo>
                  <a:pt x="717628" y="237024"/>
                </a:moveTo>
                <a:lnTo>
                  <a:pt x="718154" y="237904"/>
                </a:lnTo>
                <a:lnTo>
                  <a:pt x="718230" y="238962"/>
                </a:lnTo>
                <a:lnTo>
                  <a:pt x="717628" y="240451"/>
                </a:lnTo>
                <a:lnTo>
                  <a:pt x="716866" y="241117"/>
                </a:lnTo>
                <a:lnTo>
                  <a:pt x="711178" y="241231"/>
                </a:lnTo>
                <a:lnTo>
                  <a:pt x="709477" y="240801"/>
                </a:lnTo>
                <a:lnTo>
                  <a:pt x="708734" y="240060"/>
                </a:lnTo>
                <a:lnTo>
                  <a:pt x="709199" y="238582"/>
                </a:lnTo>
                <a:lnTo>
                  <a:pt x="711028" y="237632"/>
                </a:lnTo>
                <a:lnTo>
                  <a:pt x="715531" y="236468"/>
                </a:lnTo>
                <a:lnTo>
                  <a:pt x="716802" y="236509"/>
                </a:lnTo>
                <a:lnTo>
                  <a:pt x="717628" y="237024"/>
                </a:lnTo>
                <a:close/>
                <a:moveTo>
                  <a:pt x="812732" y="238946"/>
                </a:moveTo>
                <a:lnTo>
                  <a:pt x="818523" y="241345"/>
                </a:lnTo>
                <a:lnTo>
                  <a:pt x="819555" y="242453"/>
                </a:lnTo>
                <a:lnTo>
                  <a:pt x="818916" y="243083"/>
                </a:lnTo>
                <a:lnTo>
                  <a:pt x="817229" y="243475"/>
                </a:lnTo>
                <a:lnTo>
                  <a:pt x="811013" y="243832"/>
                </a:lnTo>
                <a:lnTo>
                  <a:pt x="806506" y="243459"/>
                </a:lnTo>
                <a:lnTo>
                  <a:pt x="804918" y="241475"/>
                </a:lnTo>
                <a:lnTo>
                  <a:pt x="803957" y="238988"/>
                </a:lnTo>
                <a:lnTo>
                  <a:pt x="804392" y="237901"/>
                </a:lnTo>
                <a:lnTo>
                  <a:pt x="806527" y="237275"/>
                </a:lnTo>
                <a:lnTo>
                  <a:pt x="809970" y="237868"/>
                </a:lnTo>
                <a:lnTo>
                  <a:pt x="812732" y="238946"/>
                </a:lnTo>
                <a:close/>
                <a:moveTo>
                  <a:pt x="727406" y="238111"/>
                </a:moveTo>
                <a:lnTo>
                  <a:pt x="727874" y="239850"/>
                </a:lnTo>
                <a:lnTo>
                  <a:pt x="726843" y="241131"/>
                </a:lnTo>
                <a:lnTo>
                  <a:pt x="725381" y="240840"/>
                </a:lnTo>
                <a:lnTo>
                  <a:pt x="723766" y="239394"/>
                </a:lnTo>
                <a:lnTo>
                  <a:pt x="724015" y="238528"/>
                </a:lnTo>
                <a:lnTo>
                  <a:pt x="725191" y="237813"/>
                </a:lnTo>
                <a:lnTo>
                  <a:pt x="726638" y="237719"/>
                </a:lnTo>
                <a:lnTo>
                  <a:pt x="727406" y="238111"/>
                </a:lnTo>
                <a:close/>
                <a:moveTo>
                  <a:pt x="797689" y="238445"/>
                </a:moveTo>
                <a:lnTo>
                  <a:pt x="798516" y="239316"/>
                </a:lnTo>
                <a:lnTo>
                  <a:pt x="799091" y="241087"/>
                </a:lnTo>
                <a:lnTo>
                  <a:pt x="798943" y="242248"/>
                </a:lnTo>
                <a:lnTo>
                  <a:pt x="798198" y="243075"/>
                </a:lnTo>
                <a:lnTo>
                  <a:pt x="797109" y="243629"/>
                </a:lnTo>
                <a:lnTo>
                  <a:pt x="795126" y="243879"/>
                </a:lnTo>
                <a:lnTo>
                  <a:pt x="793771" y="243610"/>
                </a:lnTo>
                <a:lnTo>
                  <a:pt x="792168" y="242648"/>
                </a:lnTo>
                <a:lnTo>
                  <a:pt x="792540" y="241452"/>
                </a:lnTo>
                <a:lnTo>
                  <a:pt x="795901" y="238574"/>
                </a:lnTo>
                <a:lnTo>
                  <a:pt x="796761" y="238108"/>
                </a:lnTo>
                <a:lnTo>
                  <a:pt x="797689" y="238445"/>
                </a:lnTo>
                <a:close/>
                <a:moveTo>
                  <a:pt x="761962" y="241078"/>
                </a:moveTo>
                <a:lnTo>
                  <a:pt x="762459" y="241983"/>
                </a:lnTo>
                <a:lnTo>
                  <a:pt x="761478" y="242543"/>
                </a:lnTo>
                <a:lnTo>
                  <a:pt x="759204" y="242481"/>
                </a:lnTo>
                <a:lnTo>
                  <a:pt x="758518" y="241882"/>
                </a:lnTo>
                <a:lnTo>
                  <a:pt x="759051" y="240947"/>
                </a:lnTo>
                <a:lnTo>
                  <a:pt x="759920" y="240584"/>
                </a:lnTo>
                <a:lnTo>
                  <a:pt x="761962" y="241078"/>
                </a:lnTo>
                <a:close/>
                <a:moveTo>
                  <a:pt x="764846" y="248557"/>
                </a:moveTo>
                <a:lnTo>
                  <a:pt x="765008" y="249056"/>
                </a:lnTo>
                <a:lnTo>
                  <a:pt x="764552" y="249988"/>
                </a:lnTo>
                <a:lnTo>
                  <a:pt x="761679" y="251136"/>
                </a:lnTo>
                <a:lnTo>
                  <a:pt x="759121" y="250855"/>
                </a:lnTo>
                <a:lnTo>
                  <a:pt x="757399" y="249820"/>
                </a:lnTo>
                <a:lnTo>
                  <a:pt x="757012" y="249060"/>
                </a:lnTo>
                <a:lnTo>
                  <a:pt x="757832" y="248042"/>
                </a:lnTo>
                <a:lnTo>
                  <a:pt x="760249" y="247661"/>
                </a:lnTo>
                <a:lnTo>
                  <a:pt x="763126" y="247853"/>
                </a:lnTo>
                <a:lnTo>
                  <a:pt x="764846" y="248557"/>
                </a:lnTo>
                <a:close/>
                <a:moveTo>
                  <a:pt x="774540" y="250187"/>
                </a:moveTo>
                <a:lnTo>
                  <a:pt x="775296" y="252732"/>
                </a:lnTo>
                <a:lnTo>
                  <a:pt x="775285" y="257751"/>
                </a:lnTo>
                <a:lnTo>
                  <a:pt x="774540" y="260006"/>
                </a:lnTo>
                <a:lnTo>
                  <a:pt x="773297" y="260538"/>
                </a:lnTo>
                <a:lnTo>
                  <a:pt x="767045" y="256501"/>
                </a:lnTo>
                <a:lnTo>
                  <a:pt x="766641" y="256024"/>
                </a:lnTo>
                <a:lnTo>
                  <a:pt x="766512" y="254826"/>
                </a:lnTo>
                <a:lnTo>
                  <a:pt x="767871" y="252687"/>
                </a:lnTo>
                <a:lnTo>
                  <a:pt x="770863" y="250563"/>
                </a:lnTo>
                <a:lnTo>
                  <a:pt x="773422" y="249419"/>
                </a:lnTo>
                <a:lnTo>
                  <a:pt x="774540" y="250187"/>
                </a:lnTo>
                <a:close/>
                <a:moveTo>
                  <a:pt x="752018" y="251023"/>
                </a:moveTo>
                <a:lnTo>
                  <a:pt x="754463" y="253577"/>
                </a:lnTo>
                <a:lnTo>
                  <a:pt x="755026" y="254989"/>
                </a:lnTo>
                <a:lnTo>
                  <a:pt x="754821" y="256042"/>
                </a:lnTo>
                <a:lnTo>
                  <a:pt x="753057" y="257459"/>
                </a:lnTo>
                <a:lnTo>
                  <a:pt x="749230" y="259598"/>
                </a:lnTo>
                <a:lnTo>
                  <a:pt x="747449" y="260135"/>
                </a:lnTo>
                <a:lnTo>
                  <a:pt x="746255" y="259909"/>
                </a:lnTo>
                <a:lnTo>
                  <a:pt x="745638" y="258626"/>
                </a:lnTo>
                <a:lnTo>
                  <a:pt x="745477" y="254317"/>
                </a:lnTo>
                <a:lnTo>
                  <a:pt x="745778" y="251318"/>
                </a:lnTo>
                <a:lnTo>
                  <a:pt x="746460" y="249644"/>
                </a:lnTo>
                <a:lnTo>
                  <a:pt x="749605" y="250084"/>
                </a:lnTo>
                <a:lnTo>
                  <a:pt x="752018" y="251023"/>
                </a:lnTo>
                <a:close/>
                <a:moveTo>
                  <a:pt x="765055" y="259839"/>
                </a:moveTo>
                <a:lnTo>
                  <a:pt x="767447" y="262356"/>
                </a:lnTo>
                <a:lnTo>
                  <a:pt x="767436" y="262702"/>
                </a:lnTo>
                <a:lnTo>
                  <a:pt x="766641" y="263152"/>
                </a:lnTo>
                <a:lnTo>
                  <a:pt x="759682" y="263422"/>
                </a:lnTo>
                <a:lnTo>
                  <a:pt x="757309" y="263094"/>
                </a:lnTo>
                <a:lnTo>
                  <a:pt x="756201" y="262383"/>
                </a:lnTo>
                <a:lnTo>
                  <a:pt x="756090" y="261863"/>
                </a:lnTo>
                <a:lnTo>
                  <a:pt x="756685" y="260453"/>
                </a:lnTo>
                <a:lnTo>
                  <a:pt x="758870" y="257666"/>
                </a:lnTo>
                <a:lnTo>
                  <a:pt x="762269" y="257890"/>
                </a:lnTo>
                <a:lnTo>
                  <a:pt x="765055" y="259839"/>
                </a:lnTo>
                <a:close/>
                <a:moveTo>
                  <a:pt x="764595" y="268196"/>
                </a:moveTo>
                <a:lnTo>
                  <a:pt x="765161" y="269139"/>
                </a:lnTo>
                <a:lnTo>
                  <a:pt x="764562" y="270050"/>
                </a:lnTo>
                <a:lnTo>
                  <a:pt x="760082" y="271623"/>
                </a:lnTo>
                <a:lnTo>
                  <a:pt x="757256" y="270171"/>
                </a:lnTo>
                <a:lnTo>
                  <a:pt x="756345" y="269133"/>
                </a:lnTo>
                <a:lnTo>
                  <a:pt x="756823" y="268280"/>
                </a:lnTo>
                <a:lnTo>
                  <a:pt x="758954" y="267664"/>
                </a:lnTo>
                <a:lnTo>
                  <a:pt x="762674" y="267627"/>
                </a:lnTo>
                <a:lnTo>
                  <a:pt x="764595" y="268196"/>
                </a:lnTo>
                <a:close/>
                <a:moveTo>
                  <a:pt x="751056" y="270954"/>
                </a:moveTo>
                <a:lnTo>
                  <a:pt x="752413" y="271773"/>
                </a:lnTo>
                <a:lnTo>
                  <a:pt x="754018" y="273404"/>
                </a:lnTo>
                <a:lnTo>
                  <a:pt x="754799" y="275091"/>
                </a:lnTo>
                <a:lnTo>
                  <a:pt x="754692" y="276010"/>
                </a:lnTo>
                <a:lnTo>
                  <a:pt x="753627" y="276947"/>
                </a:lnTo>
                <a:lnTo>
                  <a:pt x="750884" y="277666"/>
                </a:lnTo>
                <a:lnTo>
                  <a:pt x="747904" y="277449"/>
                </a:lnTo>
                <a:lnTo>
                  <a:pt x="746418" y="276721"/>
                </a:lnTo>
                <a:lnTo>
                  <a:pt x="745588" y="275767"/>
                </a:lnTo>
                <a:lnTo>
                  <a:pt x="745311" y="274444"/>
                </a:lnTo>
                <a:lnTo>
                  <a:pt x="745497" y="271465"/>
                </a:lnTo>
                <a:lnTo>
                  <a:pt x="746080" y="270310"/>
                </a:lnTo>
                <a:lnTo>
                  <a:pt x="747873" y="269904"/>
                </a:lnTo>
                <a:lnTo>
                  <a:pt x="751056" y="270954"/>
                </a:lnTo>
                <a:close/>
                <a:moveTo>
                  <a:pt x="775125" y="271706"/>
                </a:moveTo>
                <a:lnTo>
                  <a:pt x="775514" y="274260"/>
                </a:lnTo>
                <a:lnTo>
                  <a:pt x="775310" y="277135"/>
                </a:lnTo>
                <a:lnTo>
                  <a:pt x="774786" y="278490"/>
                </a:lnTo>
                <a:lnTo>
                  <a:pt x="773903" y="279186"/>
                </a:lnTo>
                <a:lnTo>
                  <a:pt x="772170" y="279079"/>
                </a:lnTo>
                <a:lnTo>
                  <a:pt x="768087" y="276893"/>
                </a:lnTo>
                <a:lnTo>
                  <a:pt x="767113" y="275890"/>
                </a:lnTo>
                <a:lnTo>
                  <a:pt x="767057" y="275090"/>
                </a:lnTo>
                <a:lnTo>
                  <a:pt x="767812" y="273545"/>
                </a:lnTo>
                <a:lnTo>
                  <a:pt x="770962" y="270892"/>
                </a:lnTo>
                <a:lnTo>
                  <a:pt x="773527" y="270129"/>
                </a:lnTo>
                <a:lnTo>
                  <a:pt x="774353" y="270560"/>
                </a:lnTo>
                <a:lnTo>
                  <a:pt x="775125" y="271706"/>
                </a:lnTo>
                <a:close/>
                <a:moveTo>
                  <a:pt x="740861" y="271456"/>
                </a:moveTo>
                <a:lnTo>
                  <a:pt x="741605" y="272872"/>
                </a:lnTo>
                <a:lnTo>
                  <a:pt x="741670" y="274621"/>
                </a:lnTo>
                <a:lnTo>
                  <a:pt x="741076" y="276220"/>
                </a:lnTo>
                <a:lnTo>
                  <a:pt x="739774" y="277598"/>
                </a:lnTo>
                <a:lnTo>
                  <a:pt x="727249" y="278063"/>
                </a:lnTo>
                <a:lnTo>
                  <a:pt x="725924" y="277866"/>
                </a:lnTo>
                <a:lnTo>
                  <a:pt x="724857" y="276930"/>
                </a:lnTo>
                <a:lnTo>
                  <a:pt x="725689" y="275710"/>
                </a:lnTo>
                <a:lnTo>
                  <a:pt x="726711" y="274971"/>
                </a:lnTo>
                <a:lnTo>
                  <a:pt x="732569" y="273140"/>
                </a:lnTo>
                <a:lnTo>
                  <a:pt x="737249" y="271100"/>
                </a:lnTo>
                <a:lnTo>
                  <a:pt x="739165" y="270702"/>
                </a:lnTo>
                <a:lnTo>
                  <a:pt x="740861" y="271456"/>
                </a:lnTo>
                <a:close/>
                <a:moveTo>
                  <a:pt x="785989" y="271915"/>
                </a:moveTo>
                <a:lnTo>
                  <a:pt x="798078" y="278229"/>
                </a:lnTo>
                <a:lnTo>
                  <a:pt x="799058" y="279045"/>
                </a:lnTo>
                <a:lnTo>
                  <a:pt x="799138" y="280154"/>
                </a:lnTo>
                <a:lnTo>
                  <a:pt x="797750" y="280849"/>
                </a:lnTo>
                <a:lnTo>
                  <a:pt x="790836" y="280816"/>
                </a:lnTo>
                <a:lnTo>
                  <a:pt x="783508" y="280297"/>
                </a:lnTo>
                <a:lnTo>
                  <a:pt x="781049" y="279483"/>
                </a:lnTo>
                <a:lnTo>
                  <a:pt x="780224" y="278573"/>
                </a:lnTo>
                <a:lnTo>
                  <a:pt x="779530" y="276589"/>
                </a:lnTo>
                <a:lnTo>
                  <a:pt x="779338" y="273425"/>
                </a:lnTo>
                <a:lnTo>
                  <a:pt x="779735" y="271625"/>
                </a:lnTo>
                <a:lnTo>
                  <a:pt x="780359" y="270982"/>
                </a:lnTo>
                <a:lnTo>
                  <a:pt x="781988" y="270583"/>
                </a:lnTo>
                <a:lnTo>
                  <a:pt x="784000" y="270914"/>
                </a:lnTo>
                <a:lnTo>
                  <a:pt x="785989" y="271915"/>
                </a:lnTo>
                <a:close/>
                <a:moveTo>
                  <a:pt x="763049" y="285663"/>
                </a:moveTo>
                <a:lnTo>
                  <a:pt x="763796" y="286755"/>
                </a:lnTo>
                <a:lnTo>
                  <a:pt x="762756" y="288128"/>
                </a:lnTo>
                <a:lnTo>
                  <a:pt x="761023" y="288936"/>
                </a:lnTo>
                <a:lnTo>
                  <a:pt x="760040" y="288823"/>
                </a:lnTo>
                <a:lnTo>
                  <a:pt x="759298" y="288234"/>
                </a:lnTo>
                <a:lnTo>
                  <a:pt x="758829" y="286540"/>
                </a:lnTo>
                <a:lnTo>
                  <a:pt x="759432" y="285677"/>
                </a:lnTo>
                <a:lnTo>
                  <a:pt x="761419" y="285263"/>
                </a:lnTo>
                <a:lnTo>
                  <a:pt x="763049" y="285663"/>
                </a:lnTo>
                <a:close/>
                <a:moveTo>
                  <a:pt x="749218" y="287752"/>
                </a:moveTo>
                <a:lnTo>
                  <a:pt x="753860" y="290796"/>
                </a:lnTo>
                <a:lnTo>
                  <a:pt x="754553" y="292638"/>
                </a:lnTo>
                <a:lnTo>
                  <a:pt x="753727" y="293719"/>
                </a:lnTo>
                <a:lnTo>
                  <a:pt x="748474" y="296803"/>
                </a:lnTo>
                <a:lnTo>
                  <a:pt x="746154" y="297185"/>
                </a:lnTo>
                <a:lnTo>
                  <a:pt x="745238" y="296307"/>
                </a:lnTo>
                <a:lnTo>
                  <a:pt x="744804" y="294494"/>
                </a:lnTo>
                <a:lnTo>
                  <a:pt x="745333" y="288464"/>
                </a:lnTo>
                <a:lnTo>
                  <a:pt x="746416" y="287092"/>
                </a:lnTo>
                <a:lnTo>
                  <a:pt x="747590" y="287098"/>
                </a:lnTo>
                <a:lnTo>
                  <a:pt x="749218" y="287752"/>
                </a:lnTo>
                <a:close/>
                <a:moveTo>
                  <a:pt x="776170" y="288337"/>
                </a:moveTo>
                <a:lnTo>
                  <a:pt x="777368" y="290168"/>
                </a:lnTo>
                <a:lnTo>
                  <a:pt x="777955" y="292321"/>
                </a:lnTo>
                <a:lnTo>
                  <a:pt x="777688" y="295240"/>
                </a:lnTo>
                <a:lnTo>
                  <a:pt x="776745" y="296367"/>
                </a:lnTo>
                <a:lnTo>
                  <a:pt x="775580" y="296457"/>
                </a:lnTo>
                <a:lnTo>
                  <a:pt x="773214" y="295590"/>
                </a:lnTo>
                <a:lnTo>
                  <a:pt x="769605" y="293762"/>
                </a:lnTo>
                <a:lnTo>
                  <a:pt x="768245" y="292679"/>
                </a:lnTo>
                <a:lnTo>
                  <a:pt x="768141" y="291577"/>
                </a:lnTo>
                <a:lnTo>
                  <a:pt x="768885" y="290244"/>
                </a:lnTo>
                <a:lnTo>
                  <a:pt x="771757" y="287915"/>
                </a:lnTo>
                <a:lnTo>
                  <a:pt x="774164" y="287332"/>
                </a:lnTo>
                <a:lnTo>
                  <a:pt x="776170" y="288337"/>
                </a:lnTo>
                <a:close/>
                <a:moveTo>
                  <a:pt x="764428" y="296778"/>
                </a:moveTo>
                <a:lnTo>
                  <a:pt x="771105" y="300871"/>
                </a:lnTo>
                <a:lnTo>
                  <a:pt x="772367" y="302043"/>
                </a:lnTo>
                <a:lnTo>
                  <a:pt x="772564" y="302783"/>
                </a:lnTo>
                <a:lnTo>
                  <a:pt x="772007" y="304117"/>
                </a:lnTo>
                <a:lnTo>
                  <a:pt x="770446" y="305687"/>
                </a:lnTo>
                <a:lnTo>
                  <a:pt x="764959" y="309756"/>
                </a:lnTo>
                <a:lnTo>
                  <a:pt x="762795" y="310864"/>
                </a:lnTo>
                <a:lnTo>
                  <a:pt x="760479" y="311381"/>
                </a:lnTo>
                <a:lnTo>
                  <a:pt x="757985" y="310668"/>
                </a:lnTo>
                <a:lnTo>
                  <a:pt x="751694" y="306266"/>
                </a:lnTo>
                <a:lnTo>
                  <a:pt x="748648" y="302878"/>
                </a:lnTo>
                <a:lnTo>
                  <a:pt x="748643" y="302044"/>
                </a:lnTo>
                <a:lnTo>
                  <a:pt x="749683" y="300946"/>
                </a:lnTo>
                <a:lnTo>
                  <a:pt x="759523" y="295570"/>
                </a:lnTo>
                <a:lnTo>
                  <a:pt x="760939" y="295371"/>
                </a:lnTo>
                <a:lnTo>
                  <a:pt x="764428" y="296778"/>
                </a:lnTo>
                <a:close/>
                <a:moveTo>
                  <a:pt x="746836" y="307851"/>
                </a:moveTo>
                <a:lnTo>
                  <a:pt x="753416" y="312555"/>
                </a:lnTo>
                <a:lnTo>
                  <a:pt x="754820" y="314597"/>
                </a:lnTo>
                <a:lnTo>
                  <a:pt x="754942" y="315874"/>
                </a:lnTo>
                <a:lnTo>
                  <a:pt x="744726" y="323354"/>
                </a:lnTo>
                <a:lnTo>
                  <a:pt x="740652" y="324941"/>
                </a:lnTo>
                <a:lnTo>
                  <a:pt x="739466" y="323397"/>
                </a:lnTo>
                <a:lnTo>
                  <a:pt x="739242" y="322293"/>
                </a:lnTo>
                <a:lnTo>
                  <a:pt x="741085" y="315942"/>
                </a:lnTo>
                <a:lnTo>
                  <a:pt x="742333" y="308827"/>
                </a:lnTo>
                <a:lnTo>
                  <a:pt x="743493" y="307501"/>
                </a:lnTo>
                <a:lnTo>
                  <a:pt x="744959" y="307415"/>
                </a:lnTo>
                <a:lnTo>
                  <a:pt x="746836" y="307851"/>
                </a:lnTo>
                <a:close/>
                <a:moveTo>
                  <a:pt x="778175" y="308144"/>
                </a:moveTo>
                <a:lnTo>
                  <a:pt x="779908" y="311986"/>
                </a:lnTo>
                <a:lnTo>
                  <a:pt x="781427" y="319006"/>
                </a:lnTo>
                <a:lnTo>
                  <a:pt x="781697" y="323716"/>
                </a:lnTo>
                <a:lnTo>
                  <a:pt x="781456" y="324581"/>
                </a:lnTo>
                <a:lnTo>
                  <a:pt x="780459" y="325290"/>
                </a:lnTo>
                <a:lnTo>
                  <a:pt x="778756" y="324681"/>
                </a:lnTo>
                <a:lnTo>
                  <a:pt x="769144" y="317993"/>
                </a:lnTo>
                <a:lnTo>
                  <a:pt x="766768" y="315749"/>
                </a:lnTo>
                <a:lnTo>
                  <a:pt x="769169" y="312839"/>
                </a:lnTo>
                <a:lnTo>
                  <a:pt x="775498" y="307742"/>
                </a:lnTo>
                <a:lnTo>
                  <a:pt x="776893" y="307442"/>
                </a:lnTo>
                <a:lnTo>
                  <a:pt x="778175" y="308144"/>
                </a:lnTo>
                <a:close/>
                <a:moveTo>
                  <a:pt x="765013" y="320303"/>
                </a:moveTo>
                <a:lnTo>
                  <a:pt x="773889" y="326438"/>
                </a:lnTo>
                <a:lnTo>
                  <a:pt x="777380" y="328140"/>
                </a:lnTo>
                <a:lnTo>
                  <a:pt x="777868" y="328890"/>
                </a:lnTo>
                <a:lnTo>
                  <a:pt x="777975" y="330486"/>
                </a:lnTo>
                <a:lnTo>
                  <a:pt x="777486" y="331753"/>
                </a:lnTo>
                <a:lnTo>
                  <a:pt x="776275" y="332839"/>
                </a:lnTo>
                <a:lnTo>
                  <a:pt x="772398" y="335099"/>
                </a:lnTo>
                <a:lnTo>
                  <a:pt x="764935" y="340388"/>
                </a:lnTo>
                <a:lnTo>
                  <a:pt x="762349" y="340921"/>
                </a:lnTo>
                <a:lnTo>
                  <a:pt x="760028" y="339977"/>
                </a:lnTo>
                <a:lnTo>
                  <a:pt x="750328" y="333252"/>
                </a:lnTo>
                <a:lnTo>
                  <a:pt x="748115" y="330916"/>
                </a:lnTo>
                <a:lnTo>
                  <a:pt x="747857" y="329528"/>
                </a:lnTo>
                <a:lnTo>
                  <a:pt x="749273" y="327513"/>
                </a:lnTo>
                <a:lnTo>
                  <a:pt x="759779" y="319812"/>
                </a:lnTo>
                <a:lnTo>
                  <a:pt x="761879" y="319091"/>
                </a:lnTo>
                <a:lnTo>
                  <a:pt x="765013" y="320303"/>
                </a:lnTo>
                <a:close/>
                <a:moveTo>
                  <a:pt x="742198" y="335304"/>
                </a:moveTo>
                <a:lnTo>
                  <a:pt x="752613" y="342705"/>
                </a:lnTo>
                <a:lnTo>
                  <a:pt x="754650" y="344602"/>
                </a:lnTo>
                <a:lnTo>
                  <a:pt x="755103" y="345977"/>
                </a:lnTo>
                <a:lnTo>
                  <a:pt x="753355" y="347798"/>
                </a:lnTo>
                <a:lnTo>
                  <a:pt x="738929" y="357369"/>
                </a:lnTo>
                <a:lnTo>
                  <a:pt x="736142" y="358343"/>
                </a:lnTo>
                <a:lnTo>
                  <a:pt x="735149" y="357426"/>
                </a:lnTo>
                <a:lnTo>
                  <a:pt x="734807" y="353548"/>
                </a:lnTo>
                <a:lnTo>
                  <a:pt x="735964" y="343600"/>
                </a:lnTo>
                <a:lnTo>
                  <a:pt x="737060" y="338339"/>
                </a:lnTo>
                <a:lnTo>
                  <a:pt x="738359" y="335385"/>
                </a:lnTo>
                <a:lnTo>
                  <a:pt x="739500" y="334375"/>
                </a:lnTo>
                <a:lnTo>
                  <a:pt x="740672" y="334258"/>
                </a:lnTo>
                <a:lnTo>
                  <a:pt x="742198" y="335304"/>
                </a:lnTo>
                <a:close/>
                <a:moveTo>
                  <a:pt x="783816" y="335555"/>
                </a:moveTo>
                <a:lnTo>
                  <a:pt x="784453" y="337193"/>
                </a:lnTo>
                <a:lnTo>
                  <a:pt x="785627" y="348205"/>
                </a:lnTo>
                <a:lnTo>
                  <a:pt x="787034" y="354985"/>
                </a:lnTo>
                <a:lnTo>
                  <a:pt x="786578" y="356595"/>
                </a:lnTo>
                <a:lnTo>
                  <a:pt x="785382" y="357132"/>
                </a:lnTo>
                <a:lnTo>
                  <a:pt x="782674" y="356316"/>
                </a:lnTo>
                <a:lnTo>
                  <a:pt x="770227" y="347416"/>
                </a:lnTo>
                <a:lnTo>
                  <a:pt x="768822" y="346098"/>
                </a:lnTo>
                <a:lnTo>
                  <a:pt x="768556" y="345328"/>
                </a:lnTo>
                <a:lnTo>
                  <a:pt x="768952" y="343812"/>
                </a:lnTo>
                <a:lnTo>
                  <a:pt x="770282" y="342202"/>
                </a:lnTo>
                <a:lnTo>
                  <a:pt x="777042" y="337728"/>
                </a:lnTo>
                <a:lnTo>
                  <a:pt x="780345" y="334885"/>
                </a:lnTo>
                <a:lnTo>
                  <a:pt x="781936" y="334719"/>
                </a:lnTo>
                <a:lnTo>
                  <a:pt x="783816" y="335555"/>
                </a:lnTo>
                <a:close/>
                <a:moveTo>
                  <a:pt x="764052" y="350347"/>
                </a:moveTo>
                <a:lnTo>
                  <a:pt x="781384" y="362120"/>
                </a:lnTo>
                <a:lnTo>
                  <a:pt x="781576" y="362771"/>
                </a:lnTo>
                <a:lnTo>
                  <a:pt x="781031" y="363787"/>
                </a:lnTo>
                <a:lnTo>
                  <a:pt x="777573" y="366608"/>
                </a:lnTo>
                <a:lnTo>
                  <a:pt x="763125" y="373403"/>
                </a:lnTo>
                <a:lnTo>
                  <a:pt x="759777" y="373874"/>
                </a:lnTo>
                <a:lnTo>
                  <a:pt x="757238" y="373122"/>
                </a:lnTo>
                <a:lnTo>
                  <a:pt x="745848" y="367086"/>
                </a:lnTo>
                <a:lnTo>
                  <a:pt x="743580" y="365614"/>
                </a:lnTo>
                <a:lnTo>
                  <a:pt x="741574" y="363714"/>
                </a:lnTo>
                <a:lnTo>
                  <a:pt x="741319" y="362784"/>
                </a:lnTo>
                <a:lnTo>
                  <a:pt x="742438" y="361525"/>
                </a:lnTo>
                <a:lnTo>
                  <a:pt x="757888" y="350651"/>
                </a:lnTo>
                <a:lnTo>
                  <a:pt x="760970" y="349500"/>
                </a:lnTo>
                <a:lnTo>
                  <a:pt x="764052" y="350347"/>
                </a:lnTo>
                <a:close/>
                <a:moveTo>
                  <a:pt x="787703" y="367814"/>
                </a:moveTo>
                <a:lnTo>
                  <a:pt x="788372" y="369922"/>
                </a:lnTo>
                <a:lnTo>
                  <a:pt x="789614" y="379268"/>
                </a:lnTo>
                <a:lnTo>
                  <a:pt x="790959" y="385323"/>
                </a:lnTo>
                <a:lnTo>
                  <a:pt x="790720" y="387803"/>
                </a:lnTo>
                <a:lnTo>
                  <a:pt x="789728" y="389186"/>
                </a:lnTo>
                <a:lnTo>
                  <a:pt x="788297" y="389072"/>
                </a:lnTo>
                <a:lnTo>
                  <a:pt x="785655" y="387928"/>
                </a:lnTo>
                <a:lnTo>
                  <a:pt x="770547" y="380229"/>
                </a:lnTo>
                <a:lnTo>
                  <a:pt x="768883" y="378985"/>
                </a:lnTo>
                <a:lnTo>
                  <a:pt x="768467" y="376889"/>
                </a:lnTo>
                <a:lnTo>
                  <a:pt x="768922" y="375786"/>
                </a:lnTo>
                <a:lnTo>
                  <a:pt x="769595" y="375214"/>
                </a:lnTo>
                <a:lnTo>
                  <a:pt x="773880" y="373568"/>
                </a:lnTo>
                <a:lnTo>
                  <a:pt x="781021" y="369891"/>
                </a:lnTo>
                <a:lnTo>
                  <a:pt x="784700" y="367549"/>
                </a:lnTo>
                <a:lnTo>
                  <a:pt x="786470" y="367233"/>
                </a:lnTo>
                <a:lnTo>
                  <a:pt x="787703" y="367814"/>
                </a:lnTo>
                <a:close/>
                <a:moveTo>
                  <a:pt x="738771" y="369067"/>
                </a:moveTo>
                <a:lnTo>
                  <a:pt x="750080" y="375357"/>
                </a:lnTo>
                <a:lnTo>
                  <a:pt x="751134" y="376469"/>
                </a:lnTo>
                <a:lnTo>
                  <a:pt x="751147" y="377776"/>
                </a:lnTo>
                <a:lnTo>
                  <a:pt x="750315" y="379106"/>
                </a:lnTo>
                <a:lnTo>
                  <a:pt x="748692" y="380189"/>
                </a:lnTo>
                <a:lnTo>
                  <a:pt x="743670" y="382051"/>
                </a:lnTo>
                <a:lnTo>
                  <a:pt x="734260" y="386834"/>
                </a:lnTo>
                <a:lnTo>
                  <a:pt x="732128" y="387061"/>
                </a:lnTo>
                <a:lnTo>
                  <a:pt x="731246" y="386080"/>
                </a:lnTo>
                <a:lnTo>
                  <a:pt x="731083" y="384904"/>
                </a:lnTo>
                <a:lnTo>
                  <a:pt x="731877" y="374980"/>
                </a:lnTo>
                <a:lnTo>
                  <a:pt x="732921" y="368190"/>
                </a:lnTo>
                <a:lnTo>
                  <a:pt x="733670" y="367691"/>
                </a:lnTo>
                <a:lnTo>
                  <a:pt x="735314" y="367594"/>
                </a:lnTo>
                <a:lnTo>
                  <a:pt x="738771" y="369067"/>
                </a:lnTo>
                <a:close/>
                <a:moveTo>
                  <a:pt x="763216" y="382564"/>
                </a:moveTo>
                <a:lnTo>
                  <a:pt x="780653" y="392149"/>
                </a:lnTo>
                <a:lnTo>
                  <a:pt x="781816" y="393178"/>
                </a:lnTo>
                <a:lnTo>
                  <a:pt x="782216" y="395008"/>
                </a:lnTo>
                <a:lnTo>
                  <a:pt x="781971" y="396156"/>
                </a:lnTo>
                <a:lnTo>
                  <a:pt x="781027" y="397173"/>
                </a:lnTo>
                <a:lnTo>
                  <a:pt x="763404" y="410254"/>
                </a:lnTo>
                <a:lnTo>
                  <a:pt x="761773" y="411171"/>
                </a:lnTo>
                <a:lnTo>
                  <a:pt x="760207" y="411286"/>
                </a:lnTo>
                <a:lnTo>
                  <a:pt x="757268" y="409813"/>
                </a:lnTo>
                <a:lnTo>
                  <a:pt x="742775" y="398616"/>
                </a:lnTo>
                <a:lnTo>
                  <a:pt x="738479" y="394948"/>
                </a:lnTo>
                <a:lnTo>
                  <a:pt x="737161" y="392939"/>
                </a:lnTo>
                <a:lnTo>
                  <a:pt x="737476" y="392049"/>
                </a:lnTo>
                <a:lnTo>
                  <a:pt x="738657" y="391241"/>
                </a:lnTo>
                <a:lnTo>
                  <a:pt x="753649" y="383706"/>
                </a:lnTo>
                <a:lnTo>
                  <a:pt x="757179" y="381542"/>
                </a:lnTo>
                <a:lnTo>
                  <a:pt x="760097" y="381203"/>
                </a:lnTo>
                <a:lnTo>
                  <a:pt x="763216" y="382564"/>
                </a:lnTo>
                <a:close/>
                <a:moveTo>
                  <a:pt x="735429" y="400657"/>
                </a:moveTo>
                <a:lnTo>
                  <a:pt x="751665" y="412658"/>
                </a:lnTo>
                <a:lnTo>
                  <a:pt x="753590" y="414454"/>
                </a:lnTo>
                <a:lnTo>
                  <a:pt x="754232" y="415825"/>
                </a:lnTo>
                <a:lnTo>
                  <a:pt x="753419" y="417122"/>
                </a:lnTo>
                <a:lnTo>
                  <a:pt x="750696" y="419541"/>
                </a:lnTo>
                <a:lnTo>
                  <a:pt x="746047" y="422590"/>
                </a:lnTo>
                <a:lnTo>
                  <a:pt x="727314" y="436520"/>
                </a:lnTo>
                <a:lnTo>
                  <a:pt x="726005" y="436760"/>
                </a:lnTo>
                <a:lnTo>
                  <a:pt x="724859" y="436004"/>
                </a:lnTo>
                <a:lnTo>
                  <a:pt x="724716" y="433352"/>
                </a:lnTo>
                <a:lnTo>
                  <a:pt x="728733" y="400648"/>
                </a:lnTo>
                <a:lnTo>
                  <a:pt x="729469" y="398593"/>
                </a:lnTo>
                <a:lnTo>
                  <a:pt x="730693" y="397981"/>
                </a:lnTo>
                <a:lnTo>
                  <a:pt x="732612" y="398704"/>
                </a:lnTo>
                <a:lnTo>
                  <a:pt x="735429" y="400657"/>
                </a:lnTo>
                <a:close/>
                <a:moveTo>
                  <a:pt x="791714" y="401117"/>
                </a:moveTo>
                <a:lnTo>
                  <a:pt x="792479" y="404662"/>
                </a:lnTo>
                <a:lnTo>
                  <a:pt x="794486" y="422211"/>
                </a:lnTo>
                <a:lnTo>
                  <a:pt x="795370" y="434275"/>
                </a:lnTo>
                <a:lnTo>
                  <a:pt x="795262" y="436232"/>
                </a:lnTo>
                <a:lnTo>
                  <a:pt x="794634" y="437272"/>
                </a:lnTo>
                <a:lnTo>
                  <a:pt x="794129" y="437443"/>
                </a:lnTo>
                <a:lnTo>
                  <a:pt x="791872" y="436538"/>
                </a:lnTo>
                <a:lnTo>
                  <a:pt x="771604" y="420671"/>
                </a:lnTo>
                <a:lnTo>
                  <a:pt x="768360" y="417758"/>
                </a:lnTo>
                <a:lnTo>
                  <a:pt x="767186" y="415993"/>
                </a:lnTo>
                <a:lnTo>
                  <a:pt x="768684" y="414290"/>
                </a:lnTo>
                <a:lnTo>
                  <a:pt x="773418" y="410662"/>
                </a:lnTo>
                <a:lnTo>
                  <a:pt x="787590" y="400732"/>
                </a:lnTo>
                <a:lnTo>
                  <a:pt x="790460" y="399613"/>
                </a:lnTo>
                <a:lnTo>
                  <a:pt x="791714" y="401117"/>
                </a:lnTo>
                <a:close/>
                <a:moveTo>
                  <a:pt x="257818" y="129217"/>
                </a:moveTo>
                <a:lnTo>
                  <a:pt x="255002" y="130667"/>
                </a:lnTo>
                <a:lnTo>
                  <a:pt x="252078" y="133291"/>
                </a:lnTo>
                <a:lnTo>
                  <a:pt x="248055" y="134610"/>
                </a:lnTo>
                <a:lnTo>
                  <a:pt x="245480" y="136182"/>
                </a:lnTo>
                <a:lnTo>
                  <a:pt x="237545" y="146505"/>
                </a:lnTo>
                <a:lnTo>
                  <a:pt x="236665" y="148130"/>
                </a:lnTo>
                <a:lnTo>
                  <a:pt x="236529" y="149708"/>
                </a:lnTo>
                <a:lnTo>
                  <a:pt x="239663" y="160521"/>
                </a:lnTo>
                <a:lnTo>
                  <a:pt x="239611" y="162296"/>
                </a:lnTo>
                <a:lnTo>
                  <a:pt x="232992" y="170308"/>
                </a:lnTo>
                <a:lnTo>
                  <a:pt x="229266" y="177595"/>
                </a:lnTo>
                <a:lnTo>
                  <a:pt x="228101" y="178414"/>
                </a:lnTo>
                <a:lnTo>
                  <a:pt x="224903" y="178596"/>
                </a:lnTo>
                <a:lnTo>
                  <a:pt x="222116" y="180219"/>
                </a:lnTo>
                <a:lnTo>
                  <a:pt x="217583" y="185320"/>
                </a:lnTo>
                <a:lnTo>
                  <a:pt x="216169" y="188692"/>
                </a:lnTo>
                <a:lnTo>
                  <a:pt x="216114" y="190337"/>
                </a:lnTo>
                <a:lnTo>
                  <a:pt x="217187" y="193222"/>
                </a:lnTo>
                <a:lnTo>
                  <a:pt x="222210" y="201834"/>
                </a:lnTo>
                <a:lnTo>
                  <a:pt x="221828" y="202737"/>
                </a:lnTo>
                <a:lnTo>
                  <a:pt x="219155" y="204923"/>
                </a:lnTo>
                <a:lnTo>
                  <a:pt x="218054" y="206651"/>
                </a:lnTo>
                <a:lnTo>
                  <a:pt x="217888" y="208572"/>
                </a:lnTo>
                <a:lnTo>
                  <a:pt x="218879" y="212710"/>
                </a:lnTo>
                <a:lnTo>
                  <a:pt x="217272" y="217690"/>
                </a:lnTo>
                <a:lnTo>
                  <a:pt x="217209" y="220595"/>
                </a:lnTo>
                <a:lnTo>
                  <a:pt x="220419" y="226546"/>
                </a:lnTo>
                <a:lnTo>
                  <a:pt x="223968" y="231644"/>
                </a:lnTo>
                <a:lnTo>
                  <a:pt x="224623" y="233775"/>
                </a:lnTo>
                <a:lnTo>
                  <a:pt x="225084" y="238884"/>
                </a:lnTo>
                <a:lnTo>
                  <a:pt x="227163" y="243971"/>
                </a:lnTo>
                <a:lnTo>
                  <a:pt x="227881" y="247732"/>
                </a:lnTo>
                <a:lnTo>
                  <a:pt x="228698" y="249064"/>
                </a:lnTo>
                <a:lnTo>
                  <a:pt x="229705" y="249516"/>
                </a:lnTo>
                <a:lnTo>
                  <a:pt x="233091" y="249700"/>
                </a:lnTo>
                <a:lnTo>
                  <a:pt x="235734" y="248938"/>
                </a:lnTo>
                <a:lnTo>
                  <a:pt x="236843" y="247508"/>
                </a:lnTo>
                <a:lnTo>
                  <a:pt x="237490" y="244462"/>
                </a:lnTo>
                <a:lnTo>
                  <a:pt x="236726" y="240536"/>
                </a:lnTo>
                <a:lnTo>
                  <a:pt x="234099" y="235739"/>
                </a:lnTo>
                <a:lnTo>
                  <a:pt x="233040" y="230141"/>
                </a:lnTo>
                <a:lnTo>
                  <a:pt x="231503" y="225841"/>
                </a:lnTo>
                <a:lnTo>
                  <a:pt x="229493" y="222027"/>
                </a:lnTo>
                <a:lnTo>
                  <a:pt x="226896" y="218680"/>
                </a:lnTo>
                <a:lnTo>
                  <a:pt x="227690" y="210741"/>
                </a:lnTo>
                <a:lnTo>
                  <a:pt x="232275" y="203445"/>
                </a:lnTo>
                <a:lnTo>
                  <a:pt x="233943" y="199036"/>
                </a:lnTo>
                <a:lnTo>
                  <a:pt x="233951" y="195518"/>
                </a:lnTo>
                <a:lnTo>
                  <a:pt x="231869" y="192105"/>
                </a:lnTo>
                <a:lnTo>
                  <a:pt x="237233" y="189431"/>
                </a:lnTo>
                <a:lnTo>
                  <a:pt x="239890" y="186964"/>
                </a:lnTo>
                <a:lnTo>
                  <a:pt x="240172" y="184665"/>
                </a:lnTo>
                <a:lnTo>
                  <a:pt x="238471" y="179987"/>
                </a:lnTo>
                <a:lnTo>
                  <a:pt x="240543" y="175173"/>
                </a:lnTo>
                <a:lnTo>
                  <a:pt x="246309" y="168561"/>
                </a:lnTo>
                <a:lnTo>
                  <a:pt x="248365" y="164699"/>
                </a:lnTo>
                <a:lnTo>
                  <a:pt x="248746" y="162768"/>
                </a:lnTo>
                <a:lnTo>
                  <a:pt x="248674" y="159991"/>
                </a:lnTo>
                <a:lnTo>
                  <a:pt x="247327" y="155836"/>
                </a:lnTo>
                <a:lnTo>
                  <a:pt x="246871" y="152387"/>
                </a:lnTo>
                <a:lnTo>
                  <a:pt x="247037" y="150152"/>
                </a:lnTo>
                <a:lnTo>
                  <a:pt x="247591" y="148663"/>
                </a:lnTo>
                <a:lnTo>
                  <a:pt x="249111" y="146261"/>
                </a:lnTo>
                <a:lnTo>
                  <a:pt x="250958" y="144298"/>
                </a:lnTo>
                <a:lnTo>
                  <a:pt x="255796" y="141899"/>
                </a:lnTo>
                <a:lnTo>
                  <a:pt x="258528" y="139831"/>
                </a:lnTo>
                <a:lnTo>
                  <a:pt x="261740" y="136371"/>
                </a:lnTo>
                <a:lnTo>
                  <a:pt x="263327" y="133771"/>
                </a:lnTo>
                <a:lnTo>
                  <a:pt x="263649" y="132205"/>
                </a:lnTo>
                <a:lnTo>
                  <a:pt x="263501" y="130554"/>
                </a:lnTo>
                <a:lnTo>
                  <a:pt x="262481" y="128453"/>
                </a:lnTo>
                <a:lnTo>
                  <a:pt x="260804" y="128292"/>
                </a:lnTo>
                <a:lnTo>
                  <a:pt x="257818" y="129217"/>
                </a:lnTo>
                <a:close/>
                <a:moveTo>
                  <a:pt x="621855" y="247220"/>
                </a:moveTo>
                <a:lnTo>
                  <a:pt x="620643" y="248306"/>
                </a:lnTo>
                <a:lnTo>
                  <a:pt x="621175" y="250614"/>
                </a:lnTo>
                <a:lnTo>
                  <a:pt x="623292" y="253667"/>
                </a:lnTo>
                <a:lnTo>
                  <a:pt x="625015" y="254166"/>
                </a:lnTo>
                <a:lnTo>
                  <a:pt x="630435" y="254248"/>
                </a:lnTo>
                <a:lnTo>
                  <a:pt x="633506" y="253692"/>
                </a:lnTo>
                <a:lnTo>
                  <a:pt x="636466" y="251165"/>
                </a:lnTo>
                <a:lnTo>
                  <a:pt x="637650" y="249017"/>
                </a:lnTo>
                <a:lnTo>
                  <a:pt x="637254" y="247876"/>
                </a:lnTo>
                <a:lnTo>
                  <a:pt x="635461" y="246943"/>
                </a:lnTo>
                <a:lnTo>
                  <a:pt x="632958" y="247082"/>
                </a:lnTo>
                <a:lnTo>
                  <a:pt x="629120" y="248818"/>
                </a:lnTo>
                <a:lnTo>
                  <a:pt x="624117" y="246970"/>
                </a:lnTo>
                <a:lnTo>
                  <a:pt x="621855" y="247220"/>
                </a:lnTo>
                <a:close/>
                <a:moveTo>
                  <a:pt x="8859" y="255953"/>
                </a:moveTo>
                <a:lnTo>
                  <a:pt x="6010" y="256321"/>
                </a:lnTo>
                <a:lnTo>
                  <a:pt x="4306" y="257411"/>
                </a:lnTo>
                <a:lnTo>
                  <a:pt x="3797" y="258502"/>
                </a:lnTo>
                <a:lnTo>
                  <a:pt x="3300" y="262330"/>
                </a:lnTo>
                <a:lnTo>
                  <a:pt x="3552" y="285621"/>
                </a:lnTo>
                <a:lnTo>
                  <a:pt x="5442" y="287120"/>
                </a:lnTo>
                <a:lnTo>
                  <a:pt x="7558" y="287512"/>
                </a:lnTo>
                <a:lnTo>
                  <a:pt x="9798" y="287295"/>
                </a:lnTo>
                <a:lnTo>
                  <a:pt x="12118" y="286081"/>
                </a:lnTo>
                <a:lnTo>
                  <a:pt x="12118" y="265271"/>
                </a:lnTo>
                <a:lnTo>
                  <a:pt x="13706" y="263308"/>
                </a:lnTo>
                <a:lnTo>
                  <a:pt x="21153" y="262912"/>
                </a:lnTo>
                <a:lnTo>
                  <a:pt x="23093" y="262510"/>
                </a:lnTo>
                <a:lnTo>
                  <a:pt x="24499" y="261335"/>
                </a:lnTo>
                <a:lnTo>
                  <a:pt x="25320" y="259556"/>
                </a:lnTo>
                <a:lnTo>
                  <a:pt x="24901" y="257903"/>
                </a:lnTo>
                <a:lnTo>
                  <a:pt x="22666" y="256315"/>
                </a:lnTo>
                <a:lnTo>
                  <a:pt x="16063" y="255714"/>
                </a:lnTo>
                <a:lnTo>
                  <a:pt x="8859" y="255953"/>
                </a:lnTo>
                <a:close/>
                <a:moveTo>
                  <a:pt x="44836" y="256037"/>
                </a:moveTo>
                <a:lnTo>
                  <a:pt x="43630" y="256939"/>
                </a:lnTo>
                <a:lnTo>
                  <a:pt x="42454" y="258628"/>
                </a:lnTo>
                <a:lnTo>
                  <a:pt x="42621" y="285872"/>
                </a:lnTo>
                <a:lnTo>
                  <a:pt x="44570" y="287362"/>
                </a:lnTo>
                <a:lnTo>
                  <a:pt x="46822" y="287715"/>
                </a:lnTo>
                <a:lnTo>
                  <a:pt x="50770" y="286290"/>
                </a:lnTo>
                <a:lnTo>
                  <a:pt x="51188" y="278434"/>
                </a:lnTo>
                <a:lnTo>
                  <a:pt x="53444" y="277146"/>
                </a:lnTo>
                <a:lnTo>
                  <a:pt x="58467" y="276155"/>
                </a:lnTo>
                <a:lnTo>
                  <a:pt x="61561" y="275117"/>
                </a:lnTo>
                <a:lnTo>
                  <a:pt x="65269" y="272835"/>
                </a:lnTo>
                <a:lnTo>
                  <a:pt x="66780" y="270076"/>
                </a:lnTo>
                <a:lnTo>
                  <a:pt x="67157" y="268420"/>
                </a:lnTo>
                <a:lnTo>
                  <a:pt x="67197" y="264890"/>
                </a:lnTo>
                <a:lnTo>
                  <a:pt x="66339" y="261516"/>
                </a:lnTo>
                <a:lnTo>
                  <a:pt x="65594" y="260054"/>
                </a:lnTo>
                <a:lnTo>
                  <a:pt x="64650" y="258832"/>
                </a:lnTo>
                <a:lnTo>
                  <a:pt x="62362" y="257418"/>
                </a:lnTo>
                <a:lnTo>
                  <a:pt x="58758" y="256542"/>
                </a:lnTo>
                <a:lnTo>
                  <a:pt x="51868" y="255718"/>
                </a:lnTo>
                <a:lnTo>
                  <a:pt x="47653" y="255635"/>
                </a:lnTo>
                <a:lnTo>
                  <a:pt x="44836" y="256037"/>
                </a:lnTo>
                <a:close/>
                <a:moveTo>
                  <a:pt x="57246" y="263516"/>
                </a:moveTo>
                <a:lnTo>
                  <a:pt x="58837" y="264722"/>
                </a:lnTo>
                <a:lnTo>
                  <a:pt x="59193" y="265768"/>
                </a:lnTo>
                <a:lnTo>
                  <a:pt x="58876" y="267026"/>
                </a:lnTo>
                <a:lnTo>
                  <a:pt x="57381" y="268827"/>
                </a:lnTo>
                <a:lnTo>
                  <a:pt x="56396" y="269355"/>
                </a:lnTo>
                <a:lnTo>
                  <a:pt x="54269" y="269685"/>
                </a:lnTo>
                <a:lnTo>
                  <a:pt x="52353" y="269078"/>
                </a:lnTo>
                <a:lnTo>
                  <a:pt x="51631" y="268433"/>
                </a:lnTo>
                <a:lnTo>
                  <a:pt x="51152" y="267567"/>
                </a:lnTo>
                <a:lnTo>
                  <a:pt x="51063" y="265542"/>
                </a:lnTo>
                <a:lnTo>
                  <a:pt x="52210" y="263501"/>
                </a:lnTo>
                <a:lnTo>
                  <a:pt x="54400" y="262770"/>
                </a:lnTo>
                <a:lnTo>
                  <a:pt x="57246" y="263516"/>
                </a:lnTo>
                <a:close/>
                <a:moveTo>
                  <a:pt x="85243" y="255828"/>
                </a:moveTo>
                <a:lnTo>
                  <a:pt x="83928" y="256991"/>
                </a:lnTo>
                <a:lnTo>
                  <a:pt x="83608" y="258157"/>
                </a:lnTo>
                <a:lnTo>
                  <a:pt x="83744" y="259514"/>
                </a:lnTo>
                <a:lnTo>
                  <a:pt x="90475" y="272973"/>
                </a:lnTo>
                <a:lnTo>
                  <a:pt x="92764" y="278601"/>
                </a:lnTo>
                <a:lnTo>
                  <a:pt x="92425" y="279760"/>
                </a:lnTo>
                <a:lnTo>
                  <a:pt x="91492" y="280608"/>
                </a:lnTo>
                <a:lnTo>
                  <a:pt x="88459" y="281215"/>
                </a:lnTo>
                <a:lnTo>
                  <a:pt x="87269" y="281981"/>
                </a:lnTo>
                <a:lnTo>
                  <a:pt x="86621" y="283366"/>
                </a:lnTo>
                <a:lnTo>
                  <a:pt x="86575" y="285601"/>
                </a:lnTo>
                <a:lnTo>
                  <a:pt x="87189" y="287136"/>
                </a:lnTo>
                <a:lnTo>
                  <a:pt x="88387" y="288086"/>
                </a:lnTo>
                <a:lnTo>
                  <a:pt x="90137" y="288435"/>
                </a:lnTo>
                <a:lnTo>
                  <a:pt x="92406" y="288165"/>
                </a:lnTo>
                <a:lnTo>
                  <a:pt x="96304" y="286574"/>
                </a:lnTo>
                <a:lnTo>
                  <a:pt x="98331" y="284846"/>
                </a:lnTo>
                <a:lnTo>
                  <a:pt x="99384" y="283395"/>
                </a:lnTo>
                <a:lnTo>
                  <a:pt x="109176" y="261487"/>
                </a:lnTo>
                <a:lnTo>
                  <a:pt x="109799" y="259381"/>
                </a:lnTo>
                <a:lnTo>
                  <a:pt x="109745" y="257635"/>
                </a:lnTo>
                <a:lnTo>
                  <a:pt x="109044" y="256360"/>
                </a:lnTo>
                <a:lnTo>
                  <a:pt x="107727" y="255669"/>
                </a:lnTo>
                <a:lnTo>
                  <a:pt x="106097" y="255648"/>
                </a:lnTo>
                <a:lnTo>
                  <a:pt x="104685" y="256227"/>
                </a:lnTo>
                <a:lnTo>
                  <a:pt x="103367" y="257416"/>
                </a:lnTo>
                <a:lnTo>
                  <a:pt x="102120" y="259246"/>
                </a:lnTo>
                <a:lnTo>
                  <a:pt x="99283" y="265650"/>
                </a:lnTo>
                <a:lnTo>
                  <a:pt x="98301" y="266704"/>
                </a:lnTo>
                <a:lnTo>
                  <a:pt x="97784" y="266718"/>
                </a:lnTo>
                <a:lnTo>
                  <a:pt x="95890" y="264639"/>
                </a:lnTo>
                <a:lnTo>
                  <a:pt x="91651" y="257408"/>
                </a:lnTo>
                <a:lnTo>
                  <a:pt x="88965" y="256135"/>
                </a:lnTo>
                <a:lnTo>
                  <a:pt x="85243" y="255828"/>
                </a:lnTo>
                <a:close/>
                <a:moveTo>
                  <a:pt x="133004" y="255995"/>
                </a:moveTo>
                <a:lnTo>
                  <a:pt x="129658" y="256506"/>
                </a:lnTo>
                <a:lnTo>
                  <a:pt x="127446" y="258210"/>
                </a:lnTo>
                <a:lnTo>
                  <a:pt x="127489" y="278443"/>
                </a:lnTo>
                <a:lnTo>
                  <a:pt x="127864" y="286081"/>
                </a:lnTo>
                <a:lnTo>
                  <a:pt x="129657" y="287318"/>
                </a:lnTo>
                <a:lnTo>
                  <a:pt x="132455" y="287717"/>
                </a:lnTo>
                <a:lnTo>
                  <a:pt x="134988" y="287165"/>
                </a:lnTo>
                <a:lnTo>
                  <a:pt x="136556" y="285788"/>
                </a:lnTo>
                <a:lnTo>
                  <a:pt x="136472" y="264686"/>
                </a:lnTo>
                <a:lnTo>
                  <a:pt x="138044" y="263519"/>
                </a:lnTo>
                <a:lnTo>
                  <a:pt x="140432" y="263131"/>
                </a:lnTo>
                <a:lnTo>
                  <a:pt x="142865" y="263704"/>
                </a:lnTo>
                <a:lnTo>
                  <a:pt x="144011" y="264533"/>
                </a:lnTo>
                <a:lnTo>
                  <a:pt x="144375" y="265316"/>
                </a:lnTo>
                <a:lnTo>
                  <a:pt x="144411" y="285788"/>
                </a:lnTo>
                <a:lnTo>
                  <a:pt x="146019" y="286957"/>
                </a:lnTo>
                <a:lnTo>
                  <a:pt x="148606" y="287639"/>
                </a:lnTo>
                <a:lnTo>
                  <a:pt x="151289" y="287482"/>
                </a:lnTo>
                <a:lnTo>
                  <a:pt x="152572" y="286917"/>
                </a:lnTo>
                <a:lnTo>
                  <a:pt x="153008" y="286202"/>
                </a:lnTo>
                <a:lnTo>
                  <a:pt x="153239" y="282116"/>
                </a:lnTo>
                <a:lnTo>
                  <a:pt x="153354" y="257792"/>
                </a:lnTo>
                <a:lnTo>
                  <a:pt x="151473" y="256079"/>
                </a:lnTo>
                <a:lnTo>
                  <a:pt x="133004" y="255995"/>
                </a:lnTo>
                <a:close/>
                <a:moveTo>
                  <a:pt x="177046" y="255953"/>
                </a:moveTo>
                <a:lnTo>
                  <a:pt x="175150" y="256740"/>
                </a:lnTo>
                <a:lnTo>
                  <a:pt x="173703" y="258043"/>
                </a:lnTo>
                <a:lnTo>
                  <a:pt x="173745" y="285705"/>
                </a:lnTo>
                <a:lnTo>
                  <a:pt x="175048" y="286962"/>
                </a:lnTo>
                <a:lnTo>
                  <a:pt x="177770" y="287619"/>
                </a:lnTo>
                <a:lnTo>
                  <a:pt x="180736" y="287252"/>
                </a:lnTo>
                <a:lnTo>
                  <a:pt x="182436" y="285955"/>
                </a:lnTo>
                <a:lnTo>
                  <a:pt x="182812" y="264686"/>
                </a:lnTo>
                <a:lnTo>
                  <a:pt x="184572" y="263411"/>
                </a:lnTo>
                <a:lnTo>
                  <a:pt x="187194" y="263010"/>
                </a:lnTo>
                <a:lnTo>
                  <a:pt x="189532" y="263941"/>
                </a:lnTo>
                <a:lnTo>
                  <a:pt x="190543" y="265898"/>
                </a:lnTo>
                <a:lnTo>
                  <a:pt x="190501" y="285621"/>
                </a:lnTo>
                <a:lnTo>
                  <a:pt x="191832" y="286825"/>
                </a:lnTo>
                <a:lnTo>
                  <a:pt x="194185" y="287545"/>
                </a:lnTo>
                <a:lnTo>
                  <a:pt x="196903" y="287475"/>
                </a:lnTo>
                <a:lnTo>
                  <a:pt x="199025" y="286582"/>
                </a:lnTo>
                <a:lnTo>
                  <a:pt x="199736" y="285955"/>
                </a:lnTo>
                <a:lnTo>
                  <a:pt x="199711" y="264620"/>
                </a:lnTo>
                <a:lnTo>
                  <a:pt x="199391" y="258575"/>
                </a:lnTo>
                <a:lnTo>
                  <a:pt x="198814" y="256943"/>
                </a:lnTo>
                <a:lnTo>
                  <a:pt x="197806" y="256368"/>
                </a:lnTo>
                <a:lnTo>
                  <a:pt x="194223" y="256039"/>
                </a:lnTo>
                <a:lnTo>
                  <a:pt x="177046" y="255953"/>
                </a:lnTo>
                <a:close/>
                <a:moveTo>
                  <a:pt x="228066" y="256246"/>
                </a:moveTo>
                <a:lnTo>
                  <a:pt x="226211" y="258179"/>
                </a:lnTo>
                <a:lnTo>
                  <a:pt x="224556" y="261860"/>
                </a:lnTo>
                <a:lnTo>
                  <a:pt x="219561" y="278344"/>
                </a:lnTo>
                <a:lnTo>
                  <a:pt x="217499" y="283722"/>
                </a:lnTo>
                <a:lnTo>
                  <a:pt x="217568" y="286274"/>
                </a:lnTo>
                <a:lnTo>
                  <a:pt x="219193" y="287573"/>
                </a:lnTo>
                <a:lnTo>
                  <a:pt x="222621" y="287260"/>
                </a:lnTo>
                <a:lnTo>
                  <a:pt x="224010" y="286103"/>
                </a:lnTo>
                <a:lnTo>
                  <a:pt x="225855" y="282954"/>
                </a:lnTo>
                <a:lnTo>
                  <a:pt x="227215" y="281505"/>
                </a:lnTo>
                <a:lnTo>
                  <a:pt x="228812" y="280779"/>
                </a:lnTo>
                <a:lnTo>
                  <a:pt x="230817" y="280670"/>
                </a:lnTo>
                <a:lnTo>
                  <a:pt x="232601" y="281039"/>
                </a:lnTo>
                <a:lnTo>
                  <a:pt x="233520" y="281605"/>
                </a:lnTo>
                <a:lnTo>
                  <a:pt x="237343" y="287017"/>
                </a:lnTo>
                <a:lnTo>
                  <a:pt x="239583" y="287691"/>
                </a:lnTo>
                <a:lnTo>
                  <a:pt x="242830" y="287172"/>
                </a:lnTo>
                <a:lnTo>
                  <a:pt x="244488" y="285329"/>
                </a:lnTo>
                <a:lnTo>
                  <a:pt x="243820" y="282487"/>
                </a:lnTo>
                <a:lnTo>
                  <a:pt x="236053" y="258652"/>
                </a:lnTo>
                <a:lnTo>
                  <a:pt x="234557" y="256971"/>
                </a:lnTo>
                <a:lnTo>
                  <a:pt x="232242" y="255925"/>
                </a:lnTo>
                <a:lnTo>
                  <a:pt x="230030" y="255664"/>
                </a:lnTo>
                <a:lnTo>
                  <a:pt x="228066" y="256246"/>
                </a:lnTo>
                <a:close/>
                <a:moveTo>
                  <a:pt x="231409" y="270996"/>
                </a:moveTo>
                <a:lnTo>
                  <a:pt x="231946" y="271725"/>
                </a:lnTo>
                <a:lnTo>
                  <a:pt x="231387" y="272637"/>
                </a:lnTo>
                <a:lnTo>
                  <a:pt x="229665" y="272892"/>
                </a:lnTo>
                <a:lnTo>
                  <a:pt x="228744" y="272432"/>
                </a:lnTo>
                <a:lnTo>
                  <a:pt x="228723" y="271431"/>
                </a:lnTo>
                <a:lnTo>
                  <a:pt x="229404" y="270787"/>
                </a:lnTo>
                <a:lnTo>
                  <a:pt x="230345" y="270625"/>
                </a:lnTo>
                <a:lnTo>
                  <a:pt x="231409" y="270996"/>
                </a:lnTo>
                <a:close/>
                <a:moveTo>
                  <a:pt x="291288" y="256120"/>
                </a:moveTo>
                <a:lnTo>
                  <a:pt x="289933" y="257398"/>
                </a:lnTo>
                <a:lnTo>
                  <a:pt x="289336" y="260612"/>
                </a:lnTo>
                <a:lnTo>
                  <a:pt x="289157" y="285203"/>
                </a:lnTo>
                <a:lnTo>
                  <a:pt x="290593" y="286822"/>
                </a:lnTo>
                <a:lnTo>
                  <a:pt x="291622" y="287366"/>
                </a:lnTo>
                <a:lnTo>
                  <a:pt x="294101" y="287482"/>
                </a:lnTo>
                <a:lnTo>
                  <a:pt x="295878" y="286978"/>
                </a:lnTo>
                <a:lnTo>
                  <a:pt x="296820" y="285667"/>
                </a:lnTo>
                <a:lnTo>
                  <a:pt x="297280" y="281036"/>
                </a:lnTo>
                <a:lnTo>
                  <a:pt x="297846" y="279309"/>
                </a:lnTo>
                <a:lnTo>
                  <a:pt x="298812" y="278178"/>
                </a:lnTo>
                <a:lnTo>
                  <a:pt x="301065" y="277363"/>
                </a:lnTo>
                <a:lnTo>
                  <a:pt x="302038" y="277588"/>
                </a:lnTo>
                <a:lnTo>
                  <a:pt x="302860" y="278324"/>
                </a:lnTo>
                <a:lnTo>
                  <a:pt x="305667" y="283801"/>
                </a:lnTo>
                <a:lnTo>
                  <a:pt x="308368" y="287115"/>
                </a:lnTo>
                <a:lnTo>
                  <a:pt x="311059" y="287764"/>
                </a:lnTo>
                <a:lnTo>
                  <a:pt x="315575" y="287023"/>
                </a:lnTo>
                <a:lnTo>
                  <a:pt x="316156" y="286211"/>
                </a:lnTo>
                <a:lnTo>
                  <a:pt x="315468" y="283803"/>
                </a:lnTo>
                <a:lnTo>
                  <a:pt x="308065" y="270208"/>
                </a:lnTo>
                <a:lnTo>
                  <a:pt x="307663" y="268688"/>
                </a:lnTo>
                <a:lnTo>
                  <a:pt x="307945" y="267000"/>
                </a:lnTo>
                <a:lnTo>
                  <a:pt x="308975" y="264987"/>
                </a:lnTo>
                <a:lnTo>
                  <a:pt x="313039" y="259450"/>
                </a:lnTo>
                <a:lnTo>
                  <a:pt x="313355" y="257978"/>
                </a:lnTo>
                <a:lnTo>
                  <a:pt x="313037" y="256743"/>
                </a:lnTo>
                <a:lnTo>
                  <a:pt x="312119" y="255893"/>
                </a:lnTo>
                <a:lnTo>
                  <a:pt x="310635" y="255577"/>
                </a:lnTo>
                <a:lnTo>
                  <a:pt x="308772" y="256078"/>
                </a:lnTo>
                <a:lnTo>
                  <a:pt x="306558" y="257283"/>
                </a:lnTo>
                <a:lnTo>
                  <a:pt x="304774" y="258745"/>
                </a:lnTo>
                <a:lnTo>
                  <a:pt x="300935" y="263987"/>
                </a:lnTo>
                <a:lnTo>
                  <a:pt x="298559" y="266441"/>
                </a:lnTo>
                <a:lnTo>
                  <a:pt x="297801" y="266023"/>
                </a:lnTo>
                <a:lnTo>
                  <a:pt x="297322" y="264718"/>
                </a:lnTo>
                <a:lnTo>
                  <a:pt x="297001" y="258929"/>
                </a:lnTo>
                <a:lnTo>
                  <a:pt x="296396" y="257309"/>
                </a:lnTo>
                <a:lnTo>
                  <a:pt x="295356" y="256370"/>
                </a:lnTo>
                <a:lnTo>
                  <a:pt x="293827" y="255797"/>
                </a:lnTo>
                <a:lnTo>
                  <a:pt x="291288" y="256120"/>
                </a:lnTo>
                <a:close/>
                <a:moveTo>
                  <a:pt x="343144" y="256204"/>
                </a:moveTo>
                <a:lnTo>
                  <a:pt x="340289" y="257270"/>
                </a:lnTo>
                <a:lnTo>
                  <a:pt x="337913" y="258743"/>
                </a:lnTo>
                <a:lnTo>
                  <a:pt x="335156" y="261816"/>
                </a:lnTo>
                <a:lnTo>
                  <a:pt x="333795" y="264509"/>
                </a:lnTo>
                <a:lnTo>
                  <a:pt x="332634" y="268242"/>
                </a:lnTo>
                <a:lnTo>
                  <a:pt x="332361" y="272892"/>
                </a:lnTo>
                <a:lnTo>
                  <a:pt x="334260" y="280599"/>
                </a:lnTo>
                <a:lnTo>
                  <a:pt x="335373" y="282655"/>
                </a:lnTo>
                <a:lnTo>
                  <a:pt x="337085" y="284618"/>
                </a:lnTo>
                <a:lnTo>
                  <a:pt x="338939" y="286248"/>
                </a:lnTo>
                <a:lnTo>
                  <a:pt x="341066" y="287228"/>
                </a:lnTo>
                <a:lnTo>
                  <a:pt x="345383" y="288376"/>
                </a:lnTo>
                <a:lnTo>
                  <a:pt x="347772" y="288384"/>
                </a:lnTo>
                <a:lnTo>
                  <a:pt x="352462" y="287293"/>
                </a:lnTo>
                <a:lnTo>
                  <a:pt x="353884" y="286624"/>
                </a:lnTo>
                <a:lnTo>
                  <a:pt x="357014" y="283812"/>
                </a:lnTo>
                <a:lnTo>
                  <a:pt x="359070" y="280971"/>
                </a:lnTo>
                <a:lnTo>
                  <a:pt x="360820" y="277515"/>
                </a:lnTo>
                <a:lnTo>
                  <a:pt x="360649" y="267255"/>
                </a:lnTo>
                <a:lnTo>
                  <a:pt x="359393" y="263250"/>
                </a:lnTo>
                <a:lnTo>
                  <a:pt x="356680" y="259573"/>
                </a:lnTo>
                <a:lnTo>
                  <a:pt x="354697" y="257767"/>
                </a:lnTo>
                <a:lnTo>
                  <a:pt x="351544" y="256539"/>
                </a:lnTo>
                <a:lnTo>
                  <a:pt x="348530" y="255897"/>
                </a:lnTo>
                <a:lnTo>
                  <a:pt x="345718" y="255788"/>
                </a:lnTo>
                <a:lnTo>
                  <a:pt x="343144" y="256204"/>
                </a:lnTo>
                <a:close/>
                <a:moveTo>
                  <a:pt x="349454" y="263934"/>
                </a:moveTo>
                <a:lnTo>
                  <a:pt x="350801" y="265610"/>
                </a:lnTo>
                <a:lnTo>
                  <a:pt x="351707" y="268001"/>
                </a:lnTo>
                <a:lnTo>
                  <a:pt x="352151" y="272348"/>
                </a:lnTo>
                <a:lnTo>
                  <a:pt x="351778" y="275362"/>
                </a:lnTo>
                <a:lnTo>
                  <a:pt x="350714" y="278419"/>
                </a:lnTo>
                <a:lnTo>
                  <a:pt x="349538" y="280079"/>
                </a:lnTo>
                <a:lnTo>
                  <a:pt x="348045" y="280916"/>
                </a:lnTo>
                <a:lnTo>
                  <a:pt x="345640" y="280924"/>
                </a:lnTo>
                <a:lnTo>
                  <a:pt x="344152" y="280116"/>
                </a:lnTo>
                <a:lnTo>
                  <a:pt x="343278" y="279121"/>
                </a:lnTo>
                <a:lnTo>
                  <a:pt x="341515" y="275668"/>
                </a:lnTo>
                <a:lnTo>
                  <a:pt x="340999" y="273285"/>
                </a:lnTo>
                <a:lnTo>
                  <a:pt x="341346" y="269627"/>
                </a:lnTo>
                <a:lnTo>
                  <a:pt x="342607" y="266079"/>
                </a:lnTo>
                <a:lnTo>
                  <a:pt x="344398" y="263767"/>
                </a:lnTo>
                <a:lnTo>
                  <a:pt x="346926" y="263130"/>
                </a:lnTo>
                <a:lnTo>
                  <a:pt x="349454" y="263934"/>
                </a:lnTo>
                <a:close/>
                <a:moveTo>
                  <a:pt x="382423" y="255995"/>
                </a:moveTo>
                <a:lnTo>
                  <a:pt x="381179" y="257213"/>
                </a:lnTo>
                <a:lnTo>
                  <a:pt x="380594" y="260773"/>
                </a:lnTo>
                <a:lnTo>
                  <a:pt x="380459" y="286164"/>
                </a:lnTo>
                <a:lnTo>
                  <a:pt x="382310" y="287440"/>
                </a:lnTo>
                <a:lnTo>
                  <a:pt x="383802" y="287710"/>
                </a:lnTo>
                <a:lnTo>
                  <a:pt x="385294" y="287440"/>
                </a:lnTo>
                <a:lnTo>
                  <a:pt x="387145" y="286164"/>
                </a:lnTo>
                <a:lnTo>
                  <a:pt x="387771" y="276019"/>
                </a:lnTo>
                <a:lnTo>
                  <a:pt x="387939" y="275091"/>
                </a:lnTo>
                <a:lnTo>
                  <a:pt x="388696" y="274366"/>
                </a:lnTo>
                <a:lnTo>
                  <a:pt x="389823" y="275891"/>
                </a:lnTo>
                <a:lnTo>
                  <a:pt x="392429" y="284008"/>
                </a:lnTo>
                <a:lnTo>
                  <a:pt x="393710" y="286112"/>
                </a:lnTo>
                <a:lnTo>
                  <a:pt x="395197" y="287244"/>
                </a:lnTo>
                <a:lnTo>
                  <a:pt x="397967" y="287293"/>
                </a:lnTo>
                <a:lnTo>
                  <a:pt x="399643" y="286246"/>
                </a:lnTo>
                <a:lnTo>
                  <a:pt x="400412" y="284636"/>
                </a:lnTo>
                <a:lnTo>
                  <a:pt x="401796" y="279123"/>
                </a:lnTo>
                <a:lnTo>
                  <a:pt x="402864" y="277624"/>
                </a:lnTo>
                <a:lnTo>
                  <a:pt x="404151" y="276971"/>
                </a:lnTo>
                <a:lnTo>
                  <a:pt x="405110" y="277192"/>
                </a:lnTo>
                <a:lnTo>
                  <a:pt x="405457" y="277854"/>
                </a:lnTo>
                <a:lnTo>
                  <a:pt x="405196" y="285287"/>
                </a:lnTo>
                <a:lnTo>
                  <a:pt x="406157" y="286290"/>
                </a:lnTo>
                <a:lnTo>
                  <a:pt x="407625" y="287267"/>
                </a:lnTo>
                <a:lnTo>
                  <a:pt x="409416" y="287658"/>
                </a:lnTo>
                <a:lnTo>
                  <a:pt x="412032" y="287204"/>
                </a:lnTo>
                <a:lnTo>
                  <a:pt x="413278" y="286246"/>
                </a:lnTo>
                <a:lnTo>
                  <a:pt x="413721" y="285201"/>
                </a:lnTo>
                <a:lnTo>
                  <a:pt x="413925" y="282602"/>
                </a:lnTo>
                <a:lnTo>
                  <a:pt x="414096" y="267325"/>
                </a:lnTo>
                <a:lnTo>
                  <a:pt x="413826" y="259370"/>
                </a:lnTo>
                <a:lnTo>
                  <a:pt x="413095" y="257035"/>
                </a:lnTo>
                <a:lnTo>
                  <a:pt x="411615" y="256104"/>
                </a:lnTo>
                <a:lnTo>
                  <a:pt x="407132" y="255661"/>
                </a:lnTo>
                <a:lnTo>
                  <a:pt x="405158" y="256196"/>
                </a:lnTo>
                <a:lnTo>
                  <a:pt x="402941" y="257502"/>
                </a:lnTo>
                <a:lnTo>
                  <a:pt x="401573" y="259762"/>
                </a:lnTo>
                <a:lnTo>
                  <a:pt x="399409" y="267768"/>
                </a:lnTo>
                <a:lnTo>
                  <a:pt x="398478" y="269108"/>
                </a:lnTo>
                <a:lnTo>
                  <a:pt x="396421" y="270286"/>
                </a:lnTo>
                <a:lnTo>
                  <a:pt x="395038" y="268305"/>
                </a:lnTo>
                <a:lnTo>
                  <a:pt x="392451" y="259756"/>
                </a:lnTo>
                <a:lnTo>
                  <a:pt x="390766" y="257107"/>
                </a:lnTo>
                <a:lnTo>
                  <a:pt x="389851" y="256362"/>
                </a:lnTo>
                <a:lnTo>
                  <a:pt x="387555" y="255799"/>
                </a:lnTo>
                <a:lnTo>
                  <a:pt x="384678" y="255643"/>
                </a:lnTo>
                <a:lnTo>
                  <a:pt x="382423" y="255995"/>
                </a:lnTo>
                <a:close/>
                <a:moveTo>
                  <a:pt x="437705" y="255911"/>
                </a:moveTo>
                <a:lnTo>
                  <a:pt x="436097" y="256525"/>
                </a:lnTo>
                <a:lnTo>
                  <a:pt x="434571" y="257792"/>
                </a:lnTo>
                <a:lnTo>
                  <a:pt x="434571" y="285955"/>
                </a:lnTo>
                <a:lnTo>
                  <a:pt x="436466" y="287263"/>
                </a:lnTo>
                <a:lnTo>
                  <a:pt x="438387" y="287575"/>
                </a:lnTo>
                <a:lnTo>
                  <a:pt x="441399" y="286848"/>
                </a:lnTo>
                <a:lnTo>
                  <a:pt x="442261" y="285930"/>
                </a:lnTo>
                <a:lnTo>
                  <a:pt x="442897" y="280635"/>
                </a:lnTo>
                <a:lnTo>
                  <a:pt x="442929" y="265271"/>
                </a:lnTo>
                <a:lnTo>
                  <a:pt x="445629" y="263344"/>
                </a:lnTo>
                <a:lnTo>
                  <a:pt x="448476" y="263124"/>
                </a:lnTo>
                <a:lnTo>
                  <a:pt x="450149" y="263528"/>
                </a:lnTo>
                <a:lnTo>
                  <a:pt x="450708" y="264044"/>
                </a:lnTo>
                <a:lnTo>
                  <a:pt x="451387" y="266041"/>
                </a:lnTo>
                <a:lnTo>
                  <a:pt x="451495" y="285579"/>
                </a:lnTo>
                <a:lnTo>
                  <a:pt x="452830" y="286898"/>
                </a:lnTo>
                <a:lnTo>
                  <a:pt x="454367" y="287468"/>
                </a:lnTo>
                <a:lnTo>
                  <a:pt x="457024" y="287396"/>
                </a:lnTo>
                <a:lnTo>
                  <a:pt x="458579" y="286779"/>
                </a:lnTo>
                <a:lnTo>
                  <a:pt x="459601" y="285746"/>
                </a:lnTo>
                <a:lnTo>
                  <a:pt x="459889" y="283028"/>
                </a:lnTo>
                <a:lnTo>
                  <a:pt x="460061" y="258419"/>
                </a:lnTo>
                <a:lnTo>
                  <a:pt x="458178" y="256649"/>
                </a:lnTo>
                <a:lnTo>
                  <a:pt x="456634" y="255953"/>
                </a:lnTo>
                <a:lnTo>
                  <a:pt x="437705" y="255911"/>
                </a:lnTo>
                <a:close/>
                <a:moveTo>
                  <a:pt x="488475" y="256496"/>
                </a:moveTo>
                <a:lnTo>
                  <a:pt x="486360" y="258566"/>
                </a:lnTo>
                <a:lnTo>
                  <a:pt x="485260" y="260890"/>
                </a:lnTo>
                <a:lnTo>
                  <a:pt x="483222" y="268537"/>
                </a:lnTo>
                <a:lnTo>
                  <a:pt x="478149" y="283128"/>
                </a:lnTo>
                <a:lnTo>
                  <a:pt x="477968" y="285831"/>
                </a:lnTo>
                <a:lnTo>
                  <a:pt x="479543" y="287533"/>
                </a:lnTo>
                <a:lnTo>
                  <a:pt x="482836" y="287525"/>
                </a:lnTo>
                <a:lnTo>
                  <a:pt x="484414" y="286264"/>
                </a:lnTo>
                <a:lnTo>
                  <a:pt x="486167" y="282977"/>
                </a:lnTo>
                <a:lnTo>
                  <a:pt x="487347" y="281636"/>
                </a:lnTo>
                <a:lnTo>
                  <a:pt x="488932" y="280937"/>
                </a:lnTo>
                <a:lnTo>
                  <a:pt x="491885" y="280708"/>
                </a:lnTo>
                <a:lnTo>
                  <a:pt x="493620" y="281197"/>
                </a:lnTo>
                <a:lnTo>
                  <a:pt x="494494" y="281924"/>
                </a:lnTo>
                <a:lnTo>
                  <a:pt x="496649" y="285650"/>
                </a:lnTo>
                <a:lnTo>
                  <a:pt x="498028" y="286900"/>
                </a:lnTo>
                <a:lnTo>
                  <a:pt x="500468" y="287627"/>
                </a:lnTo>
                <a:lnTo>
                  <a:pt x="503502" y="287219"/>
                </a:lnTo>
                <a:lnTo>
                  <a:pt x="504437" y="286283"/>
                </a:lnTo>
                <a:lnTo>
                  <a:pt x="504688" y="285370"/>
                </a:lnTo>
                <a:lnTo>
                  <a:pt x="504139" y="281542"/>
                </a:lnTo>
                <a:lnTo>
                  <a:pt x="498689" y="265399"/>
                </a:lnTo>
                <a:lnTo>
                  <a:pt x="496835" y="258790"/>
                </a:lnTo>
                <a:lnTo>
                  <a:pt x="495913" y="257358"/>
                </a:lnTo>
                <a:lnTo>
                  <a:pt x="493897" y="256124"/>
                </a:lnTo>
                <a:lnTo>
                  <a:pt x="490358" y="255678"/>
                </a:lnTo>
                <a:lnTo>
                  <a:pt x="488475" y="256496"/>
                </a:lnTo>
                <a:close/>
                <a:moveTo>
                  <a:pt x="491985" y="270996"/>
                </a:moveTo>
                <a:lnTo>
                  <a:pt x="492440" y="272124"/>
                </a:lnTo>
                <a:lnTo>
                  <a:pt x="491851" y="273019"/>
                </a:lnTo>
                <a:lnTo>
                  <a:pt x="490031" y="273398"/>
                </a:lnTo>
                <a:lnTo>
                  <a:pt x="489105" y="272823"/>
                </a:lnTo>
                <a:lnTo>
                  <a:pt x="488946" y="271385"/>
                </a:lnTo>
                <a:lnTo>
                  <a:pt x="489620" y="270409"/>
                </a:lnTo>
                <a:lnTo>
                  <a:pt x="490764" y="270246"/>
                </a:lnTo>
                <a:lnTo>
                  <a:pt x="491985" y="270996"/>
                </a:lnTo>
                <a:close/>
                <a:moveTo>
                  <a:pt x="525748" y="255995"/>
                </a:moveTo>
                <a:lnTo>
                  <a:pt x="524412" y="257211"/>
                </a:lnTo>
                <a:lnTo>
                  <a:pt x="523774" y="260664"/>
                </a:lnTo>
                <a:lnTo>
                  <a:pt x="523627" y="279610"/>
                </a:lnTo>
                <a:lnTo>
                  <a:pt x="523788" y="285254"/>
                </a:lnTo>
                <a:lnTo>
                  <a:pt x="524099" y="286156"/>
                </a:lnTo>
                <a:lnTo>
                  <a:pt x="525822" y="287380"/>
                </a:lnTo>
                <a:lnTo>
                  <a:pt x="528214" y="287696"/>
                </a:lnTo>
                <a:lnTo>
                  <a:pt x="529741" y="287310"/>
                </a:lnTo>
                <a:lnTo>
                  <a:pt x="531431" y="286081"/>
                </a:lnTo>
                <a:lnTo>
                  <a:pt x="531706" y="278539"/>
                </a:lnTo>
                <a:lnTo>
                  <a:pt x="532151" y="276188"/>
                </a:lnTo>
                <a:lnTo>
                  <a:pt x="533773" y="274938"/>
                </a:lnTo>
                <a:lnTo>
                  <a:pt x="536586" y="274584"/>
                </a:lnTo>
                <a:lnTo>
                  <a:pt x="539252" y="275167"/>
                </a:lnTo>
                <a:lnTo>
                  <a:pt x="540289" y="276052"/>
                </a:lnTo>
                <a:lnTo>
                  <a:pt x="540707" y="285705"/>
                </a:lnTo>
                <a:lnTo>
                  <a:pt x="542266" y="287160"/>
                </a:lnTo>
                <a:lnTo>
                  <a:pt x="543483" y="287628"/>
                </a:lnTo>
                <a:lnTo>
                  <a:pt x="545602" y="287667"/>
                </a:lnTo>
                <a:lnTo>
                  <a:pt x="547456" y="286920"/>
                </a:lnTo>
                <a:lnTo>
                  <a:pt x="548646" y="285579"/>
                </a:lnTo>
                <a:lnTo>
                  <a:pt x="548646" y="258711"/>
                </a:lnTo>
                <a:lnTo>
                  <a:pt x="547644" y="257111"/>
                </a:lnTo>
                <a:lnTo>
                  <a:pt x="546661" y="256152"/>
                </a:lnTo>
                <a:lnTo>
                  <a:pt x="545638" y="255786"/>
                </a:lnTo>
                <a:lnTo>
                  <a:pt x="543798" y="255764"/>
                </a:lnTo>
                <a:lnTo>
                  <a:pt x="542364" y="256422"/>
                </a:lnTo>
                <a:lnTo>
                  <a:pt x="541046" y="258591"/>
                </a:lnTo>
                <a:lnTo>
                  <a:pt x="540846" y="264477"/>
                </a:lnTo>
                <a:lnTo>
                  <a:pt x="540340" y="266174"/>
                </a:lnTo>
                <a:lnTo>
                  <a:pt x="539247" y="267211"/>
                </a:lnTo>
                <a:lnTo>
                  <a:pt x="536356" y="267674"/>
                </a:lnTo>
                <a:lnTo>
                  <a:pt x="533472" y="267300"/>
                </a:lnTo>
                <a:lnTo>
                  <a:pt x="532110" y="266368"/>
                </a:lnTo>
                <a:lnTo>
                  <a:pt x="531582" y="264286"/>
                </a:lnTo>
                <a:lnTo>
                  <a:pt x="531514" y="258001"/>
                </a:lnTo>
                <a:lnTo>
                  <a:pt x="528669" y="255763"/>
                </a:lnTo>
                <a:lnTo>
                  <a:pt x="527298" y="255616"/>
                </a:lnTo>
                <a:lnTo>
                  <a:pt x="525748" y="255995"/>
                </a:lnTo>
                <a:close/>
                <a:moveTo>
                  <a:pt x="571754" y="256413"/>
                </a:moveTo>
                <a:lnTo>
                  <a:pt x="570231" y="257678"/>
                </a:lnTo>
                <a:lnTo>
                  <a:pt x="569901" y="258850"/>
                </a:lnTo>
                <a:lnTo>
                  <a:pt x="569623" y="285287"/>
                </a:lnTo>
                <a:lnTo>
                  <a:pt x="570921" y="286725"/>
                </a:lnTo>
                <a:lnTo>
                  <a:pt x="572540" y="287464"/>
                </a:lnTo>
                <a:lnTo>
                  <a:pt x="574470" y="287667"/>
                </a:lnTo>
                <a:lnTo>
                  <a:pt x="576183" y="287251"/>
                </a:lnTo>
                <a:lnTo>
                  <a:pt x="578440" y="284613"/>
                </a:lnTo>
                <a:lnTo>
                  <a:pt x="581991" y="278748"/>
                </a:lnTo>
                <a:lnTo>
                  <a:pt x="586003" y="274255"/>
                </a:lnTo>
                <a:lnTo>
                  <a:pt x="587167" y="275794"/>
                </a:lnTo>
                <a:lnTo>
                  <a:pt x="587450" y="276815"/>
                </a:lnTo>
                <a:lnTo>
                  <a:pt x="587299" y="283426"/>
                </a:lnTo>
                <a:lnTo>
                  <a:pt x="587591" y="285872"/>
                </a:lnTo>
                <a:lnTo>
                  <a:pt x="588511" y="286915"/>
                </a:lnTo>
                <a:lnTo>
                  <a:pt x="589929" y="287522"/>
                </a:lnTo>
                <a:lnTo>
                  <a:pt x="592365" y="287555"/>
                </a:lnTo>
                <a:lnTo>
                  <a:pt x="593780" y="286954"/>
                </a:lnTo>
                <a:lnTo>
                  <a:pt x="595029" y="285579"/>
                </a:lnTo>
                <a:lnTo>
                  <a:pt x="595029" y="258001"/>
                </a:lnTo>
                <a:lnTo>
                  <a:pt x="592191" y="255708"/>
                </a:lnTo>
                <a:lnTo>
                  <a:pt x="590492" y="255614"/>
                </a:lnTo>
                <a:lnTo>
                  <a:pt x="588744" y="256491"/>
                </a:lnTo>
                <a:lnTo>
                  <a:pt x="586090" y="259591"/>
                </a:lnTo>
                <a:lnTo>
                  <a:pt x="580923" y="267727"/>
                </a:lnTo>
                <a:lnTo>
                  <a:pt x="579375" y="269199"/>
                </a:lnTo>
                <a:lnTo>
                  <a:pt x="578760" y="268930"/>
                </a:lnTo>
                <a:lnTo>
                  <a:pt x="578119" y="267293"/>
                </a:lnTo>
                <a:lnTo>
                  <a:pt x="577751" y="259527"/>
                </a:lnTo>
                <a:lnTo>
                  <a:pt x="577052" y="256956"/>
                </a:lnTo>
                <a:lnTo>
                  <a:pt x="575974" y="256037"/>
                </a:lnTo>
                <a:lnTo>
                  <a:pt x="574684" y="255642"/>
                </a:lnTo>
                <a:lnTo>
                  <a:pt x="573456" y="255673"/>
                </a:lnTo>
                <a:lnTo>
                  <a:pt x="571754" y="256413"/>
                </a:lnTo>
                <a:close/>
                <a:moveTo>
                  <a:pt x="617133" y="257207"/>
                </a:moveTo>
                <a:lnTo>
                  <a:pt x="615921" y="258460"/>
                </a:lnTo>
                <a:lnTo>
                  <a:pt x="616130" y="281401"/>
                </a:lnTo>
                <a:lnTo>
                  <a:pt x="616360" y="285494"/>
                </a:lnTo>
                <a:lnTo>
                  <a:pt x="616844" y="286352"/>
                </a:lnTo>
                <a:lnTo>
                  <a:pt x="618201" y="287165"/>
                </a:lnTo>
                <a:lnTo>
                  <a:pt x="619949" y="287538"/>
                </a:lnTo>
                <a:lnTo>
                  <a:pt x="621731" y="287445"/>
                </a:lnTo>
                <a:lnTo>
                  <a:pt x="623193" y="286859"/>
                </a:lnTo>
                <a:lnTo>
                  <a:pt x="628823" y="277438"/>
                </a:lnTo>
                <a:lnTo>
                  <a:pt x="630405" y="276120"/>
                </a:lnTo>
                <a:lnTo>
                  <a:pt x="632248" y="275304"/>
                </a:lnTo>
                <a:lnTo>
                  <a:pt x="632872" y="275479"/>
                </a:lnTo>
                <a:lnTo>
                  <a:pt x="633184" y="276360"/>
                </a:lnTo>
                <a:lnTo>
                  <a:pt x="634015" y="286373"/>
                </a:lnTo>
                <a:lnTo>
                  <a:pt x="635581" y="287337"/>
                </a:lnTo>
                <a:lnTo>
                  <a:pt x="637971" y="287631"/>
                </a:lnTo>
                <a:lnTo>
                  <a:pt x="640203" y="287193"/>
                </a:lnTo>
                <a:lnTo>
                  <a:pt x="641829" y="286039"/>
                </a:lnTo>
                <a:lnTo>
                  <a:pt x="641708" y="261679"/>
                </a:lnTo>
                <a:lnTo>
                  <a:pt x="640908" y="257073"/>
                </a:lnTo>
                <a:lnTo>
                  <a:pt x="639673" y="256135"/>
                </a:lnTo>
                <a:lnTo>
                  <a:pt x="637650" y="255995"/>
                </a:lnTo>
                <a:lnTo>
                  <a:pt x="636397" y="256205"/>
                </a:lnTo>
                <a:lnTo>
                  <a:pt x="634568" y="257259"/>
                </a:lnTo>
                <a:lnTo>
                  <a:pt x="632898" y="259103"/>
                </a:lnTo>
                <a:lnTo>
                  <a:pt x="627413" y="267988"/>
                </a:lnTo>
                <a:lnTo>
                  <a:pt x="625960" y="268917"/>
                </a:lnTo>
                <a:lnTo>
                  <a:pt x="625123" y="268667"/>
                </a:lnTo>
                <a:lnTo>
                  <a:pt x="624573" y="267654"/>
                </a:lnTo>
                <a:lnTo>
                  <a:pt x="624279" y="258043"/>
                </a:lnTo>
                <a:lnTo>
                  <a:pt x="622733" y="256625"/>
                </a:lnTo>
                <a:lnTo>
                  <a:pt x="620900" y="255961"/>
                </a:lnTo>
                <a:lnTo>
                  <a:pt x="618896" y="256160"/>
                </a:lnTo>
                <a:lnTo>
                  <a:pt x="617133" y="257207"/>
                </a:lnTo>
                <a:close/>
                <a:moveTo>
                  <a:pt x="825101" y="258544"/>
                </a:moveTo>
                <a:lnTo>
                  <a:pt x="824808" y="260215"/>
                </a:lnTo>
                <a:lnTo>
                  <a:pt x="827243" y="265620"/>
                </a:lnTo>
                <a:lnTo>
                  <a:pt x="826721" y="266716"/>
                </a:lnTo>
                <a:lnTo>
                  <a:pt x="823789" y="267452"/>
                </a:lnTo>
                <a:lnTo>
                  <a:pt x="816202" y="266824"/>
                </a:lnTo>
                <a:lnTo>
                  <a:pt x="811783" y="267395"/>
                </a:lnTo>
                <a:lnTo>
                  <a:pt x="809139" y="268841"/>
                </a:lnTo>
                <a:lnTo>
                  <a:pt x="808753" y="270771"/>
                </a:lnTo>
                <a:lnTo>
                  <a:pt x="809655" y="272726"/>
                </a:lnTo>
                <a:lnTo>
                  <a:pt x="811657" y="273971"/>
                </a:lnTo>
                <a:lnTo>
                  <a:pt x="816295" y="275342"/>
                </a:lnTo>
                <a:lnTo>
                  <a:pt x="821768" y="275955"/>
                </a:lnTo>
                <a:lnTo>
                  <a:pt x="823231" y="276507"/>
                </a:lnTo>
                <a:lnTo>
                  <a:pt x="824816" y="277895"/>
                </a:lnTo>
                <a:lnTo>
                  <a:pt x="827872" y="284490"/>
                </a:lnTo>
                <a:lnTo>
                  <a:pt x="832055" y="296261"/>
                </a:lnTo>
                <a:lnTo>
                  <a:pt x="837950" y="304803"/>
                </a:lnTo>
                <a:lnTo>
                  <a:pt x="841837" y="313938"/>
                </a:lnTo>
                <a:lnTo>
                  <a:pt x="842687" y="319133"/>
                </a:lnTo>
                <a:lnTo>
                  <a:pt x="842984" y="336587"/>
                </a:lnTo>
                <a:lnTo>
                  <a:pt x="844197" y="342617"/>
                </a:lnTo>
                <a:lnTo>
                  <a:pt x="842792" y="351497"/>
                </a:lnTo>
                <a:lnTo>
                  <a:pt x="841038" y="370964"/>
                </a:lnTo>
                <a:lnTo>
                  <a:pt x="840177" y="374940"/>
                </a:lnTo>
                <a:lnTo>
                  <a:pt x="838229" y="379659"/>
                </a:lnTo>
                <a:lnTo>
                  <a:pt x="836953" y="381616"/>
                </a:lnTo>
                <a:lnTo>
                  <a:pt x="835202" y="383107"/>
                </a:lnTo>
                <a:lnTo>
                  <a:pt x="833000" y="384117"/>
                </a:lnTo>
                <a:lnTo>
                  <a:pt x="830371" y="384630"/>
                </a:lnTo>
                <a:lnTo>
                  <a:pt x="826605" y="384695"/>
                </a:lnTo>
                <a:lnTo>
                  <a:pt x="822452" y="379459"/>
                </a:lnTo>
                <a:lnTo>
                  <a:pt x="822489" y="378468"/>
                </a:lnTo>
                <a:lnTo>
                  <a:pt x="823210" y="377701"/>
                </a:lnTo>
                <a:lnTo>
                  <a:pt x="828210" y="376770"/>
                </a:lnTo>
                <a:lnTo>
                  <a:pt x="829724" y="376023"/>
                </a:lnTo>
                <a:lnTo>
                  <a:pt x="830533" y="375001"/>
                </a:lnTo>
                <a:lnTo>
                  <a:pt x="830658" y="355654"/>
                </a:lnTo>
                <a:lnTo>
                  <a:pt x="828449" y="349895"/>
                </a:lnTo>
                <a:lnTo>
                  <a:pt x="827227" y="341852"/>
                </a:lnTo>
                <a:lnTo>
                  <a:pt x="826172" y="338597"/>
                </a:lnTo>
                <a:lnTo>
                  <a:pt x="823428" y="334324"/>
                </a:lnTo>
                <a:lnTo>
                  <a:pt x="817955" y="329542"/>
                </a:lnTo>
                <a:lnTo>
                  <a:pt x="815411" y="328416"/>
                </a:lnTo>
                <a:lnTo>
                  <a:pt x="813481" y="329009"/>
                </a:lnTo>
                <a:lnTo>
                  <a:pt x="804476" y="342336"/>
                </a:lnTo>
                <a:lnTo>
                  <a:pt x="802465" y="344149"/>
                </a:lnTo>
                <a:lnTo>
                  <a:pt x="800445" y="344320"/>
                </a:lnTo>
                <a:lnTo>
                  <a:pt x="797139" y="341932"/>
                </a:lnTo>
                <a:lnTo>
                  <a:pt x="795480" y="341180"/>
                </a:lnTo>
                <a:lnTo>
                  <a:pt x="794013" y="341252"/>
                </a:lnTo>
                <a:lnTo>
                  <a:pt x="792550" y="342408"/>
                </a:lnTo>
                <a:lnTo>
                  <a:pt x="795934" y="353257"/>
                </a:lnTo>
                <a:lnTo>
                  <a:pt x="797198" y="354195"/>
                </a:lnTo>
                <a:lnTo>
                  <a:pt x="800409" y="354801"/>
                </a:lnTo>
                <a:lnTo>
                  <a:pt x="803317" y="354387"/>
                </a:lnTo>
                <a:lnTo>
                  <a:pt x="805654" y="353012"/>
                </a:lnTo>
                <a:lnTo>
                  <a:pt x="809775" y="349124"/>
                </a:lnTo>
                <a:lnTo>
                  <a:pt x="816367" y="341985"/>
                </a:lnTo>
                <a:lnTo>
                  <a:pt x="817276" y="341960"/>
                </a:lnTo>
                <a:lnTo>
                  <a:pt x="818133" y="342965"/>
                </a:lnTo>
                <a:lnTo>
                  <a:pt x="818530" y="344929"/>
                </a:lnTo>
                <a:lnTo>
                  <a:pt x="818582" y="350556"/>
                </a:lnTo>
                <a:lnTo>
                  <a:pt x="821716" y="356072"/>
                </a:lnTo>
                <a:lnTo>
                  <a:pt x="822009" y="365850"/>
                </a:lnTo>
                <a:lnTo>
                  <a:pt x="819979" y="367638"/>
                </a:lnTo>
                <a:lnTo>
                  <a:pt x="815898" y="368349"/>
                </a:lnTo>
                <a:lnTo>
                  <a:pt x="814136" y="369614"/>
                </a:lnTo>
                <a:lnTo>
                  <a:pt x="811249" y="374671"/>
                </a:lnTo>
                <a:lnTo>
                  <a:pt x="810305" y="377011"/>
                </a:lnTo>
                <a:lnTo>
                  <a:pt x="810089" y="378694"/>
                </a:lnTo>
                <a:lnTo>
                  <a:pt x="811227" y="380929"/>
                </a:lnTo>
                <a:lnTo>
                  <a:pt x="817184" y="387824"/>
                </a:lnTo>
                <a:lnTo>
                  <a:pt x="818865" y="391748"/>
                </a:lnTo>
                <a:lnTo>
                  <a:pt x="818474" y="394070"/>
                </a:lnTo>
                <a:lnTo>
                  <a:pt x="814339" y="399286"/>
                </a:lnTo>
                <a:lnTo>
                  <a:pt x="814299" y="401107"/>
                </a:lnTo>
                <a:lnTo>
                  <a:pt x="816436" y="403336"/>
                </a:lnTo>
                <a:lnTo>
                  <a:pt x="818362" y="404128"/>
                </a:lnTo>
                <a:lnTo>
                  <a:pt x="821701" y="404683"/>
                </a:lnTo>
                <a:lnTo>
                  <a:pt x="824499" y="404341"/>
                </a:lnTo>
                <a:lnTo>
                  <a:pt x="825583" y="403565"/>
                </a:lnTo>
                <a:lnTo>
                  <a:pt x="827887" y="400432"/>
                </a:lnTo>
                <a:lnTo>
                  <a:pt x="829726" y="395979"/>
                </a:lnTo>
                <a:lnTo>
                  <a:pt x="831797" y="393982"/>
                </a:lnTo>
                <a:lnTo>
                  <a:pt x="835109" y="392594"/>
                </a:lnTo>
                <a:lnTo>
                  <a:pt x="840990" y="391165"/>
                </a:lnTo>
                <a:lnTo>
                  <a:pt x="844430" y="386445"/>
                </a:lnTo>
                <a:lnTo>
                  <a:pt x="848292" y="380140"/>
                </a:lnTo>
                <a:lnTo>
                  <a:pt x="850909" y="361949"/>
                </a:lnTo>
                <a:lnTo>
                  <a:pt x="851960" y="348507"/>
                </a:lnTo>
                <a:lnTo>
                  <a:pt x="851802" y="313450"/>
                </a:lnTo>
                <a:lnTo>
                  <a:pt x="847398" y="303595"/>
                </a:lnTo>
                <a:lnTo>
                  <a:pt x="844942" y="299624"/>
                </a:lnTo>
                <a:lnTo>
                  <a:pt x="842510" y="296606"/>
                </a:lnTo>
                <a:lnTo>
                  <a:pt x="839094" y="290581"/>
                </a:lnTo>
                <a:lnTo>
                  <a:pt x="838691" y="288927"/>
                </a:lnTo>
                <a:lnTo>
                  <a:pt x="839102" y="286580"/>
                </a:lnTo>
                <a:lnTo>
                  <a:pt x="839953" y="286203"/>
                </a:lnTo>
                <a:lnTo>
                  <a:pt x="842157" y="287852"/>
                </a:lnTo>
                <a:lnTo>
                  <a:pt x="849915" y="298073"/>
                </a:lnTo>
                <a:lnTo>
                  <a:pt x="853779" y="303815"/>
                </a:lnTo>
                <a:lnTo>
                  <a:pt x="856475" y="306824"/>
                </a:lnTo>
                <a:lnTo>
                  <a:pt x="858825" y="308820"/>
                </a:lnTo>
                <a:lnTo>
                  <a:pt x="860829" y="312052"/>
                </a:lnTo>
                <a:lnTo>
                  <a:pt x="862723" y="316417"/>
                </a:lnTo>
                <a:lnTo>
                  <a:pt x="864839" y="320122"/>
                </a:lnTo>
                <a:lnTo>
                  <a:pt x="867482" y="323479"/>
                </a:lnTo>
                <a:lnTo>
                  <a:pt x="870356" y="326154"/>
                </a:lnTo>
                <a:lnTo>
                  <a:pt x="873163" y="327814"/>
                </a:lnTo>
                <a:lnTo>
                  <a:pt x="874450" y="328159"/>
                </a:lnTo>
                <a:lnTo>
                  <a:pt x="876688" y="327851"/>
                </a:lnTo>
                <a:lnTo>
                  <a:pt x="877916" y="326074"/>
                </a:lnTo>
                <a:lnTo>
                  <a:pt x="878461" y="322351"/>
                </a:lnTo>
                <a:lnTo>
                  <a:pt x="880884" y="321415"/>
                </a:lnTo>
                <a:lnTo>
                  <a:pt x="883839" y="320903"/>
                </a:lnTo>
                <a:lnTo>
                  <a:pt x="884651" y="319609"/>
                </a:lnTo>
                <a:lnTo>
                  <a:pt x="883894" y="317581"/>
                </a:lnTo>
                <a:lnTo>
                  <a:pt x="881202" y="314871"/>
                </a:lnTo>
                <a:lnTo>
                  <a:pt x="870203" y="309440"/>
                </a:lnTo>
                <a:lnTo>
                  <a:pt x="868007" y="307723"/>
                </a:lnTo>
                <a:lnTo>
                  <a:pt x="866359" y="305454"/>
                </a:lnTo>
                <a:lnTo>
                  <a:pt x="864964" y="300748"/>
                </a:lnTo>
                <a:lnTo>
                  <a:pt x="864431" y="296833"/>
                </a:lnTo>
                <a:lnTo>
                  <a:pt x="865113" y="295257"/>
                </a:lnTo>
                <a:lnTo>
                  <a:pt x="868913" y="292437"/>
                </a:lnTo>
                <a:lnTo>
                  <a:pt x="868976" y="290009"/>
                </a:lnTo>
                <a:lnTo>
                  <a:pt x="868145" y="288405"/>
                </a:lnTo>
                <a:lnTo>
                  <a:pt x="845221" y="272318"/>
                </a:lnTo>
                <a:lnTo>
                  <a:pt x="843176" y="270205"/>
                </a:lnTo>
                <a:lnTo>
                  <a:pt x="839170" y="264931"/>
                </a:lnTo>
                <a:lnTo>
                  <a:pt x="832831" y="258878"/>
                </a:lnTo>
                <a:lnTo>
                  <a:pt x="831177" y="258097"/>
                </a:lnTo>
                <a:lnTo>
                  <a:pt x="828417" y="257583"/>
                </a:lnTo>
                <a:lnTo>
                  <a:pt x="826053" y="257881"/>
                </a:lnTo>
                <a:lnTo>
                  <a:pt x="825101" y="258544"/>
                </a:lnTo>
                <a:close/>
                <a:moveTo>
                  <a:pt x="561809" y="301541"/>
                </a:moveTo>
                <a:lnTo>
                  <a:pt x="557088" y="302261"/>
                </a:lnTo>
                <a:lnTo>
                  <a:pt x="552647" y="303449"/>
                </a:lnTo>
                <a:lnTo>
                  <a:pt x="548517" y="305081"/>
                </a:lnTo>
                <a:lnTo>
                  <a:pt x="544728" y="307133"/>
                </a:lnTo>
                <a:lnTo>
                  <a:pt x="541308" y="309580"/>
                </a:lnTo>
                <a:lnTo>
                  <a:pt x="538288" y="312396"/>
                </a:lnTo>
                <a:lnTo>
                  <a:pt x="535698" y="315558"/>
                </a:lnTo>
                <a:lnTo>
                  <a:pt x="533567" y="319039"/>
                </a:lnTo>
                <a:lnTo>
                  <a:pt x="531926" y="322816"/>
                </a:lnTo>
                <a:lnTo>
                  <a:pt x="530804" y="326864"/>
                </a:lnTo>
                <a:lnTo>
                  <a:pt x="530052" y="330583"/>
                </a:lnTo>
                <a:lnTo>
                  <a:pt x="530052" y="391172"/>
                </a:lnTo>
                <a:lnTo>
                  <a:pt x="531542" y="398370"/>
                </a:lnTo>
                <a:lnTo>
                  <a:pt x="533928" y="404139"/>
                </a:lnTo>
                <a:lnTo>
                  <a:pt x="535540" y="406801"/>
                </a:lnTo>
                <a:lnTo>
                  <a:pt x="539508" y="411570"/>
                </a:lnTo>
                <a:lnTo>
                  <a:pt x="544344" y="415446"/>
                </a:lnTo>
                <a:lnTo>
                  <a:pt x="549900" y="418249"/>
                </a:lnTo>
                <a:lnTo>
                  <a:pt x="556638" y="420348"/>
                </a:lnTo>
                <a:lnTo>
                  <a:pt x="570067" y="420883"/>
                </a:lnTo>
                <a:lnTo>
                  <a:pt x="610442" y="420808"/>
                </a:lnTo>
                <a:lnTo>
                  <a:pt x="616064" y="420095"/>
                </a:lnTo>
                <a:lnTo>
                  <a:pt x="624077" y="417081"/>
                </a:lnTo>
                <a:lnTo>
                  <a:pt x="629517" y="413423"/>
                </a:lnTo>
                <a:lnTo>
                  <a:pt x="634056" y="409122"/>
                </a:lnTo>
                <a:lnTo>
                  <a:pt x="637934" y="403042"/>
                </a:lnTo>
                <a:lnTo>
                  <a:pt x="640829" y="394300"/>
                </a:lnTo>
                <a:lnTo>
                  <a:pt x="641395" y="386455"/>
                </a:lnTo>
                <a:lnTo>
                  <a:pt x="641522" y="377188"/>
                </a:lnTo>
                <a:lnTo>
                  <a:pt x="641202" y="327658"/>
                </a:lnTo>
                <a:lnTo>
                  <a:pt x="637418" y="318528"/>
                </a:lnTo>
                <a:lnTo>
                  <a:pt x="635159" y="315075"/>
                </a:lnTo>
                <a:lnTo>
                  <a:pt x="632301" y="311611"/>
                </a:lnTo>
                <a:lnTo>
                  <a:pt x="627246" y="307407"/>
                </a:lnTo>
                <a:lnTo>
                  <a:pt x="621702" y="304493"/>
                </a:lnTo>
                <a:lnTo>
                  <a:pt x="611534" y="301374"/>
                </a:lnTo>
                <a:lnTo>
                  <a:pt x="561809" y="301541"/>
                </a:lnTo>
                <a:close/>
                <a:moveTo>
                  <a:pt x="608024" y="327658"/>
                </a:moveTo>
                <a:lnTo>
                  <a:pt x="610419" y="329036"/>
                </a:lnTo>
                <a:lnTo>
                  <a:pt x="613390" y="332044"/>
                </a:lnTo>
                <a:lnTo>
                  <a:pt x="614626" y="334343"/>
                </a:lnTo>
                <a:lnTo>
                  <a:pt x="614805" y="336388"/>
                </a:lnTo>
                <a:lnTo>
                  <a:pt x="615093" y="353703"/>
                </a:lnTo>
                <a:lnTo>
                  <a:pt x="614910" y="381936"/>
                </a:lnTo>
                <a:lnTo>
                  <a:pt x="614584" y="388163"/>
                </a:lnTo>
                <a:lnTo>
                  <a:pt x="613075" y="390817"/>
                </a:lnTo>
                <a:lnTo>
                  <a:pt x="610113" y="394139"/>
                </a:lnTo>
                <a:lnTo>
                  <a:pt x="602675" y="396437"/>
                </a:lnTo>
                <a:lnTo>
                  <a:pt x="566823" y="396186"/>
                </a:lnTo>
                <a:lnTo>
                  <a:pt x="560556" y="393601"/>
                </a:lnTo>
                <a:lnTo>
                  <a:pt x="558203" y="391038"/>
                </a:lnTo>
                <a:lnTo>
                  <a:pt x="555625" y="386158"/>
                </a:lnTo>
                <a:lnTo>
                  <a:pt x="555708" y="336725"/>
                </a:lnTo>
                <a:lnTo>
                  <a:pt x="558573" y="331100"/>
                </a:lnTo>
                <a:lnTo>
                  <a:pt x="561648" y="328314"/>
                </a:lnTo>
                <a:lnTo>
                  <a:pt x="563230" y="327616"/>
                </a:lnTo>
                <a:lnTo>
                  <a:pt x="565004" y="327381"/>
                </a:lnTo>
                <a:lnTo>
                  <a:pt x="591853" y="327029"/>
                </a:lnTo>
                <a:lnTo>
                  <a:pt x="608024" y="327658"/>
                </a:lnTo>
                <a:close/>
                <a:moveTo>
                  <a:pt x="25364" y="304049"/>
                </a:moveTo>
                <a:lnTo>
                  <a:pt x="1588" y="304258"/>
                </a:lnTo>
                <a:lnTo>
                  <a:pt x="0" y="306221"/>
                </a:lnTo>
                <a:lnTo>
                  <a:pt x="0" y="326529"/>
                </a:lnTo>
                <a:lnTo>
                  <a:pt x="1588" y="328493"/>
                </a:lnTo>
                <a:lnTo>
                  <a:pt x="60631" y="328702"/>
                </a:lnTo>
                <a:lnTo>
                  <a:pt x="64653" y="330413"/>
                </a:lnTo>
                <a:lnTo>
                  <a:pt x="66343" y="331530"/>
                </a:lnTo>
                <a:lnTo>
                  <a:pt x="69364" y="335513"/>
                </a:lnTo>
                <a:lnTo>
                  <a:pt x="69260" y="344628"/>
                </a:lnTo>
                <a:lnTo>
                  <a:pt x="68737" y="346868"/>
                </a:lnTo>
                <a:lnTo>
                  <a:pt x="66732" y="347581"/>
                </a:lnTo>
                <a:lnTo>
                  <a:pt x="63497" y="347809"/>
                </a:lnTo>
                <a:lnTo>
                  <a:pt x="30629" y="348258"/>
                </a:lnTo>
                <a:lnTo>
                  <a:pt x="29834" y="349438"/>
                </a:lnTo>
                <a:lnTo>
                  <a:pt x="29410" y="352280"/>
                </a:lnTo>
                <a:lnTo>
                  <a:pt x="29358" y="367060"/>
                </a:lnTo>
                <a:lnTo>
                  <a:pt x="29971" y="371735"/>
                </a:lnTo>
                <a:lnTo>
                  <a:pt x="30550" y="372724"/>
                </a:lnTo>
                <a:lnTo>
                  <a:pt x="31263" y="373068"/>
                </a:lnTo>
                <a:lnTo>
                  <a:pt x="67609" y="373413"/>
                </a:lnTo>
                <a:lnTo>
                  <a:pt x="69573" y="375001"/>
                </a:lnTo>
                <a:lnTo>
                  <a:pt x="68944" y="387408"/>
                </a:lnTo>
                <a:lnTo>
                  <a:pt x="68052" y="389066"/>
                </a:lnTo>
                <a:lnTo>
                  <a:pt x="65940" y="391101"/>
                </a:lnTo>
                <a:lnTo>
                  <a:pt x="61216" y="393679"/>
                </a:lnTo>
                <a:lnTo>
                  <a:pt x="1755" y="394097"/>
                </a:lnTo>
                <a:lnTo>
                  <a:pt x="0" y="395685"/>
                </a:lnTo>
                <a:lnTo>
                  <a:pt x="0" y="416786"/>
                </a:lnTo>
                <a:lnTo>
                  <a:pt x="1588" y="418750"/>
                </a:lnTo>
                <a:lnTo>
                  <a:pt x="59189" y="418782"/>
                </a:lnTo>
                <a:lnTo>
                  <a:pt x="67278" y="418262"/>
                </a:lnTo>
                <a:lnTo>
                  <a:pt x="73419" y="417427"/>
                </a:lnTo>
                <a:lnTo>
                  <a:pt x="77513" y="416238"/>
                </a:lnTo>
                <a:lnTo>
                  <a:pt x="83113" y="413867"/>
                </a:lnTo>
                <a:lnTo>
                  <a:pt x="88182" y="409565"/>
                </a:lnTo>
                <a:lnTo>
                  <a:pt x="91469" y="404768"/>
                </a:lnTo>
                <a:lnTo>
                  <a:pt x="93200" y="400701"/>
                </a:lnTo>
                <a:lnTo>
                  <a:pt x="95204" y="394133"/>
                </a:lnTo>
                <a:lnTo>
                  <a:pt x="95713" y="390383"/>
                </a:lnTo>
                <a:lnTo>
                  <a:pt x="96337" y="370583"/>
                </a:lnTo>
                <a:lnTo>
                  <a:pt x="95888" y="335660"/>
                </a:lnTo>
                <a:lnTo>
                  <a:pt x="95145" y="327798"/>
                </a:lnTo>
                <a:lnTo>
                  <a:pt x="92106" y="318305"/>
                </a:lnTo>
                <a:lnTo>
                  <a:pt x="89894" y="314606"/>
                </a:lnTo>
                <a:lnTo>
                  <a:pt x="88497" y="312959"/>
                </a:lnTo>
                <a:lnTo>
                  <a:pt x="85111" y="310063"/>
                </a:lnTo>
                <a:lnTo>
                  <a:pt x="80919" y="307683"/>
                </a:lnTo>
                <a:lnTo>
                  <a:pt x="74179" y="305280"/>
                </a:lnTo>
                <a:lnTo>
                  <a:pt x="68735" y="304419"/>
                </a:lnTo>
                <a:lnTo>
                  <a:pt x="60145" y="303994"/>
                </a:lnTo>
                <a:lnTo>
                  <a:pt x="25364" y="304049"/>
                </a:lnTo>
                <a:close/>
                <a:moveTo>
                  <a:pt x="190668" y="303965"/>
                </a:moveTo>
                <a:lnTo>
                  <a:pt x="188053" y="304401"/>
                </a:lnTo>
                <a:lnTo>
                  <a:pt x="187534" y="304759"/>
                </a:lnTo>
                <a:lnTo>
                  <a:pt x="187312" y="305592"/>
                </a:lnTo>
                <a:lnTo>
                  <a:pt x="186573" y="344915"/>
                </a:lnTo>
                <a:lnTo>
                  <a:pt x="184985" y="346670"/>
                </a:lnTo>
                <a:lnTo>
                  <a:pt x="147687" y="346627"/>
                </a:lnTo>
                <a:lnTo>
                  <a:pt x="134550" y="346252"/>
                </a:lnTo>
                <a:lnTo>
                  <a:pt x="133526" y="344733"/>
                </a:lnTo>
                <a:lnTo>
                  <a:pt x="133034" y="339922"/>
                </a:lnTo>
                <a:lnTo>
                  <a:pt x="132879" y="305344"/>
                </a:lnTo>
                <a:lnTo>
                  <a:pt x="131295" y="304423"/>
                </a:lnTo>
                <a:lnTo>
                  <a:pt x="129102" y="304164"/>
                </a:lnTo>
                <a:lnTo>
                  <a:pt x="108225" y="304049"/>
                </a:lnTo>
                <a:lnTo>
                  <a:pt x="106554" y="305720"/>
                </a:lnTo>
                <a:lnTo>
                  <a:pt x="106554" y="416870"/>
                </a:lnTo>
                <a:lnTo>
                  <a:pt x="107735" y="417987"/>
                </a:lnTo>
                <a:lnTo>
                  <a:pt x="109708" y="418644"/>
                </a:lnTo>
                <a:lnTo>
                  <a:pt x="112161" y="418858"/>
                </a:lnTo>
                <a:lnTo>
                  <a:pt x="131165" y="418750"/>
                </a:lnTo>
                <a:lnTo>
                  <a:pt x="132962" y="416954"/>
                </a:lnTo>
                <a:lnTo>
                  <a:pt x="132943" y="382004"/>
                </a:lnTo>
                <a:lnTo>
                  <a:pt x="133500" y="373761"/>
                </a:lnTo>
                <a:lnTo>
                  <a:pt x="134126" y="372469"/>
                </a:lnTo>
                <a:lnTo>
                  <a:pt x="134956" y="372087"/>
                </a:lnTo>
                <a:lnTo>
                  <a:pt x="144370" y="371816"/>
                </a:lnTo>
                <a:lnTo>
                  <a:pt x="185069" y="371741"/>
                </a:lnTo>
                <a:lnTo>
                  <a:pt x="186782" y="373956"/>
                </a:lnTo>
                <a:lnTo>
                  <a:pt x="186782" y="416912"/>
                </a:lnTo>
                <a:lnTo>
                  <a:pt x="188871" y="419001"/>
                </a:lnTo>
                <a:lnTo>
                  <a:pt x="210976" y="418750"/>
                </a:lnTo>
                <a:lnTo>
                  <a:pt x="212856" y="416870"/>
                </a:lnTo>
                <a:lnTo>
                  <a:pt x="212689" y="306138"/>
                </a:lnTo>
                <a:lnTo>
                  <a:pt x="211568" y="304721"/>
                </a:lnTo>
                <a:lnTo>
                  <a:pt x="209403" y="304347"/>
                </a:lnTo>
                <a:lnTo>
                  <a:pt x="190668" y="303965"/>
                </a:lnTo>
                <a:close/>
                <a:moveTo>
                  <a:pt x="249670" y="304508"/>
                </a:moveTo>
                <a:lnTo>
                  <a:pt x="245215" y="305583"/>
                </a:lnTo>
                <a:lnTo>
                  <a:pt x="239170" y="307847"/>
                </a:lnTo>
                <a:lnTo>
                  <a:pt x="236006" y="309606"/>
                </a:lnTo>
                <a:lnTo>
                  <a:pt x="233144" y="312128"/>
                </a:lnTo>
                <a:lnTo>
                  <a:pt x="230701" y="315086"/>
                </a:lnTo>
                <a:lnTo>
                  <a:pt x="227907" y="320204"/>
                </a:lnTo>
                <a:lnTo>
                  <a:pt x="226679" y="323975"/>
                </a:lnTo>
                <a:lnTo>
                  <a:pt x="225225" y="331168"/>
                </a:lnTo>
                <a:lnTo>
                  <a:pt x="224871" y="346881"/>
                </a:lnTo>
                <a:lnTo>
                  <a:pt x="225016" y="391172"/>
                </a:lnTo>
                <a:lnTo>
                  <a:pt x="226907" y="399287"/>
                </a:lnTo>
                <a:lnTo>
                  <a:pt x="229793" y="406078"/>
                </a:lnTo>
                <a:lnTo>
                  <a:pt x="232504" y="409667"/>
                </a:lnTo>
                <a:lnTo>
                  <a:pt x="237909" y="413863"/>
                </a:lnTo>
                <a:lnTo>
                  <a:pt x="244394" y="416761"/>
                </a:lnTo>
                <a:lnTo>
                  <a:pt x="249308" y="417866"/>
                </a:lnTo>
                <a:lnTo>
                  <a:pt x="256804" y="418462"/>
                </a:lnTo>
                <a:lnTo>
                  <a:pt x="268848" y="418704"/>
                </a:lnTo>
                <a:lnTo>
                  <a:pt x="318491" y="418750"/>
                </a:lnTo>
                <a:lnTo>
                  <a:pt x="320079" y="416786"/>
                </a:lnTo>
                <a:lnTo>
                  <a:pt x="320011" y="398661"/>
                </a:lnTo>
                <a:lnTo>
                  <a:pt x="319786" y="396066"/>
                </a:lnTo>
                <a:lnTo>
                  <a:pt x="318929" y="394455"/>
                </a:lnTo>
                <a:lnTo>
                  <a:pt x="317340" y="394059"/>
                </a:lnTo>
                <a:lnTo>
                  <a:pt x="311785" y="393952"/>
                </a:lnTo>
                <a:lnTo>
                  <a:pt x="259698" y="393679"/>
                </a:lnTo>
                <a:lnTo>
                  <a:pt x="255588" y="391648"/>
                </a:lnTo>
                <a:lnTo>
                  <a:pt x="252700" y="389044"/>
                </a:lnTo>
                <a:lnTo>
                  <a:pt x="251166" y="385226"/>
                </a:lnTo>
                <a:lnTo>
                  <a:pt x="250714" y="379639"/>
                </a:lnTo>
                <a:lnTo>
                  <a:pt x="250940" y="375418"/>
                </a:lnTo>
                <a:lnTo>
                  <a:pt x="252469" y="373622"/>
                </a:lnTo>
                <a:lnTo>
                  <a:pt x="318449" y="372870"/>
                </a:lnTo>
                <a:lnTo>
                  <a:pt x="319427" y="371790"/>
                </a:lnTo>
                <a:lnTo>
                  <a:pt x="319797" y="370185"/>
                </a:lnTo>
                <a:lnTo>
                  <a:pt x="320079" y="360292"/>
                </a:lnTo>
                <a:lnTo>
                  <a:pt x="320079" y="350096"/>
                </a:lnTo>
                <a:lnTo>
                  <a:pt x="318491" y="348133"/>
                </a:lnTo>
                <a:lnTo>
                  <a:pt x="252399" y="347402"/>
                </a:lnTo>
                <a:lnTo>
                  <a:pt x="251554" y="347162"/>
                </a:lnTo>
                <a:lnTo>
                  <a:pt x="251117" y="346604"/>
                </a:lnTo>
                <a:lnTo>
                  <a:pt x="250726" y="343306"/>
                </a:lnTo>
                <a:lnTo>
                  <a:pt x="251153" y="337085"/>
                </a:lnTo>
                <a:lnTo>
                  <a:pt x="253246" y="332659"/>
                </a:lnTo>
                <a:lnTo>
                  <a:pt x="254496" y="331204"/>
                </a:lnTo>
                <a:lnTo>
                  <a:pt x="255589" y="330538"/>
                </a:lnTo>
                <a:lnTo>
                  <a:pt x="260701" y="328702"/>
                </a:lnTo>
                <a:lnTo>
                  <a:pt x="317864" y="328702"/>
                </a:lnTo>
                <a:lnTo>
                  <a:pt x="320079" y="326989"/>
                </a:lnTo>
                <a:lnTo>
                  <a:pt x="320079" y="305344"/>
                </a:lnTo>
                <a:lnTo>
                  <a:pt x="318112" y="304423"/>
                </a:lnTo>
                <a:lnTo>
                  <a:pt x="309496" y="304124"/>
                </a:lnTo>
                <a:lnTo>
                  <a:pt x="249670" y="304508"/>
                </a:lnTo>
                <a:close/>
                <a:moveTo>
                  <a:pt x="334160" y="304801"/>
                </a:moveTo>
                <a:lnTo>
                  <a:pt x="333450" y="305595"/>
                </a:lnTo>
                <a:lnTo>
                  <a:pt x="333450" y="416912"/>
                </a:lnTo>
                <a:lnTo>
                  <a:pt x="335497" y="418959"/>
                </a:lnTo>
                <a:lnTo>
                  <a:pt x="351116" y="418925"/>
                </a:lnTo>
                <a:lnTo>
                  <a:pt x="357008" y="418481"/>
                </a:lnTo>
                <a:lnTo>
                  <a:pt x="358387" y="417959"/>
                </a:lnTo>
                <a:lnTo>
                  <a:pt x="359274" y="417163"/>
                </a:lnTo>
                <a:lnTo>
                  <a:pt x="359592" y="415587"/>
                </a:lnTo>
                <a:lnTo>
                  <a:pt x="359904" y="382180"/>
                </a:lnTo>
                <a:lnTo>
                  <a:pt x="360259" y="378874"/>
                </a:lnTo>
                <a:lnTo>
                  <a:pt x="360948" y="377388"/>
                </a:lnTo>
                <a:lnTo>
                  <a:pt x="362073" y="376756"/>
                </a:lnTo>
                <a:lnTo>
                  <a:pt x="364658" y="376582"/>
                </a:lnTo>
                <a:lnTo>
                  <a:pt x="397336" y="376339"/>
                </a:lnTo>
                <a:lnTo>
                  <a:pt x="407591" y="375806"/>
                </a:lnTo>
                <a:lnTo>
                  <a:pt x="416771" y="373621"/>
                </a:lnTo>
                <a:lnTo>
                  <a:pt x="420320" y="372073"/>
                </a:lnTo>
                <a:lnTo>
                  <a:pt x="423472" y="370162"/>
                </a:lnTo>
                <a:lnTo>
                  <a:pt x="427416" y="366645"/>
                </a:lnTo>
                <a:lnTo>
                  <a:pt x="429919" y="363220"/>
                </a:lnTo>
                <a:lnTo>
                  <a:pt x="431292" y="360076"/>
                </a:lnTo>
                <a:lnTo>
                  <a:pt x="433401" y="352729"/>
                </a:lnTo>
                <a:lnTo>
                  <a:pt x="433642" y="332389"/>
                </a:lnTo>
                <a:lnTo>
                  <a:pt x="433250" y="327434"/>
                </a:lnTo>
                <a:lnTo>
                  <a:pt x="430795" y="318818"/>
                </a:lnTo>
                <a:lnTo>
                  <a:pt x="429059" y="315595"/>
                </a:lnTo>
                <a:lnTo>
                  <a:pt x="426747" y="312630"/>
                </a:lnTo>
                <a:lnTo>
                  <a:pt x="424024" y="310102"/>
                </a:lnTo>
                <a:lnTo>
                  <a:pt x="421055" y="308188"/>
                </a:lnTo>
                <a:lnTo>
                  <a:pt x="413174" y="305076"/>
                </a:lnTo>
                <a:lnTo>
                  <a:pt x="406784" y="304299"/>
                </a:lnTo>
                <a:lnTo>
                  <a:pt x="391052" y="304065"/>
                </a:lnTo>
                <a:lnTo>
                  <a:pt x="334829" y="304049"/>
                </a:lnTo>
                <a:lnTo>
                  <a:pt x="334160" y="304801"/>
                </a:lnTo>
                <a:close/>
                <a:moveTo>
                  <a:pt x="398845" y="329162"/>
                </a:moveTo>
                <a:lnTo>
                  <a:pt x="402999" y="330776"/>
                </a:lnTo>
                <a:lnTo>
                  <a:pt x="404909" y="332176"/>
                </a:lnTo>
                <a:lnTo>
                  <a:pt x="406222" y="333922"/>
                </a:lnTo>
                <a:lnTo>
                  <a:pt x="407244" y="337352"/>
                </a:lnTo>
                <a:lnTo>
                  <a:pt x="407322" y="341123"/>
                </a:lnTo>
                <a:lnTo>
                  <a:pt x="406633" y="345258"/>
                </a:lnTo>
                <a:lnTo>
                  <a:pt x="405142" y="347465"/>
                </a:lnTo>
                <a:lnTo>
                  <a:pt x="402030" y="349887"/>
                </a:lnTo>
                <a:lnTo>
                  <a:pt x="400358" y="350473"/>
                </a:lnTo>
                <a:lnTo>
                  <a:pt x="394750" y="350728"/>
                </a:lnTo>
                <a:lnTo>
                  <a:pt x="361488" y="350849"/>
                </a:lnTo>
                <a:lnTo>
                  <a:pt x="359775" y="348634"/>
                </a:lnTo>
                <a:lnTo>
                  <a:pt x="360033" y="332852"/>
                </a:lnTo>
                <a:lnTo>
                  <a:pt x="360743" y="330160"/>
                </a:lnTo>
                <a:lnTo>
                  <a:pt x="362115" y="328911"/>
                </a:lnTo>
                <a:lnTo>
                  <a:pt x="380104" y="328582"/>
                </a:lnTo>
                <a:lnTo>
                  <a:pt x="398845" y="329162"/>
                </a:lnTo>
                <a:close/>
                <a:moveTo>
                  <a:pt x="467791" y="304675"/>
                </a:moveTo>
                <a:lnTo>
                  <a:pt x="463873" y="305682"/>
                </a:lnTo>
                <a:lnTo>
                  <a:pt x="458252" y="307744"/>
                </a:lnTo>
                <a:lnTo>
                  <a:pt x="455386" y="309465"/>
                </a:lnTo>
                <a:lnTo>
                  <a:pt x="452534" y="311868"/>
                </a:lnTo>
                <a:lnTo>
                  <a:pt x="449978" y="314676"/>
                </a:lnTo>
                <a:lnTo>
                  <a:pt x="448000" y="317616"/>
                </a:lnTo>
                <a:lnTo>
                  <a:pt x="444813" y="325750"/>
                </a:lnTo>
                <a:lnTo>
                  <a:pt x="444067" y="334338"/>
                </a:lnTo>
                <a:lnTo>
                  <a:pt x="443848" y="345621"/>
                </a:lnTo>
                <a:lnTo>
                  <a:pt x="443764" y="416912"/>
                </a:lnTo>
                <a:lnTo>
                  <a:pt x="445812" y="418959"/>
                </a:lnTo>
                <a:lnTo>
                  <a:pt x="464931" y="418759"/>
                </a:lnTo>
                <a:lnTo>
                  <a:pt x="467949" y="418161"/>
                </a:lnTo>
                <a:lnTo>
                  <a:pt x="469212" y="416954"/>
                </a:lnTo>
                <a:lnTo>
                  <a:pt x="469567" y="407124"/>
                </a:lnTo>
                <a:lnTo>
                  <a:pt x="469912" y="341687"/>
                </a:lnTo>
                <a:lnTo>
                  <a:pt x="470331" y="336807"/>
                </a:lnTo>
                <a:lnTo>
                  <a:pt x="471873" y="332786"/>
                </a:lnTo>
                <a:lnTo>
                  <a:pt x="474689" y="330676"/>
                </a:lnTo>
                <a:lnTo>
                  <a:pt x="479720" y="328972"/>
                </a:lnTo>
                <a:lnTo>
                  <a:pt x="488253" y="328597"/>
                </a:lnTo>
                <a:lnTo>
                  <a:pt x="519480" y="328493"/>
                </a:lnTo>
                <a:lnTo>
                  <a:pt x="521068" y="326529"/>
                </a:lnTo>
                <a:lnTo>
                  <a:pt x="520953" y="307642"/>
                </a:lnTo>
                <a:lnTo>
                  <a:pt x="520693" y="305611"/>
                </a:lnTo>
                <a:lnTo>
                  <a:pt x="519773" y="304049"/>
                </a:lnTo>
                <a:lnTo>
                  <a:pt x="478282" y="304194"/>
                </a:lnTo>
                <a:lnTo>
                  <a:pt x="467791" y="304675"/>
                </a:lnTo>
                <a:close/>
                <a:moveTo>
                  <a:pt x="727280" y="314537"/>
                </a:moveTo>
                <a:lnTo>
                  <a:pt x="723766" y="316635"/>
                </a:lnTo>
                <a:lnTo>
                  <a:pt x="720253" y="317987"/>
                </a:lnTo>
                <a:lnTo>
                  <a:pt x="717701" y="319603"/>
                </a:lnTo>
                <a:lnTo>
                  <a:pt x="710310" y="326232"/>
                </a:lnTo>
                <a:lnTo>
                  <a:pt x="706596" y="328764"/>
                </a:lnTo>
                <a:lnTo>
                  <a:pt x="705250" y="330559"/>
                </a:lnTo>
                <a:lnTo>
                  <a:pt x="704925" y="332045"/>
                </a:lnTo>
                <a:lnTo>
                  <a:pt x="705252" y="332781"/>
                </a:lnTo>
                <a:lnTo>
                  <a:pt x="710847" y="338832"/>
                </a:lnTo>
                <a:lnTo>
                  <a:pt x="711884" y="341002"/>
                </a:lnTo>
                <a:lnTo>
                  <a:pt x="710953" y="347495"/>
                </a:lnTo>
                <a:lnTo>
                  <a:pt x="710480" y="356915"/>
                </a:lnTo>
                <a:lnTo>
                  <a:pt x="710032" y="358581"/>
                </a:lnTo>
                <a:lnTo>
                  <a:pt x="708763" y="360556"/>
                </a:lnTo>
                <a:lnTo>
                  <a:pt x="706304" y="363050"/>
                </a:lnTo>
                <a:lnTo>
                  <a:pt x="700078" y="361671"/>
                </a:lnTo>
                <a:lnTo>
                  <a:pt x="695070" y="363433"/>
                </a:lnTo>
                <a:lnTo>
                  <a:pt x="693032" y="363682"/>
                </a:lnTo>
                <a:lnTo>
                  <a:pt x="686380" y="361864"/>
                </a:lnTo>
                <a:lnTo>
                  <a:pt x="683835" y="361713"/>
                </a:lnTo>
                <a:lnTo>
                  <a:pt x="682742" y="362005"/>
                </a:lnTo>
                <a:lnTo>
                  <a:pt x="680621" y="363440"/>
                </a:lnTo>
                <a:lnTo>
                  <a:pt x="675566" y="369474"/>
                </a:lnTo>
                <a:lnTo>
                  <a:pt x="671782" y="373071"/>
                </a:lnTo>
                <a:lnTo>
                  <a:pt x="667886" y="375467"/>
                </a:lnTo>
                <a:lnTo>
                  <a:pt x="665460" y="376237"/>
                </a:lnTo>
                <a:lnTo>
                  <a:pt x="663297" y="376464"/>
                </a:lnTo>
                <a:lnTo>
                  <a:pt x="660852" y="378099"/>
                </a:lnTo>
                <a:lnTo>
                  <a:pt x="659980" y="379912"/>
                </a:lnTo>
                <a:lnTo>
                  <a:pt x="659864" y="382002"/>
                </a:lnTo>
                <a:lnTo>
                  <a:pt x="660632" y="384110"/>
                </a:lnTo>
                <a:lnTo>
                  <a:pt x="661928" y="385538"/>
                </a:lnTo>
                <a:lnTo>
                  <a:pt x="663589" y="386519"/>
                </a:lnTo>
                <a:lnTo>
                  <a:pt x="665359" y="386986"/>
                </a:lnTo>
                <a:lnTo>
                  <a:pt x="667654" y="386580"/>
                </a:lnTo>
                <a:lnTo>
                  <a:pt x="669318" y="385231"/>
                </a:lnTo>
                <a:lnTo>
                  <a:pt x="679012" y="379419"/>
                </a:lnTo>
                <a:lnTo>
                  <a:pt x="684686" y="372810"/>
                </a:lnTo>
                <a:lnTo>
                  <a:pt x="686492" y="371418"/>
                </a:lnTo>
                <a:lnTo>
                  <a:pt x="687782" y="371373"/>
                </a:lnTo>
                <a:lnTo>
                  <a:pt x="692461" y="373152"/>
                </a:lnTo>
                <a:lnTo>
                  <a:pt x="694970" y="373575"/>
                </a:lnTo>
                <a:lnTo>
                  <a:pt x="697049" y="373174"/>
                </a:lnTo>
                <a:lnTo>
                  <a:pt x="699576" y="371324"/>
                </a:lnTo>
                <a:lnTo>
                  <a:pt x="706908" y="371684"/>
                </a:lnTo>
                <a:lnTo>
                  <a:pt x="709192" y="371479"/>
                </a:lnTo>
                <a:lnTo>
                  <a:pt x="711946" y="370308"/>
                </a:lnTo>
                <a:lnTo>
                  <a:pt x="720508" y="363196"/>
                </a:lnTo>
                <a:lnTo>
                  <a:pt x="721143" y="361870"/>
                </a:lnTo>
                <a:lnTo>
                  <a:pt x="721155" y="360828"/>
                </a:lnTo>
                <a:lnTo>
                  <a:pt x="719408" y="356103"/>
                </a:lnTo>
                <a:lnTo>
                  <a:pt x="719103" y="350925"/>
                </a:lnTo>
                <a:lnTo>
                  <a:pt x="719920" y="347032"/>
                </a:lnTo>
                <a:lnTo>
                  <a:pt x="721938" y="341859"/>
                </a:lnTo>
                <a:lnTo>
                  <a:pt x="722183" y="339770"/>
                </a:lnTo>
                <a:lnTo>
                  <a:pt x="721343" y="337016"/>
                </a:lnTo>
                <a:lnTo>
                  <a:pt x="718928" y="333777"/>
                </a:lnTo>
                <a:lnTo>
                  <a:pt x="718296" y="332129"/>
                </a:lnTo>
                <a:lnTo>
                  <a:pt x="719217" y="330234"/>
                </a:lnTo>
                <a:lnTo>
                  <a:pt x="721645" y="327935"/>
                </a:lnTo>
                <a:lnTo>
                  <a:pt x="729556" y="323193"/>
                </a:lnTo>
                <a:lnTo>
                  <a:pt x="730887" y="321802"/>
                </a:lnTo>
                <a:lnTo>
                  <a:pt x="731718" y="317919"/>
                </a:lnTo>
                <a:lnTo>
                  <a:pt x="731543" y="315331"/>
                </a:lnTo>
                <a:lnTo>
                  <a:pt x="729740" y="314197"/>
                </a:lnTo>
                <a:lnTo>
                  <a:pt x="727280" y="314537"/>
                </a:lnTo>
                <a:close/>
                <a:moveTo>
                  <a:pt x="554622" y="440646"/>
                </a:moveTo>
                <a:lnTo>
                  <a:pt x="537824" y="440897"/>
                </a:lnTo>
                <a:lnTo>
                  <a:pt x="535902" y="442819"/>
                </a:lnTo>
                <a:lnTo>
                  <a:pt x="535812" y="546817"/>
                </a:lnTo>
                <a:lnTo>
                  <a:pt x="535902" y="553384"/>
                </a:lnTo>
                <a:lnTo>
                  <a:pt x="536394" y="554429"/>
                </a:lnTo>
                <a:lnTo>
                  <a:pt x="538513" y="555327"/>
                </a:lnTo>
                <a:lnTo>
                  <a:pt x="541467" y="555585"/>
                </a:lnTo>
                <a:lnTo>
                  <a:pt x="559720" y="555557"/>
                </a:lnTo>
                <a:lnTo>
                  <a:pt x="561600" y="553802"/>
                </a:lnTo>
                <a:lnTo>
                  <a:pt x="561704" y="478776"/>
                </a:lnTo>
                <a:lnTo>
                  <a:pt x="561883" y="470028"/>
                </a:lnTo>
                <a:lnTo>
                  <a:pt x="562385" y="467606"/>
                </a:lnTo>
                <a:lnTo>
                  <a:pt x="563564" y="466637"/>
                </a:lnTo>
                <a:lnTo>
                  <a:pt x="569019" y="466374"/>
                </a:lnTo>
                <a:lnTo>
                  <a:pt x="607650" y="466209"/>
                </a:lnTo>
                <a:lnTo>
                  <a:pt x="613725" y="466654"/>
                </a:lnTo>
                <a:lnTo>
                  <a:pt x="614459" y="467966"/>
                </a:lnTo>
                <a:lnTo>
                  <a:pt x="614698" y="469618"/>
                </a:lnTo>
                <a:lnTo>
                  <a:pt x="615043" y="481973"/>
                </a:lnTo>
                <a:lnTo>
                  <a:pt x="615420" y="554178"/>
                </a:lnTo>
                <a:lnTo>
                  <a:pt x="616584" y="555038"/>
                </a:lnTo>
                <a:lnTo>
                  <a:pt x="619542" y="555460"/>
                </a:lnTo>
                <a:lnTo>
                  <a:pt x="640032" y="555599"/>
                </a:lnTo>
                <a:lnTo>
                  <a:pt x="641453" y="554011"/>
                </a:lnTo>
                <a:lnTo>
                  <a:pt x="641514" y="465933"/>
                </a:lnTo>
                <a:lnTo>
                  <a:pt x="641380" y="445606"/>
                </a:lnTo>
                <a:lnTo>
                  <a:pt x="641072" y="442077"/>
                </a:lnTo>
                <a:lnTo>
                  <a:pt x="638904" y="441007"/>
                </a:lnTo>
                <a:lnTo>
                  <a:pt x="635393" y="440702"/>
                </a:lnTo>
                <a:lnTo>
                  <a:pt x="554622" y="440646"/>
                </a:lnTo>
                <a:close/>
                <a:moveTo>
                  <a:pt x="134968" y="441733"/>
                </a:moveTo>
                <a:lnTo>
                  <a:pt x="127084" y="443457"/>
                </a:lnTo>
                <a:lnTo>
                  <a:pt x="123710" y="444652"/>
                </a:lnTo>
                <a:lnTo>
                  <a:pt x="118019" y="447760"/>
                </a:lnTo>
                <a:lnTo>
                  <a:pt x="115668" y="449696"/>
                </a:lnTo>
                <a:lnTo>
                  <a:pt x="113626" y="451902"/>
                </a:lnTo>
                <a:lnTo>
                  <a:pt x="110401" y="457164"/>
                </a:lnTo>
                <a:lnTo>
                  <a:pt x="107613" y="465789"/>
                </a:lnTo>
                <a:lnTo>
                  <a:pt x="107099" y="471130"/>
                </a:lnTo>
                <a:lnTo>
                  <a:pt x="106841" y="488180"/>
                </a:lnTo>
                <a:lnTo>
                  <a:pt x="106758" y="545661"/>
                </a:lnTo>
                <a:lnTo>
                  <a:pt x="107013" y="554846"/>
                </a:lnTo>
                <a:lnTo>
                  <a:pt x="107562" y="555673"/>
                </a:lnTo>
                <a:lnTo>
                  <a:pt x="108689" y="556188"/>
                </a:lnTo>
                <a:lnTo>
                  <a:pt x="114666" y="556510"/>
                </a:lnTo>
                <a:lnTo>
                  <a:pt x="131332" y="556225"/>
                </a:lnTo>
                <a:lnTo>
                  <a:pt x="132879" y="554136"/>
                </a:lnTo>
                <a:lnTo>
                  <a:pt x="133331" y="477299"/>
                </a:lnTo>
                <a:lnTo>
                  <a:pt x="133589" y="473406"/>
                </a:lnTo>
                <a:lnTo>
                  <a:pt x="135522" y="470298"/>
                </a:lnTo>
                <a:lnTo>
                  <a:pt x="137768" y="468099"/>
                </a:lnTo>
                <a:lnTo>
                  <a:pt x="141671" y="467295"/>
                </a:lnTo>
                <a:lnTo>
                  <a:pt x="152036" y="466715"/>
                </a:lnTo>
                <a:lnTo>
                  <a:pt x="182057" y="466382"/>
                </a:lnTo>
                <a:lnTo>
                  <a:pt x="183232" y="465776"/>
                </a:lnTo>
                <a:lnTo>
                  <a:pt x="183779" y="464609"/>
                </a:lnTo>
                <a:lnTo>
                  <a:pt x="184240" y="458878"/>
                </a:lnTo>
                <a:lnTo>
                  <a:pt x="184275" y="443279"/>
                </a:lnTo>
                <a:lnTo>
                  <a:pt x="182687" y="441315"/>
                </a:lnTo>
                <a:lnTo>
                  <a:pt x="145344" y="441308"/>
                </a:lnTo>
                <a:lnTo>
                  <a:pt x="134968" y="441733"/>
                </a:lnTo>
                <a:close/>
                <a:moveTo>
                  <a:pt x="198190" y="441607"/>
                </a:moveTo>
                <a:lnTo>
                  <a:pt x="197020" y="442735"/>
                </a:lnTo>
                <a:lnTo>
                  <a:pt x="196837" y="450323"/>
                </a:lnTo>
                <a:lnTo>
                  <a:pt x="197425" y="552465"/>
                </a:lnTo>
                <a:lnTo>
                  <a:pt x="198439" y="555150"/>
                </a:lnTo>
                <a:lnTo>
                  <a:pt x="199025" y="555766"/>
                </a:lnTo>
                <a:lnTo>
                  <a:pt x="200230" y="556123"/>
                </a:lnTo>
                <a:lnTo>
                  <a:pt x="221679" y="556451"/>
                </a:lnTo>
                <a:lnTo>
                  <a:pt x="223140" y="555056"/>
                </a:lnTo>
                <a:lnTo>
                  <a:pt x="223472" y="552866"/>
                </a:lnTo>
                <a:lnTo>
                  <a:pt x="223661" y="520370"/>
                </a:lnTo>
                <a:lnTo>
                  <a:pt x="223914" y="517001"/>
                </a:lnTo>
                <a:lnTo>
                  <a:pt x="224400" y="515425"/>
                </a:lnTo>
                <a:lnTo>
                  <a:pt x="225183" y="514816"/>
                </a:lnTo>
                <a:lnTo>
                  <a:pt x="226467" y="514716"/>
                </a:lnTo>
                <a:lnTo>
                  <a:pt x="262086" y="514198"/>
                </a:lnTo>
                <a:lnTo>
                  <a:pt x="270645" y="513700"/>
                </a:lnTo>
                <a:lnTo>
                  <a:pt x="274581" y="513055"/>
                </a:lnTo>
                <a:lnTo>
                  <a:pt x="280809" y="511338"/>
                </a:lnTo>
                <a:lnTo>
                  <a:pt x="284923" y="509546"/>
                </a:lnTo>
                <a:lnTo>
                  <a:pt x="288410" y="507253"/>
                </a:lnTo>
                <a:lnTo>
                  <a:pt x="291321" y="504418"/>
                </a:lnTo>
                <a:lnTo>
                  <a:pt x="293704" y="501001"/>
                </a:lnTo>
                <a:lnTo>
                  <a:pt x="295836" y="496379"/>
                </a:lnTo>
                <a:lnTo>
                  <a:pt x="296547" y="493576"/>
                </a:lnTo>
                <a:lnTo>
                  <a:pt x="297055" y="484215"/>
                </a:lnTo>
                <a:lnTo>
                  <a:pt x="296887" y="461372"/>
                </a:lnTo>
                <a:lnTo>
                  <a:pt x="293836" y="454723"/>
                </a:lnTo>
                <a:lnTo>
                  <a:pt x="292332" y="452452"/>
                </a:lnTo>
                <a:lnTo>
                  <a:pt x="288582" y="448520"/>
                </a:lnTo>
                <a:lnTo>
                  <a:pt x="283863" y="445412"/>
                </a:lnTo>
                <a:lnTo>
                  <a:pt x="281147" y="444172"/>
                </a:lnTo>
                <a:lnTo>
                  <a:pt x="275016" y="442330"/>
                </a:lnTo>
                <a:lnTo>
                  <a:pt x="268342" y="441537"/>
                </a:lnTo>
                <a:lnTo>
                  <a:pt x="253759" y="441258"/>
                </a:lnTo>
                <a:lnTo>
                  <a:pt x="213721" y="441187"/>
                </a:lnTo>
                <a:lnTo>
                  <a:pt x="198190" y="441607"/>
                </a:lnTo>
                <a:close/>
                <a:moveTo>
                  <a:pt x="262247" y="466804"/>
                </a:moveTo>
                <a:lnTo>
                  <a:pt x="265532" y="467753"/>
                </a:lnTo>
                <a:lnTo>
                  <a:pt x="267810" y="468889"/>
                </a:lnTo>
                <a:lnTo>
                  <a:pt x="269339" y="470354"/>
                </a:lnTo>
                <a:lnTo>
                  <a:pt x="270771" y="472738"/>
                </a:lnTo>
                <a:lnTo>
                  <a:pt x="270771" y="482766"/>
                </a:lnTo>
                <a:lnTo>
                  <a:pt x="268562" y="485540"/>
                </a:lnTo>
                <a:lnTo>
                  <a:pt x="264796" y="488115"/>
                </a:lnTo>
                <a:lnTo>
                  <a:pt x="225309" y="488365"/>
                </a:lnTo>
                <a:lnTo>
                  <a:pt x="223554" y="486109"/>
                </a:lnTo>
                <a:lnTo>
                  <a:pt x="223729" y="470165"/>
                </a:lnTo>
                <a:lnTo>
                  <a:pt x="224262" y="467715"/>
                </a:lnTo>
                <a:lnTo>
                  <a:pt x="225350" y="466720"/>
                </a:lnTo>
                <a:lnTo>
                  <a:pt x="249936" y="466196"/>
                </a:lnTo>
                <a:lnTo>
                  <a:pt x="258374" y="466339"/>
                </a:lnTo>
                <a:lnTo>
                  <a:pt x="262247" y="466804"/>
                </a:lnTo>
                <a:close/>
                <a:moveTo>
                  <a:pt x="417815" y="441900"/>
                </a:moveTo>
                <a:lnTo>
                  <a:pt x="416812" y="442694"/>
                </a:lnTo>
                <a:lnTo>
                  <a:pt x="416711" y="536587"/>
                </a:lnTo>
                <a:lnTo>
                  <a:pt x="416870" y="549096"/>
                </a:lnTo>
                <a:lnTo>
                  <a:pt x="417619" y="555598"/>
                </a:lnTo>
                <a:lnTo>
                  <a:pt x="418609" y="556184"/>
                </a:lnTo>
                <a:lnTo>
                  <a:pt x="420325" y="556307"/>
                </a:lnTo>
                <a:lnTo>
                  <a:pt x="437652" y="556490"/>
                </a:lnTo>
                <a:lnTo>
                  <a:pt x="440261" y="556019"/>
                </a:lnTo>
                <a:lnTo>
                  <a:pt x="442302" y="554429"/>
                </a:lnTo>
                <a:lnTo>
                  <a:pt x="442518" y="477127"/>
                </a:lnTo>
                <a:lnTo>
                  <a:pt x="442678" y="468350"/>
                </a:lnTo>
                <a:lnTo>
                  <a:pt x="443247" y="467290"/>
                </a:lnTo>
                <a:lnTo>
                  <a:pt x="446590" y="466449"/>
                </a:lnTo>
                <a:lnTo>
                  <a:pt x="452300" y="466236"/>
                </a:lnTo>
                <a:lnTo>
                  <a:pt x="493071" y="466177"/>
                </a:lnTo>
                <a:lnTo>
                  <a:pt x="495662" y="468517"/>
                </a:lnTo>
                <a:lnTo>
                  <a:pt x="495705" y="531697"/>
                </a:lnTo>
                <a:lnTo>
                  <a:pt x="496080" y="554053"/>
                </a:lnTo>
                <a:lnTo>
                  <a:pt x="499130" y="556434"/>
                </a:lnTo>
                <a:lnTo>
                  <a:pt x="514119" y="556394"/>
                </a:lnTo>
                <a:lnTo>
                  <a:pt x="520137" y="556038"/>
                </a:lnTo>
                <a:lnTo>
                  <a:pt x="521904" y="553760"/>
                </a:lnTo>
                <a:lnTo>
                  <a:pt x="521904" y="443153"/>
                </a:lnTo>
                <a:lnTo>
                  <a:pt x="519856" y="441106"/>
                </a:lnTo>
                <a:lnTo>
                  <a:pt x="418776" y="441106"/>
                </a:lnTo>
                <a:lnTo>
                  <a:pt x="417815" y="441900"/>
                </a:lnTo>
                <a:close/>
                <a:moveTo>
                  <a:pt x="307794" y="442903"/>
                </a:moveTo>
                <a:lnTo>
                  <a:pt x="306641" y="444841"/>
                </a:lnTo>
                <a:lnTo>
                  <a:pt x="306429" y="446967"/>
                </a:lnTo>
                <a:lnTo>
                  <a:pt x="306511" y="482502"/>
                </a:lnTo>
                <a:lnTo>
                  <a:pt x="306885" y="492842"/>
                </a:lnTo>
                <a:lnTo>
                  <a:pt x="308003" y="497551"/>
                </a:lnTo>
                <a:lnTo>
                  <a:pt x="310487" y="501757"/>
                </a:lnTo>
                <a:lnTo>
                  <a:pt x="312909" y="504734"/>
                </a:lnTo>
                <a:lnTo>
                  <a:pt x="315743" y="507294"/>
                </a:lnTo>
                <a:lnTo>
                  <a:pt x="320809" y="510387"/>
                </a:lnTo>
                <a:lnTo>
                  <a:pt x="329732" y="513444"/>
                </a:lnTo>
                <a:lnTo>
                  <a:pt x="339207" y="514234"/>
                </a:lnTo>
                <a:lnTo>
                  <a:pt x="376740" y="514858"/>
                </a:lnTo>
                <a:lnTo>
                  <a:pt x="378423" y="515473"/>
                </a:lnTo>
                <a:lnTo>
                  <a:pt x="379070" y="516341"/>
                </a:lnTo>
                <a:lnTo>
                  <a:pt x="379567" y="520007"/>
                </a:lnTo>
                <a:lnTo>
                  <a:pt x="379623" y="526140"/>
                </a:lnTo>
                <a:lnTo>
                  <a:pt x="376123" y="530139"/>
                </a:lnTo>
                <a:lnTo>
                  <a:pt x="373340" y="531341"/>
                </a:lnTo>
                <a:lnTo>
                  <a:pt x="363572" y="532097"/>
                </a:lnTo>
                <a:lnTo>
                  <a:pt x="321285" y="532314"/>
                </a:lnTo>
                <a:lnTo>
                  <a:pt x="313692" y="532544"/>
                </a:lnTo>
                <a:lnTo>
                  <a:pt x="312632" y="532876"/>
                </a:lnTo>
                <a:lnTo>
                  <a:pt x="311803" y="533735"/>
                </a:lnTo>
                <a:lnTo>
                  <a:pt x="311283" y="535348"/>
                </a:lnTo>
                <a:lnTo>
                  <a:pt x="310932" y="539979"/>
                </a:lnTo>
                <a:lnTo>
                  <a:pt x="311085" y="553579"/>
                </a:lnTo>
                <a:lnTo>
                  <a:pt x="311445" y="555608"/>
                </a:lnTo>
                <a:lnTo>
                  <a:pt x="312078" y="556690"/>
                </a:lnTo>
                <a:lnTo>
                  <a:pt x="313621" y="557322"/>
                </a:lnTo>
                <a:lnTo>
                  <a:pt x="321990" y="557583"/>
                </a:lnTo>
                <a:lnTo>
                  <a:pt x="379205" y="557688"/>
                </a:lnTo>
                <a:lnTo>
                  <a:pt x="390853" y="554100"/>
                </a:lnTo>
                <a:lnTo>
                  <a:pt x="395636" y="551357"/>
                </a:lnTo>
                <a:lnTo>
                  <a:pt x="398470" y="548866"/>
                </a:lnTo>
                <a:lnTo>
                  <a:pt x="401774" y="544729"/>
                </a:lnTo>
                <a:lnTo>
                  <a:pt x="403865" y="540231"/>
                </a:lnTo>
                <a:lnTo>
                  <a:pt x="404987" y="535374"/>
                </a:lnTo>
                <a:lnTo>
                  <a:pt x="405056" y="458911"/>
                </a:lnTo>
                <a:lnTo>
                  <a:pt x="404872" y="448653"/>
                </a:lnTo>
                <a:lnTo>
                  <a:pt x="404053" y="443138"/>
                </a:lnTo>
                <a:lnTo>
                  <a:pt x="402075" y="442232"/>
                </a:lnTo>
                <a:lnTo>
                  <a:pt x="392138" y="441931"/>
                </a:lnTo>
                <a:lnTo>
                  <a:pt x="382281" y="442232"/>
                </a:lnTo>
                <a:lnTo>
                  <a:pt x="381420" y="442401"/>
                </a:lnTo>
                <a:lnTo>
                  <a:pt x="380474" y="443174"/>
                </a:lnTo>
                <a:lnTo>
                  <a:pt x="379707" y="446491"/>
                </a:lnTo>
                <a:lnTo>
                  <a:pt x="379513" y="451640"/>
                </a:lnTo>
                <a:lnTo>
                  <a:pt x="379540" y="487070"/>
                </a:lnTo>
                <a:lnTo>
                  <a:pt x="378378" y="488294"/>
                </a:lnTo>
                <a:lnTo>
                  <a:pt x="376109" y="489069"/>
                </a:lnTo>
                <a:lnTo>
                  <a:pt x="372930" y="489335"/>
                </a:lnTo>
                <a:lnTo>
                  <a:pt x="344356" y="489619"/>
                </a:lnTo>
                <a:lnTo>
                  <a:pt x="338144" y="488095"/>
                </a:lnTo>
                <a:lnTo>
                  <a:pt x="335675" y="487054"/>
                </a:lnTo>
                <a:lnTo>
                  <a:pt x="333819" y="484820"/>
                </a:lnTo>
                <a:lnTo>
                  <a:pt x="332300" y="481033"/>
                </a:lnTo>
                <a:lnTo>
                  <a:pt x="331923" y="477528"/>
                </a:lnTo>
                <a:lnTo>
                  <a:pt x="333069" y="470742"/>
                </a:lnTo>
                <a:lnTo>
                  <a:pt x="333315" y="452688"/>
                </a:lnTo>
                <a:lnTo>
                  <a:pt x="333074" y="446642"/>
                </a:lnTo>
                <a:lnTo>
                  <a:pt x="332247" y="444026"/>
                </a:lnTo>
                <a:lnTo>
                  <a:pt x="329898" y="442150"/>
                </a:lnTo>
                <a:lnTo>
                  <a:pt x="308796" y="441900"/>
                </a:lnTo>
                <a:lnTo>
                  <a:pt x="307794" y="442903"/>
                </a:lnTo>
                <a:close/>
              </a:path>
            </a:pathLst>
          </a:custGeom>
          <a:solidFill>
            <a:srgbClr val="342C5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51" name="motif"/>
          <p:cNvCxnSpPr/>
          <p:nvPr/>
        </p:nvCxnSpPr>
        <p:spPr>
          <a:xfrm>
            <a:off x="720000" y="3312000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2" name="marker"/>
          <p:cNvSpPr/>
          <p:nvPr/>
        </p:nvSpPr>
        <p:spPr>
          <a:xfrm>
            <a:off x="720000" y="3498672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item: СРО в области инженерных изыск"/>
          <p:cNvSpPr txBox="1"/>
          <p:nvPr/>
        </p:nvSpPr>
        <p:spPr>
          <a:xfrm>
            <a:off x="918000" y="3435998"/>
            <a:ext cx="5922000" cy="5680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СРО в области инженерных изысканий и в области архитектурно-строительного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проектирования.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Уровень ответственности 25 млн. руб.</a:t>
            </a:r>
          </a:p>
        </p:txBody>
      </p:sp>
      <p:cxnSp>
        <p:nvCxnSpPr>
          <p:cNvPr id="54" name="motif"/>
          <p:cNvCxnSpPr/>
          <p:nvPr/>
        </p:nvCxnSpPr>
        <p:spPr>
          <a:xfrm>
            <a:off x="720000" y="4122065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5" name="marker"/>
          <p:cNvSpPr/>
          <p:nvPr/>
        </p:nvSpPr>
        <p:spPr>
          <a:xfrm>
            <a:off x="720000" y="4308737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item: СРО в области строительства, р"/>
          <p:cNvSpPr txBox="1"/>
          <p:nvPr/>
        </p:nvSpPr>
        <p:spPr>
          <a:xfrm>
            <a:off x="918000" y="4246063"/>
            <a:ext cx="5922000" cy="568071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СРО в области строительства, реконструкции, капитального ремонта, сноса объектов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капитального строительства.</a:t>
            </a:r>
          </a:p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Уровень ответственности 3 млрд. рублей</a:t>
            </a:r>
          </a:p>
        </p:txBody>
      </p:sp>
      <p:cxnSp>
        <p:nvCxnSpPr>
          <p:cNvPr id="57" name="motif"/>
          <p:cNvCxnSpPr/>
          <p:nvPr/>
        </p:nvCxnSpPr>
        <p:spPr>
          <a:xfrm>
            <a:off x="720000" y="4932130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58" name="marker"/>
          <p:cNvSpPr/>
          <p:nvPr/>
        </p:nvSpPr>
        <p:spPr>
          <a:xfrm>
            <a:off x="720000" y="5118802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item: Лицензия Министерства Культуры"/>
          <p:cNvSpPr txBox="1"/>
          <p:nvPr/>
        </p:nvSpPr>
        <p:spPr>
          <a:xfrm>
            <a:off x="918000" y="5056128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Лицензия Министерства Культуры</a:t>
            </a:r>
          </a:p>
        </p:txBody>
      </p:sp>
      <p:cxnSp>
        <p:nvCxnSpPr>
          <p:cNvPr id="60" name="motif"/>
          <p:cNvCxnSpPr/>
          <p:nvPr/>
        </p:nvCxnSpPr>
        <p:spPr>
          <a:xfrm>
            <a:off x="720000" y="5390152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1" name="marker"/>
          <p:cNvSpPr/>
          <p:nvPr/>
        </p:nvSpPr>
        <p:spPr>
          <a:xfrm>
            <a:off x="720000" y="5576824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item: Лицензия МЧС"/>
          <p:cNvSpPr txBox="1"/>
          <p:nvPr/>
        </p:nvSpPr>
        <p:spPr>
          <a:xfrm>
            <a:off x="918000" y="5514149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Лицензия МЧС</a:t>
            </a:r>
          </a:p>
        </p:txBody>
      </p:sp>
      <p:cxnSp>
        <p:nvCxnSpPr>
          <p:cNvPr id="63" name="motif"/>
          <p:cNvCxnSpPr/>
          <p:nvPr/>
        </p:nvCxnSpPr>
        <p:spPr>
          <a:xfrm>
            <a:off x="720000" y="5848173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4" name="marker"/>
          <p:cNvSpPr/>
          <p:nvPr/>
        </p:nvSpPr>
        <p:spPr>
          <a:xfrm>
            <a:off x="720000" y="6034845"/>
            <a:ext cx="64800" cy="648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item: Свидетельство Ростехнадзора о "/>
          <p:cNvSpPr txBox="1"/>
          <p:nvPr/>
        </p:nvSpPr>
        <p:spPr>
          <a:xfrm>
            <a:off x="918000" y="5972171"/>
            <a:ext cx="5922000" cy="2160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386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 spc="0">
                <a:solidFill>
                  <a:srgbClr val="2B2350"/>
                </a:solidFill>
                <a:latin typeface="Onest"/>
                <a:ea typeface="Onest"/>
                <a:cs typeface="Onest"/>
              </a:rPr>
              <a:t>Свидетельство Ростехнадзора о регистрации электролаборатории</a:t>
            </a:r>
          </a:p>
        </p:txBody>
      </p:sp>
      <p:cxnSp>
        <p:nvCxnSpPr>
          <p:cNvPr id="66" name="motif"/>
          <p:cNvCxnSpPr/>
          <p:nvPr/>
        </p:nvCxnSpPr>
        <p:spPr>
          <a:xfrm>
            <a:off x="720000" y="6306194"/>
            <a:ext cx="6120000" cy="0"/>
          </a:xfrm>
          <a:prstGeom prst="line">
            <a:avLst/>
          </a:prstGeom>
          <a:ln w="6350">
            <a:solidFill>
              <a:srgbClr val="C8C3D2"/>
            </a:solidFill>
          </a:ln>
          <a:effectLst/>
        </p:spPr>
      </p:cxnSp>
      <p:sp>
        <p:nvSpPr>
          <p:cNvPr id="67" name="marker"/>
          <p:cNvSpPr/>
          <p:nvPr/>
        </p:nvSpPr>
        <p:spPr>
          <a:xfrm>
            <a:off x="720000" y="8964000"/>
            <a:ext cx="504000" cy="57600"/>
          </a:xfrm>
          <a:prstGeom prst="rect">
            <a:avLst/>
          </a:pr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label: E-mail:"/>
          <p:cNvSpPr txBox="1"/>
          <p:nvPr/>
        </p:nvSpPr>
        <p:spPr>
          <a:xfrm>
            <a:off x="720000" y="9304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E-mail:</a:t>
            </a:r>
          </a:p>
        </p:txBody>
      </p:sp>
      <p:sp>
        <p:nvSpPr>
          <p:cNvPr id="69" name="contact: info@egroupp.ru"/>
          <p:cNvSpPr txBox="1"/>
          <p:nvPr/>
        </p:nvSpPr>
        <p:spPr>
          <a:xfrm>
            <a:off x="1368000" y="9275749"/>
            <a:ext cx="5472000" cy="1816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spc="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info@egroupp.ru</a:t>
            </a:r>
          </a:p>
        </p:txBody>
      </p:sp>
      <p:sp>
        <p:nvSpPr>
          <p:cNvPr id="70" name="label: Сайт:"/>
          <p:cNvSpPr txBox="1"/>
          <p:nvPr/>
        </p:nvSpPr>
        <p:spPr>
          <a:xfrm>
            <a:off x="720000" y="9556192"/>
            <a:ext cx="720000" cy="12382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5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 spc="45">
                <a:solidFill>
                  <a:srgbClr val="68627C"/>
                </a:solidFill>
                <a:latin typeface="Onest SemiBold"/>
                <a:ea typeface="Onest SemiBold"/>
                <a:cs typeface="Onest SemiBold"/>
              </a:rPr>
              <a:t>Сайт:</a:t>
            </a:r>
          </a:p>
        </p:txBody>
      </p:sp>
      <p:sp>
        <p:nvSpPr>
          <p:cNvPr id="71" name="contact: https://egroupp.ru/"/>
          <p:cNvSpPr txBox="1"/>
          <p:nvPr/>
        </p:nvSpPr>
        <p:spPr>
          <a:xfrm>
            <a:off x="1368000" y="9527749"/>
            <a:ext cx="5472000" cy="18161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1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 spc="0">
                <a:solidFill>
                  <a:srgbClr val="2B2350"/>
                </a:solidFill>
                <a:latin typeface="Onest ExtraBold"/>
                <a:ea typeface="Onest ExtraBold"/>
                <a:cs typeface="Onest ExtraBold"/>
              </a:rPr>
              <a:t>https://egroupp.ru/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round"/>
          <p:cNvSpPr/>
          <p:nvPr/>
        </p:nvSpPr>
        <p:spPr>
          <a:xfrm>
            <a:off x="0" y="0"/>
            <a:ext cx="7560000" cy="10692000"/>
          </a:xfrm>
          <a:prstGeom prst="rect">
            <a:avLst/>
          </a:prstGeom>
          <a:solidFill>
            <a:srgbClr val="1814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image" descr="3f553083f6c8321d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sp>
        <p:nvSpPr>
          <p:cNvPr id="4" name="logo"/>
          <p:cNvSpPr/>
          <p:nvPr/>
        </p:nvSpPr>
        <p:spPr>
          <a:xfrm>
            <a:off x="594032" y="9272204"/>
            <a:ext cx="1197105" cy="729284"/>
          </a:xfrm>
          <a:custGeom>
            <a:avLst/>
            <a:gdLst/>
            <a:ahLst/>
            <a:cxnLst/>
            <a:rect l="0" t="0" r="r" b="b"/>
            <a:pathLst>
              <a:path w="1197105" h="729284">
                <a:moveTo>
                  <a:pt x="1122146" y="348"/>
                </a:moveTo>
                <a:lnTo>
                  <a:pt x="1116067" y="2766"/>
                </a:lnTo>
                <a:lnTo>
                  <a:pt x="1111046" y="5421"/>
                </a:lnTo>
                <a:lnTo>
                  <a:pt x="1103622" y="17452"/>
                </a:lnTo>
                <a:lnTo>
                  <a:pt x="1071122" y="33869"/>
                </a:lnTo>
                <a:lnTo>
                  <a:pt x="1061044" y="40550"/>
                </a:lnTo>
                <a:lnTo>
                  <a:pt x="1049056" y="50077"/>
                </a:lnTo>
                <a:lnTo>
                  <a:pt x="1045702" y="53935"/>
                </a:lnTo>
                <a:lnTo>
                  <a:pt x="1042261" y="59831"/>
                </a:lnTo>
                <a:lnTo>
                  <a:pt x="1036514" y="66924"/>
                </a:lnTo>
                <a:lnTo>
                  <a:pt x="1034936" y="70291"/>
                </a:lnTo>
                <a:lnTo>
                  <a:pt x="1034873" y="72818"/>
                </a:lnTo>
                <a:lnTo>
                  <a:pt x="1035966" y="75394"/>
                </a:lnTo>
                <a:lnTo>
                  <a:pt x="1040684" y="79754"/>
                </a:lnTo>
                <a:lnTo>
                  <a:pt x="1041329" y="81179"/>
                </a:lnTo>
                <a:lnTo>
                  <a:pt x="1039555" y="82221"/>
                </a:lnTo>
                <a:lnTo>
                  <a:pt x="1034212" y="83678"/>
                </a:lnTo>
                <a:lnTo>
                  <a:pt x="1032465" y="84921"/>
                </a:lnTo>
                <a:lnTo>
                  <a:pt x="1029014" y="91909"/>
                </a:lnTo>
                <a:lnTo>
                  <a:pt x="1021336" y="99990"/>
                </a:lnTo>
                <a:lnTo>
                  <a:pt x="1018792" y="103714"/>
                </a:lnTo>
                <a:lnTo>
                  <a:pt x="1016029" y="109142"/>
                </a:lnTo>
                <a:lnTo>
                  <a:pt x="1014225" y="109788"/>
                </a:lnTo>
                <a:lnTo>
                  <a:pt x="1011745" y="109583"/>
                </a:lnTo>
                <a:lnTo>
                  <a:pt x="1005032" y="106388"/>
                </a:lnTo>
                <a:lnTo>
                  <a:pt x="1003263" y="106041"/>
                </a:lnTo>
                <a:lnTo>
                  <a:pt x="996249" y="107722"/>
                </a:lnTo>
                <a:lnTo>
                  <a:pt x="991268" y="109623"/>
                </a:lnTo>
                <a:lnTo>
                  <a:pt x="988034" y="111723"/>
                </a:lnTo>
                <a:lnTo>
                  <a:pt x="986341" y="113621"/>
                </a:lnTo>
                <a:lnTo>
                  <a:pt x="978557" y="125364"/>
                </a:lnTo>
                <a:lnTo>
                  <a:pt x="973845" y="128852"/>
                </a:lnTo>
                <a:lnTo>
                  <a:pt x="970504" y="129901"/>
                </a:lnTo>
                <a:lnTo>
                  <a:pt x="968047" y="129919"/>
                </a:lnTo>
                <a:lnTo>
                  <a:pt x="961268" y="125593"/>
                </a:lnTo>
                <a:lnTo>
                  <a:pt x="957317" y="124577"/>
                </a:lnTo>
                <a:lnTo>
                  <a:pt x="953129" y="124773"/>
                </a:lnTo>
                <a:lnTo>
                  <a:pt x="948915" y="126171"/>
                </a:lnTo>
                <a:lnTo>
                  <a:pt x="941017" y="131128"/>
                </a:lnTo>
                <a:lnTo>
                  <a:pt x="920577" y="141068"/>
                </a:lnTo>
                <a:lnTo>
                  <a:pt x="918444" y="142716"/>
                </a:lnTo>
                <a:lnTo>
                  <a:pt x="916415" y="146026"/>
                </a:lnTo>
                <a:lnTo>
                  <a:pt x="917431" y="154427"/>
                </a:lnTo>
                <a:lnTo>
                  <a:pt x="919976" y="159849"/>
                </a:lnTo>
                <a:lnTo>
                  <a:pt x="919858" y="162406"/>
                </a:lnTo>
                <a:lnTo>
                  <a:pt x="917438" y="164224"/>
                </a:lnTo>
                <a:lnTo>
                  <a:pt x="910506" y="166395"/>
                </a:lnTo>
                <a:lnTo>
                  <a:pt x="906654" y="169114"/>
                </a:lnTo>
                <a:lnTo>
                  <a:pt x="904444" y="168600"/>
                </a:lnTo>
                <a:lnTo>
                  <a:pt x="900500" y="166247"/>
                </a:lnTo>
                <a:lnTo>
                  <a:pt x="891894" y="160548"/>
                </a:lnTo>
                <a:lnTo>
                  <a:pt x="881183" y="152604"/>
                </a:lnTo>
                <a:lnTo>
                  <a:pt x="859849" y="138420"/>
                </a:lnTo>
                <a:lnTo>
                  <a:pt x="847285" y="129551"/>
                </a:lnTo>
                <a:lnTo>
                  <a:pt x="831922" y="117542"/>
                </a:lnTo>
                <a:lnTo>
                  <a:pt x="806251" y="98920"/>
                </a:lnTo>
                <a:lnTo>
                  <a:pt x="802278" y="96672"/>
                </a:lnTo>
                <a:lnTo>
                  <a:pt x="800388" y="96914"/>
                </a:lnTo>
                <a:lnTo>
                  <a:pt x="799507" y="98262"/>
                </a:lnTo>
                <a:lnTo>
                  <a:pt x="800253" y="101131"/>
                </a:lnTo>
                <a:lnTo>
                  <a:pt x="801331" y="102783"/>
                </a:lnTo>
                <a:lnTo>
                  <a:pt x="804125" y="105101"/>
                </a:lnTo>
                <a:lnTo>
                  <a:pt x="825857" y="121018"/>
                </a:lnTo>
                <a:lnTo>
                  <a:pt x="851963" y="139283"/>
                </a:lnTo>
                <a:lnTo>
                  <a:pt x="867873" y="151293"/>
                </a:lnTo>
                <a:lnTo>
                  <a:pt x="874295" y="155620"/>
                </a:lnTo>
                <a:lnTo>
                  <a:pt x="879627" y="158170"/>
                </a:lnTo>
                <a:lnTo>
                  <a:pt x="885670" y="161897"/>
                </a:lnTo>
                <a:lnTo>
                  <a:pt x="890409" y="165671"/>
                </a:lnTo>
                <a:lnTo>
                  <a:pt x="892705" y="168304"/>
                </a:lnTo>
                <a:lnTo>
                  <a:pt x="893491" y="170289"/>
                </a:lnTo>
                <a:lnTo>
                  <a:pt x="894230" y="182036"/>
                </a:lnTo>
                <a:lnTo>
                  <a:pt x="891367" y="182074"/>
                </a:lnTo>
                <a:lnTo>
                  <a:pt x="889511" y="180847"/>
                </a:lnTo>
                <a:lnTo>
                  <a:pt x="887846" y="178470"/>
                </a:lnTo>
                <a:lnTo>
                  <a:pt x="885839" y="174054"/>
                </a:lnTo>
                <a:lnTo>
                  <a:pt x="883898" y="171503"/>
                </a:lnTo>
                <a:lnTo>
                  <a:pt x="874657" y="162038"/>
                </a:lnTo>
                <a:lnTo>
                  <a:pt x="871887" y="159722"/>
                </a:lnTo>
                <a:lnTo>
                  <a:pt x="869833" y="158795"/>
                </a:lnTo>
                <a:lnTo>
                  <a:pt x="867980" y="159024"/>
                </a:lnTo>
                <a:lnTo>
                  <a:pt x="863139" y="161272"/>
                </a:lnTo>
                <a:lnTo>
                  <a:pt x="853631" y="161545"/>
                </a:lnTo>
                <a:lnTo>
                  <a:pt x="849444" y="167262"/>
                </a:lnTo>
                <a:lnTo>
                  <a:pt x="847804" y="173751"/>
                </a:lnTo>
                <a:lnTo>
                  <a:pt x="846337" y="174845"/>
                </a:lnTo>
                <a:lnTo>
                  <a:pt x="843178" y="176013"/>
                </a:lnTo>
                <a:lnTo>
                  <a:pt x="840749" y="175986"/>
                </a:lnTo>
                <a:lnTo>
                  <a:pt x="835185" y="172947"/>
                </a:lnTo>
                <a:lnTo>
                  <a:pt x="831958" y="171996"/>
                </a:lnTo>
                <a:lnTo>
                  <a:pt x="822805" y="174120"/>
                </a:lnTo>
                <a:lnTo>
                  <a:pt x="818956" y="174511"/>
                </a:lnTo>
                <a:lnTo>
                  <a:pt x="816499" y="174195"/>
                </a:lnTo>
                <a:lnTo>
                  <a:pt x="811837" y="170506"/>
                </a:lnTo>
                <a:lnTo>
                  <a:pt x="809807" y="167556"/>
                </a:lnTo>
                <a:lnTo>
                  <a:pt x="811505" y="161280"/>
                </a:lnTo>
                <a:lnTo>
                  <a:pt x="812352" y="151584"/>
                </a:lnTo>
                <a:lnTo>
                  <a:pt x="812047" y="147447"/>
                </a:lnTo>
                <a:lnTo>
                  <a:pt x="810260" y="144673"/>
                </a:lnTo>
                <a:lnTo>
                  <a:pt x="803796" y="138650"/>
                </a:lnTo>
                <a:lnTo>
                  <a:pt x="799880" y="136062"/>
                </a:lnTo>
                <a:lnTo>
                  <a:pt x="796592" y="135314"/>
                </a:lnTo>
                <a:lnTo>
                  <a:pt x="787276" y="135017"/>
                </a:lnTo>
                <a:lnTo>
                  <a:pt x="783872" y="134449"/>
                </a:lnTo>
                <a:lnTo>
                  <a:pt x="782817" y="133524"/>
                </a:lnTo>
                <a:lnTo>
                  <a:pt x="781807" y="129230"/>
                </a:lnTo>
                <a:lnTo>
                  <a:pt x="780737" y="127441"/>
                </a:lnTo>
                <a:lnTo>
                  <a:pt x="778605" y="126110"/>
                </a:lnTo>
                <a:lnTo>
                  <a:pt x="773360" y="124224"/>
                </a:lnTo>
                <a:lnTo>
                  <a:pt x="767384" y="126423"/>
                </a:lnTo>
                <a:lnTo>
                  <a:pt x="763743" y="129415"/>
                </a:lnTo>
                <a:lnTo>
                  <a:pt x="764382" y="142672"/>
                </a:lnTo>
                <a:lnTo>
                  <a:pt x="765239" y="146723"/>
                </a:lnTo>
                <a:lnTo>
                  <a:pt x="765696" y="147242"/>
                </a:lnTo>
                <a:lnTo>
                  <a:pt x="766967" y="147204"/>
                </a:lnTo>
                <a:lnTo>
                  <a:pt x="771394" y="144624"/>
                </a:lnTo>
                <a:lnTo>
                  <a:pt x="773258" y="144694"/>
                </a:lnTo>
                <a:lnTo>
                  <a:pt x="775339" y="145532"/>
                </a:lnTo>
                <a:lnTo>
                  <a:pt x="786203" y="153595"/>
                </a:lnTo>
                <a:lnTo>
                  <a:pt x="794444" y="161374"/>
                </a:lnTo>
                <a:lnTo>
                  <a:pt x="794992" y="163990"/>
                </a:lnTo>
                <a:lnTo>
                  <a:pt x="794599" y="165496"/>
                </a:lnTo>
                <a:lnTo>
                  <a:pt x="792437" y="169236"/>
                </a:lnTo>
                <a:lnTo>
                  <a:pt x="786888" y="176437"/>
                </a:lnTo>
                <a:lnTo>
                  <a:pt x="785448" y="180181"/>
                </a:lnTo>
                <a:lnTo>
                  <a:pt x="785460" y="182090"/>
                </a:lnTo>
                <a:lnTo>
                  <a:pt x="786294" y="185160"/>
                </a:lnTo>
                <a:lnTo>
                  <a:pt x="787810" y="187806"/>
                </a:lnTo>
                <a:lnTo>
                  <a:pt x="789832" y="189838"/>
                </a:lnTo>
                <a:lnTo>
                  <a:pt x="793331" y="191381"/>
                </a:lnTo>
                <a:lnTo>
                  <a:pt x="797709" y="191605"/>
                </a:lnTo>
                <a:lnTo>
                  <a:pt x="804003" y="190687"/>
                </a:lnTo>
                <a:lnTo>
                  <a:pt x="810155" y="188409"/>
                </a:lnTo>
                <a:lnTo>
                  <a:pt x="814889" y="189099"/>
                </a:lnTo>
                <a:lnTo>
                  <a:pt x="820715" y="187707"/>
                </a:lnTo>
                <a:lnTo>
                  <a:pt x="823389" y="188774"/>
                </a:lnTo>
                <a:lnTo>
                  <a:pt x="859787" y="219583"/>
                </a:lnTo>
                <a:lnTo>
                  <a:pt x="861369" y="221456"/>
                </a:lnTo>
                <a:lnTo>
                  <a:pt x="865447" y="224357"/>
                </a:lnTo>
                <a:lnTo>
                  <a:pt x="876485" y="233785"/>
                </a:lnTo>
                <a:lnTo>
                  <a:pt x="887387" y="243681"/>
                </a:lnTo>
                <a:lnTo>
                  <a:pt x="894825" y="249149"/>
                </a:lnTo>
                <a:lnTo>
                  <a:pt x="897735" y="252722"/>
                </a:lnTo>
                <a:lnTo>
                  <a:pt x="906282" y="259927"/>
                </a:lnTo>
                <a:lnTo>
                  <a:pt x="911860" y="263993"/>
                </a:lnTo>
                <a:lnTo>
                  <a:pt x="913157" y="265512"/>
                </a:lnTo>
                <a:lnTo>
                  <a:pt x="916028" y="266050"/>
                </a:lnTo>
                <a:lnTo>
                  <a:pt x="917261" y="265118"/>
                </a:lnTo>
                <a:lnTo>
                  <a:pt x="917196" y="263814"/>
                </a:lnTo>
                <a:lnTo>
                  <a:pt x="912763" y="259544"/>
                </a:lnTo>
                <a:lnTo>
                  <a:pt x="908441" y="256388"/>
                </a:lnTo>
                <a:lnTo>
                  <a:pt x="901798" y="250176"/>
                </a:lnTo>
                <a:lnTo>
                  <a:pt x="896285" y="247002"/>
                </a:lnTo>
                <a:lnTo>
                  <a:pt x="892379" y="244062"/>
                </a:lnTo>
                <a:lnTo>
                  <a:pt x="890194" y="241462"/>
                </a:lnTo>
                <a:lnTo>
                  <a:pt x="881235" y="234986"/>
                </a:lnTo>
                <a:lnTo>
                  <a:pt x="839088" y="195723"/>
                </a:lnTo>
                <a:lnTo>
                  <a:pt x="837272" y="193161"/>
                </a:lnTo>
                <a:lnTo>
                  <a:pt x="837275" y="190386"/>
                </a:lnTo>
                <a:lnTo>
                  <a:pt x="839630" y="188744"/>
                </a:lnTo>
                <a:lnTo>
                  <a:pt x="849238" y="186896"/>
                </a:lnTo>
                <a:lnTo>
                  <a:pt x="854282" y="184958"/>
                </a:lnTo>
                <a:lnTo>
                  <a:pt x="856982" y="182978"/>
                </a:lnTo>
                <a:lnTo>
                  <a:pt x="859024" y="180539"/>
                </a:lnTo>
                <a:lnTo>
                  <a:pt x="861916" y="174304"/>
                </a:lnTo>
                <a:lnTo>
                  <a:pt x="864096" y="173311"/>
                </a:lnTo>
                <a:lnTo>
                  <a:pt x="866623" y="173266"/>
                </a:lnTo>
                <a:lnTo>
                  <a:pt x="870592" y="174706"/>
                </a:lnTo>
                <a:lnTo>
                  <a:pt x="873302" y="176954"/>
                </a:lnTo>
                <a:lnTo>
                  <a:pt x="874559" y="185806"/>
                </a:lnTo>
                <a:lnTo>
                  <a:pt x="887390" y="195253"/>
                </a:lnTo>
                <a:lnTo>
                  <a:pt x="891453" y="196152"/>
                </a:lnTo>
                <a:lnTo>
                  <a:pt x="909312" y="197172"/>
                </a:lnTo>
                <a:lnTo>
                  <a:pt x="911052" y="195437"/>
                </a:lnTo>
                <a:lnTo>
                  <a:pt x="911368" y="194153"/>
                </a:lnTo>
                <a:lnTo>
                  <a:pt x="909007" y="188179"/>
                </a:lnTo>
                <a:lnTo>
                  <a:pt x="908916" y="185321"/>
                </a:lnTo>
                <a:lnTo>
                  <a:pt x="910624" y="183718"/>
                </a:lnTo>
                <a:lnTo>
                  <a:pt x="914582" y="183615"/>
                </a:lnTo>
                <a:lnTo>
                  <a:pt x="923235" y="188569"/>
                </a:lnTo>
                <a:lnTo>
                  <a:pt x="930233" y="193661"/>
                </a:lnTo>
                <a:lnTo>
                  <a:pt x="936893" y="197575"/>
                </a:lnTo>
                <a:lnTo>
                  <a:pt x="965896" y="216994"/>
                </a:lnTo>
                <a:lnTo>
                  <a:pt x="967760" y="217714"/>
                </a:lnTo>
                <a:lnTo>
                  <a:pt x="969477" y="217481"/>
                </a:lnTo>
                <a:lnTo>
                  <a:pt x="970090" y="217024"/>
                </a:lnTo>
                <a:lnTo>
                  <a:pt x="970274" y="215587"/>
                </a:lnTo>
                <a:lnTo>
                  <a:pt x="969198" y="213689"/>
                </a:lnTo>
                <a:lnTo>
                  <a:pt x="967021" y="211610"/>
                </a:lnTo>
                <a:lnTo>
                  <a:pt x="936626" y="191277"/>
                </a:lnTo>
                <a:lnTo>
                  <a:pt x="930821" y="186769"/>
                </a:lnTo>
                <a:lnTo>
                  <a:pt x="923863" y="182448"/>
                </a:lnTo>
                <a:lnTo>
                  <a:pt x="920266" y="178757"/>
                </a:lnTo>
                <a:lnTo>
                  <a:pt x="919580" y="177038"/>
                </a:lnTo>
                <a:lnTo>
                  <a:pt x="919902" y="176281"/>
                </a:lnTo>
                <a:lnTo>
                  <a:pt x="925438" y="174113"/>
                </a:lnTo>
                <a:lnTo>
                  <a:pt x="936032" y="164058"/>
                </a:lnTo>
                <a:lnTo>
                  <a:pt x="935745" y="159665"/>
                </a:lnTo>
                <a:lnTo>
                  <a:pt x="930403" y="152472"/>
                </a:lnTo>
                <a:lnTo>
                  <a:pt x="930009" y="151060"/>
                </a:lnTo>
                <a:lnTo>
                  <a:pt x="930536" y="149347"/>
                </a:lnTo>
                <a:lnTo>
                  <a:pt x="935946" y="145960"/>
                </a:lnTo>
                <a:lnTo>
                  <a:pt x="946413" y="141745"/>
                </a:lnTo>
                <a:lnTo>
                  <a:pt x="957874" y="142863"/>
                </a:lnTo>
                <a:lnTo>
                  <a:pt x="981659" y="138868"/>
                </a:lnTo>
                <a:lnTo>
                  <a:pt x="983975" y="137307"/>
                </a:lnTo>
                <a:lnTo>
                  <a:pt x="985743" y="135385"/>
                </a:lnTo>
                <a:lnTo>
                  <a:pt x="994873" y="122014"/>
                </a:lnTo>
                <a:lnTo>
                  <a:pt x="997834" y="119186"/>
                </a:lnTo>
                <a:lnTo>
                  <a:pt x="999288" y="118404"/>
                </a:lnTo>
                <a:lnTo>
                  <a:pt x="1000750" y="118036"/>
                </a:lnTo>
                <a:lnTo>
                  <a:pt x="1003777" y="118513"/>
                </a:lnTo>
                <a:lnTo>
                  <a:pt x="1008332" y="121273"/>
                </a:lnTo>
                <a:lnTo>
                  <a:pt x="1012363" y="122341"/>
                </a:lnTo>
                <a:lnTo>
                  <a:pt x="1018761" y="122691"/>
                </a:lnTo>
                <a:lnTo>
                  <a:pt x="1021755" y="121731"/>
                </a:lnTo>
                <a:lnTo>
                  <a:pt x="1024111" y="119343"/>
                </a:lnTo>
                <a:lnTo>
                  <a:pt x="1028116" y="111123"/>
                </a:lnTo>
                <a:lnTo>
                  <a:pt x="1030481" y="107497"/>
                </a:lnTo>
                <a:lnTo>
                  <a:pt x="1040789" y="96021"/>
                </a:lnTo>
                <a:lnTo>
                  <a:pt x="1051025" y="89438"/>
                </a:lnTo>
                <a:lnTo>
                  <a:pt x="1055844" y="84849"/>
                </a:lnTo>
                <a:lnTo>
                  <a:pt x="1056246" y="83242"/>
                </a:lnTo>
                <a:lnTo>
                  <a:pt x="1055693" y="80996"/>
                </a:lnTo>
                <a:lnTo>
                  <a:pt x="1050982" y="72124"/>
                </a:lnTo>
                <a:lnTo>
                  <a:pt x="1050523" y="70223"/>
                </a:lnTo>
                <a:lnTo>
                  <a:pt x="1051428" y="67180"/>
                </a:lnTo>
                <a:lnTo>
                  <a:pt x="1055229" y="60887"/>
                </a:lnTo>
                <a:lnTo>
                  <a:pt x="1059322" y="56381"/>
                </a:lnTo>
                <a:lnTo>
                  <a:pt x="1067284" y="50347"/>
                </a:lnTo>
                <a:lnTo>
                  <a:pt x="1079898" y="42263"/>
                </a:lnTo>
                <a:lnTo>
                  <a:pt x="1082705" y="40911"/>
                </a:lnTo>
                <a:lnTo>
                  <a:pt x="1085139" y="40613"/>
                </a:lnTo>
                <a:lnTo>
                  <a:pt x="1087721" y="42072"/>
                </a:lnTo>
                <a:lnTo>
                  <a:pt x="1106765" y="58421"/>
                </a:lnTo>
                <a:lnTo>
                  <a:pt x="1114429" y="63249"/>
                </a:lnTo>
                <a:lnTo>
                  <a:pt x="1115758" y="65350"/>
                </a:lnTo>
                <a:lnTo>
                  <a:pt x="1117970" y="72189"/>
                </a:lnTo>
                <a:lnTo>
                  <a:pt x="1120097" y="75544"/>
                </a:lnTo>
                <a:lnTo>
                  <a:pt x="1123462" y="77556"/>
                </a:lnTo>
                <a:lnTo>
                  <a:pt x="1133983" y="80679"/>
                </a:lnTo>
                <a:lnTo>
                  <a:pt x="1135880" y="81974"/>
                </a:lnTo>
                <a:lnTo>
                  <a:pt x="1137828" y="84225"/>
                </a:lnTo>
                <a:lnTo>
                  <a:pt x="1137658" y="98743"/>
                </a:lnTo>
                <a:lnTo>
                  <a:pt x="1141496" y="122509"/>
                </a:lnTo>
                <a:lnTo>
                  <a:pt x="1143719" y="131178"/>
                </a:lnTo>
                <a:lnTo>
                  <a:pt x="1143873" y="134463"/>
                </a:lnTo>
                <a:lnTo>
                  <a:pt x="1142684" y="136965"/>
                </a:lnTo>
                <a:lnTo>
                  <a:pt x="1138597" y="140574"/>
                </a:lnTo>
                <a:lnTo>
                  <a:pt x="1136011" y="144189"/>
                </a:lnTo>
                <a:lnTo>
                  <a:pt x="1134163" y="149678"/>
                </a:lnTo>
                <a:lnTo>
                  <a:pt x="1131552" y="161240"/>
                </a:lnTo>
                <a:lnTo>
                  <a:pt x="1130318" y="163520"/>
                </a:lnTo>
                <a:lnTo>
                  <a:pt x="1128961" y="163487"/>
                </a:lnTo>
                <a:lnTo>
                  <a:pt x="1124031" y="159045"/>
                </a:lnTo>
                <a:lnTo>
                  <a:pt x="1119984" y="154421"/>
                </a:lnTo>
                <a:lnTo>
                  <a:pt x="1115821" y="148096"/>
                </a:lnTo>
                <a:lnTo>
                  <a:pt x="1112788" y="145619"/>
                </a:lnTo>
                <a:lnTo>
                  <a:pt x="1111005" y="145950"/>
                </a:lnTo>
                <a:lnTo>
                  <a:pt x="1109049" y="147189"/>
                </a:lnTo>
                <a:lnTo>
                  <a:pt x="1094484" y="159266"/>
                </a:lnTo>
                <a:lnTo>
                  <a:pt x="1093958" y="160683"/>
                </a:lnTo>
                <a:lnTo>
                  <a:pt x="1094395" y="162365"/>
                </a:lnTo>
                <a:lnTo>
                  <a:pt x="1100512" y="170070"/>
                </a:lnTo>
                <a:lnTo>
                  <a:pt x="1101470" y="172139"/>
                </a:lnTo>
                <a:lnTo>
                  <a:pt x="1101240" y="173698"/>
                </a:lnTo>
                <a:lnTo>
                  <a:pt x="1099812" y="174796"/>
                </a:lnTo>
                <a:lnTo>
                  <a:pt x="1094389" y="176371"/>
                </a:lnTo>
                <a:lnTo>
                  <a:pt x="1089865" y="179454"/>
                </a:lnTo>
                <a:lnTo>
                  <a:pt x="1085194" y="184397"/>
                </a:lnTo>
                <a:lnTo>
                  <a:pt x="1080016" y="191872"/>
                </a:lnTo>
                <a:lnTo>
                  <a:pt x="1080394" y="204228"/>
                </a:lnTo>
                <a:lnTo>
                  <a:pt x="1084415" y="222991"/>
                </a:lnTo>
                <a:lnTo>
                  <a:pt x="1087812" y="231103"/>
                </a:lnTo>
                <a:lnTo>
                  <a:pt x="1088195" y="234034"/>
                </a:lnTo>
                <a:lnTo>
                  <a:pt x="1087912" y="235190"/>
                </a:lnTo>
                <a:lnTo>
                  <a:pt x="1087308" y="236152"/>
                </a:lnTo>
                <a:lnTo>
                  <a:pt x="1085121" y="237536"/>
                </a:lnTo>
                <a:lnTo>
                  <a:pt x="1075843" y="239293"/>
                </a:lnTo>
                <a:lnTo>
                  <a:pt x="1071184" y="241152"/>
                </a:lnTo>
                <a:lnTo>
                  <a:pt x="1069217" y="242430"/>
                </a:lnTo>
                <a:lnTo>
                  <a:pt x="1067465" y="243960"/>
                </a:lnTo>
                <a:lnTo>
                  <a:pt x="1064524" y="247839"/>
                </a:lnTo>
                <a:lnTo>
                  <a:pt x="1060994" y="255455"/>
                </a:lnTo>
                <a:lnTo>
                  <a:pt x="1058732" y="258400"/>
                </a:lnTo>
                <a:lnTo>
                  <a:pt x="1058507" y="260039"/>
                </a:lnTo>
                <a:lnTo>
                  <a:pt x="1059920" y="261795"/>
                </a:lnTo>
                <a:lnTo>
                  <a:pt x="1063110" y="263990"/>
                </a:lnTo>
                <a:lnTo>
                  <a:pt x="1066174" y="265308"/>
                </a:lnTo>
                <a:lnTo>
                  <a:pt x="1067839" y="265250"/>
                </a:lnTo>
                <a:lnTo>
                  <a:pt x="1070362" y="263740"/>
                </a:lnTo>
                <a:lnTo>
                  <a:pt x="1073310" y="260657"/>
                </a:lnTo>
                <a:lnTo>
                  <a:pt x="1075337" y="253021"/>
                </a:lnTo>
                <a:lnTo>
                  <a:pt x="1077550" y="250388"/>
                </a:lnTo>
                <a:lnTo>
                  <a:pt x="1080562" y="249684"/>
                </a:lnTo>
                <a:lnTo>
                  <a:pt x="1085402" y="253301"/>
                </a:lnTo>
                <a:lnTo>
                  <a:pt x="1088431" y="253891"/>
                </a:lnTo>
                <a:lnTo>
                  <a:pt x="1090688" y="253620"/>
                </a:lnTo>
                <a:lnTo>
                  <a:pt x="1092537" y="252746"/>
                </a:lnTo>
                <a:lnTo>
                  <a:pt x="1094737" y="250103"/>
                </a:lnTo>
                <a:lnTo>
                  <a:pt x="1097825" y="242489"/>
                </a:lnTo>
                <a:lnTo>
                  <a:pt x="1100869" y="237565"/>
                </a:lnTo>
                <a:lnTo>
                  <a:pt x="1104462" y="232973"/>
                </a:lnTo>
                <a:lnTo>
                  <a:pt x="1105487" y="229844"/>
                </a:lnTo>
                <a:lnTo>
                  <a:pt x="1104352" y="227221"/>
                </a:lnTo>
                <a:lnTo>
                  <a:pt x="1098682" y="224386"/>
                </a:lnTo>
                <a:lnTo>
                  <a:pt x="1096445" y="220823"/>
                </a:lnTo>
                <a:lnTo>
                  <a:pt x="1094143" y="212819"/>
                </a:lnTo>
                <a:lnTo>
                  <a:pt x="1092611" y="205270"/>
                </a:lnTo>
                <a:lnTo>
                  <a:pt x="1091928" y="199049"/>
                </a:lnTo>
                <a:lnTo>
                  <a:pt x="1092201" y="195041"/>
                </a:lnTo>
                <a:lnTo>
                  <a:pt x="1095207" y="190615"/>
                </a:lnTo>
                <a:lnTo>
                  <a:pt x="1097681" y="188620"/>
                </a:lnTo>
                <a:lnTo>
                  <a:pt x="1099032" y="188156"/>
                </a:lnTo>
                <a:lnTo>
                  <a:pt x="1106583" y="191925"/>
                </a:lnTo>
                <a:lnTo>
                  <a:pt x="1111121" y="192083"/>
                </a:lnTo>
                <a:lnTo>
                  <a:pt x="1112441" y="191491"/>
                </a:lnTo>
                <a:lnTo>
                  <a:pt x="1113319" y="188279"/>
                </a:lnTo>
                <a:lnTo>
                  <a:pt x="1114126" y="171125"/>
                </a:lnTo>
                <a:lnTo>
                  <a:pt x="1114621" y="169046"/>
                </a:lnTo>
                <a:lnTo>
                  <a:pt x="1115873" y="168212"/>
                </a:lnTo>
                <a:lnTo>
                  <a:pt x="1117470" y="169112"/>
                </a:lnTo>
                <a:lnTo>
                  <a:pt x="1118491" y="171408"/>
                </a:lnTo>
                <a:lnTo>
                  <a:pt x="1119924" y="190238"/>
                </a:lnTo>
                <a:lnTo>
                  <a:pt x="1123724" y="207110"/>
                </a:lnTo>
                <a:lnTo>
                  <a:pt x="1126811" y="218229"/>
                </a:lnTo>
                <a:lnTo>
                  <a:pt x="1127103" y="221471"/>
                </a:lnTo>
                <a:lnTo>
                  <a:pt x="1125993" y="228939"/>
                </a:lnTo>
                <a:lnTo>
                  <a:pt x="1126134" y="232121"/>
                </a:lnTo>
                <a:lnTo>
                  <a:pt x="1129372" y="239397"/>
                </a:lnTo>
                <a:lnTo>
                  <a:pt x="1132965" y="250777"/>
                </a:lnTo>
                <a:lnTo>
                  <a:pt x="1136597" y="255987"/>
                </a:lnTo>
                <a:lnTo>
                  <a:pt x="1141592" y="261500"/>
                </a:lnTo>
                <a:lnTo>
                  <a:pt x="1145572" y="265091"/>
                </a:lnTo>
                <a:lnTo>
                  <a:pt x="1151857" y="269658"/>
                </a:lnTo>
                <a:lnTo>
                  <a:pt x="1173790" y="283303"/>
                </a:lnTo>
                <a:lnTo>
                  <a:pt x="1188646" y="291759"/>
                </a:lnTo>
                <a:lnTo>
                  <a:pt x="1192674" y="293023"/>
                </a:lnTo>
                <a:lnTo>
                  <a:pt x="1195679" y="292848"/>
                </a:lnTo>
                <a:lnTo>
                  <a:pt x="1196644" y="291807"/>
                </a:lnTo>
                <a:lnTo>
                  <a:pt x="1197105" y="289814"/>
                </a:lnTo>
                <a:lnTo>
                  <a:pt x="1196679" y="278754"/>
                </a:lnTo>
                <a:lnTo>
                  <a:pt x="1189239" y="264485"/>
                </a:lnTo>
                <a:lnTo>
                  <a:pt x="1188527" y="251556"/>
                </a:lnTo>
                <a:lnTo>
                  <a:pt x="1186461" y="248537"/>
                </a:lnTo>
                <a:lnTo>
                  <a:pt x="1180832" y="242198"/>
                </a:lnTo>
                <a:lnTo>
                  <a:pt x="1184238" y="234084"/>
                </a:lnTo>
                <a:lnTo>
                  <a:pt x="1184439" y="229329"/>
                </a:lnTo>
                <a:lnTo>
                  <a:pt x="1182161" y="225696"/>
                </a:lnTo>
                <a:lnTo>
                  <a:pt x="1176187" y="222025"/>
                </a:lnTo>
                <a:lnTo>
                  <a:pt x="1175142" y="220764"/>
                </a:lnTo>
                <a:lnTo>
                  <a:pt x="1174472" y="217570"/>
                </a:lnTo>
                <a:lnTo>
                  <a:pt x="1174002" y="207281"/>
                </a:lnTo>
                <a:lnTo>
                  <a:pt x="1170675" y="205368"/>
                </a:lnTo>
                <a:lnTo>
                  <a:pt x="1164603" y="204057"/>
                </a:lnTo>
                <a:lnTo>
                  <a:pt x="1158537" y="198139"/>
                </a:lnTo>
                <a:lnTo>
                  <a:pt x="1156004" y="196475"/>
                </a:lnTo>
                <a:lnTo>
                  <a:pt x="1154398" y="196292"/>
                </a:lnTo>
                <a:lnTo>
                  <a:pt x="1148820" y="197793"/>
                </a:lnTo>
                <a:lnTo>
                  <a:pt x="1146735" y="197718"/>
                </a:lnTo>
                <a:lnTo>
                  <a:pt x="1143473" y="192877"/>
                </a:lnTo>
                <a:lnTo>
                  <a:pt x="1136899" y="180178"/>
                </a:lnTo>
                <a:lnTo>
                  <a:pt x="1141054" y="172406"/>
                </a:lnTo>
                <a:lnTo>
                  <a:pt x="1144477" y="168447"/>
                </a:lnTo>
                <a:lnTo>
                  <a:pt x="1145506" y="166422"/>
                </a:lnTo>
                <a:lnTo>
                  <a:pt x="1144897" y="154840"/>
                </a:lnTo>
                <a:lnTo>
                  <a:pt x="1145903" y="149932"/>
                </a:lnTo>
                <a:lnTo>
                  <a:pt x="1148320" y="148246"/>
                </a:lnTo>
                <a:lnTo>
                  <a:pt x="1156844" y="144662"/>
                </a:lnTo>
                <a:lnTo>
                  <a:pt x="1158326" y="143144"/>
                </a:lnTo>
                <a:lnTo>
                  <a:pt x="1158576" y="142208"/>
                </a:lnTo>
                <a:lnTo>
                  <a:pt x="1158210" y="139736"/>
                </a:lnTo>
                <a:lnTo>
                  <a:pt x="1155520" y="132743"/>
                </a:lnTo>
                <a:lnTo>
                  <a:pt x="1154053" y="126907"/>
                </a:lnTo>
                <a:lnTo>
                  <a:pt x="1149977" y="102847"/>
                </a:lnTo>
                <a:lnTo>
                  <a:pt x="1149139" y="92476"/>
                </a:lnTo>
                <a:lnTo>
                  <a:pt x="1149139" y="88815"/>
                </a:lnTo>
                <a:lnTo>
                  <a:pt x="1157882" y="79635"/>
                </a:lnTo>
                <a:lnTo>
                  <a:pt x="1157882" y="74772"/>
                </a:lnTo>
                <a:lnTo>
                  <a:pt x="1153339" y="70961"/>
                </a:lnTo>
                <a:lnTo>
                  <a:pt x="1150403" y="69622"/>
                </a:lnTo>
                <a:lnTo>
                  <a:pt x="1146832" y="69316"/>
                </a:lnTo>
                <a:lnTo>
                  <a:pt x="1140559" y="69841"/>
                </a:lnTo>
                <a:lnTo>
                  <a:pt x="1134256" y="69628"/>
                </a:lnTo>
                <a:lnTo>
                  <a:pt x="1129905" y="68597"/>
                </a:lnTo>
                <a:lnTo>
                  <a:pt x="1128439" y="67044"/>
                </a:lnTo>
                <a:lnTo>
                  <a:pt x="1126647" y="56993"/>
                </a:lnTo>
                <a:lnTo>
                  <a:pt x="1123614" y="51191"/>
                </a:lnTo>
                <a:lnTo>
                  <a:pt x="1124291" y="48190"/>
                </a:lnTo>
                <a:lnTo>
                  <a:pt x="1126972" y="43672"/>
                </a:lnTo>
                <a:lnTo>
                  <a:pt x="1129209" y="40942"/>
                </a:lnTo>
                <a:lnTo>
                  <a:pt x="1135352" y="38987"/>
                </a:lnTo>
                <a:lnTo>
                  <a:pt x="1141476" y="34070"/>
                </a:lnTo>
                <a:lnTo>
                  <a:pt x="1147265" y="30401"/>
                </a:lnTo>
                <a:lnTo>
                  <a:pt x="1149604" y="27253"/>
                </a:lnTo>
                <a:lnTo>
                  <a:pt x="1149995" y="23559"/>
                </a:lnTo>
                <a:lnTo>
                  <a:pt x="1149139" y="20894"/>
                </a:lnTo>
                <a:lnTo>
                  <a:pt x="1147643" y="18640"/>
                </a:lnTo>
                <a:lnTo>
                  <a:pt x="1138628" y="14971"/>
                </a:lnTo>
                <a:lnTo>
                  <a:pt x="1136114" y="13060"/>
                </a:lnTo>
                <a:lnTo>
                  <a:pt x="1135016" y="10970"/>
                </a:lnTo>
                <a:lnTo>
                  <a:pt x="1133663" y="6017"/>
                </a:lnTo>
                <a:lnTo>
                  <a:pt x="1130520" y="1496"/>
                </a:lnTo>
                <a:lnTo>
                  <a:pt x="1127173" y="0"/>
                </a:lnTo>
                <a:lnTo>
                  <a:pt x="1122146" y="348"/>
                </a:lnTo>
                <a:close/>
                <a:moveTo>
                  <a:pt x="1122583" y="18435"/>
                </a:moveTo>
                <a:lnTo>
                  <a:pt x="1128200" y="24051"/>
                </a:lnTo>
                <a:lnTo>
                  <a:pt x="1129256" y="27171"/>
                </a:lnTo>
                <a:lnTo>
                  <a:pt x="1127617" y="28442"/>
                </a:lnTo>
                <a:lnTo>
                  <a:pt x="1122214" y="29596"/>
                </a:lnTo>
                <a:lnTo>
                  <a:pt x="1120015" y="30525"/>
                </a:lnTo>
                <a:lnTo>
                  <a:pt x="1115474" y="37995"/>
                </a:lnTo>
                <a:lnTo>
                  <a:pt x="1112775" y="39108"/>
                </a:lnTo>
                <a:lnTo>
                  <a:pt x="1105250" y="39190"/>
                </a:lnTo>
                <a:lnTo>
                  <a:pt x="1098465" y="38420"/>
                </a:lnTo>
                <a:lnTo>
                  <a:pt x="1095320" y="37112"/>
                </a:lnTo>
                <a:lnTo>
                  <a:pt x="1095404" y="35995"/>
                </a:lnTo>
                <a:lnTo>
                  <a:pt x="1102365" y="30238"/>
                </a:lnTo>
                <a:lnTo>
                  <a:pt x="1110217" y="30741"/>
                </a:lnTo>
                <a:lnTo>
                  <a:pt x="1113232" y="30108"/>
                </a:lnTo>
                <a:lnTo>
                  <a:pt x="1114521" y="28192"/>
                </a:lnTo>
                <a:lnTo>
                  <a:pt x="1115199" y="23333"/>
                </a:lnTo>
                <a:lnTo>
                  <a:pt x="1118794" y="17830"/>
                </a:lnTo>
                <a:lnTo>
                  <a:pt x="1120867" y="16465"/>
                </a:lnTo>
                <a:lnTo>
                  <a:pt x="1122583" y="18435"/>
                </a:lnTo>
                <a:close/>
                <a:moveTo>
                  <a:pt x="796474" y="147884"/>
                </a:moveTo>
                <a:lnTo>
                  <a:pt x="798825" y="149720"/>
                </a:lnTo>
                <a:lnTo>
                  <a:pt x="799991" y="152343"/>
                </a:lnTo>
                <a:lnTo>
                  <a:pt x="799796" y="155683"/>
                </a:lnTo>
                <a:lnTo>
                  <a:pt x="798339" y="157064"/>
                </a:lnTo>
                <a:lnTo>
                  <a:pt x="797037" y="157080"/>
                </a:lnTo>
                <a:lnTo>
                  <a:pt x="795714" y="156298"/>
                </a:lnTo>
                <a:lnTo>
                  <a:pt x="790714" y="151771"/>
                </a:lnTo>
                <a:lnTo>
                  <a:pt x="790188" y="150615"/>
                </a:lnTo>
                <a:lnTo>
                  <a:pt x="790401" y="148220"/>
                </a:lnTo>
                <a:lnTo>
                  <a:pt x="791768" y="146921"/>
                </a:lnTo>
                <a:lnTo>
                  <a:pt x="794241" y="147024"/>
                </a:lnTo>
                <a:lnTo>
                  <a:pt x="796474" y="147884"/>
                </a:lnTo>
                <a:close/>
                <a:moveTo>
                  <a:pt x="1141817" y="210177"/>
                </a:moveTo>
                <a:lnTo>
                  <a:pt x="1144776" y="212166"/>
                </a:lnTo>
                <a:lnTo>
                  <a:pt x="1146841" y="212813"/>
                </a:lnTo>
                <a:lnTo>
                  <a:pt x="1151153" y="210931"/>
                </a:lnTo>
                <a:lnTo>
                  <a:pt x="1152890" y="210990"/>
                </a:lnTo>
                <a:lnTo>
                  <a:pt x="1159267" y="214119"/>
                </a:lnTo>
                <a:lnTo>
                  <a:pt x="1161815" y="216314"/>
                </a:lnTo>
                <a:lnTo>
                  <a:pt x="1162525" y="223137"/>
                </a:lnTo>
                <a:lnTo>
                  <a:pt x="1163128" y="225067"/>
                </a:lnTo>
                <a:lnTo>
                  <a:pt x="1164953" y="227800"/>
                </a:lnTo>
                <a:lnTo>
                  <a:pt x="1170505" y="233400"/>
                </a:lnTo>
                <a:lnTo>
                  <a:pt x="1169656" y="240725"/>
                </a:lnTo>
                <a:lnTo>
                  <a:pt x="1169910" y="245934"/>
                </a:lnTo>
                <a:lnTo>
                  <a:pt x="1171714" y="249947"/>
                </a:lnTo>
                <a:lnTo>
                  <a:pt x="1176679" y="255640"/>
                </a:lnTo>
                <a:lnTo>
                  <a:pt x="1177267" y="263110"/>
                </a:lnTo>
                <a:lnTo>
                  <a:pt x="1178431" y="268078"/>
                </a:lnTo>
                <a:lnTo>
                  <a:pt x="1178461" y="268865"/>
                </a:lnTo>
                <a:lnTo>
                  <a:pt x="1177736" y="269892"/>
                </a:lnTo>
                <a:lnTo>
                  <a:pt x="1175135" y="269982"/>
                </a:lnTo>
                <a:lnTo>
                  <a:pt x="1172740" y="269015"/>
                </a:lnTo>
                <a:lnTo>
                  <a:pt x="1154916" y="257721"/>
                </a:lnTo>
                <a:lnTo>
                  <a:pt x="1149728" y="253182"/>
                </a:lnTo>
                <a:lnTo>
                  <a:pt x="1143870" y="245577"/>
                </a:lnTo>
                <a:lnTo>
                  <a:pt x="1141550" y="240343"/>
                </a:lnTo>
                <a:lnTo>
                  <a:pt x="1138500" y="229257"/>
                </a:lnTo>
                <a:lnTo>
                  <a:pt x="1138573" y="220470"/>
                </a:lnTo>
                <a:lnTo>
                  <a:pt x="1136619" y="211912"/>
                </a:lnTo>
                <a:lnTo>
                  <a:pt x="1136724" y="209631"/>
                </a:lnTo>
                <a:lnTo>
                  <a:pt x="1137675" y="207648"/>
                </a:lnTo>
                <a:lnTo>
                  <a:pt x="1138566" y="207818"/>
                </a:lnTo>
                <a:lnTo>
                  <a:pt x="1141817" y="210177"/>
                </a:lnTo>
                <a:close/>
                <a:moveTo>
                  <a:pt x="741558" y="10130"/>
                </a:moveTo>
                <a:lnTo>
                  <a:pt x="740155" y="12664"/>
                </a:lnTo>
                <a:lnTo>
                  <a:pt x="739292" y="16230"/>
                </a:lnTo>
                <a:lnTo>
                  <a:pt x="737178" y="29695"/>
                </a:lnTo>
                <a:lnTo>
                  <a:pt x="734723" y="40038"/>
                </a:lnTo>
                <a:lnTo>
                  <a:pt x="733945" y="50298"/>
                </a:lnTo>
                <a:lnTo>
                  <a:pt x="732851" y="53702"/>
                </a:lnTo>
                <a:lnTo>
                  <a:pt x="730919" y="56304"/>
                </a:lnTo>
                <a:lnTo>
                  <a:pt x="726875" y="59882"/>
                </a:lnTo>
                <a:lnTo>
                  <a:pt x="710616" y="66203"/>
                </a:lnTo>
                <a:lnTo>
                  <a:pt x="708748" y="67535"/>
                </a:lnTo>
                <a:lnTo>
                  <a:pt x="707633" y="69707"/>
                </a:lnTo>
                <a:lnTo>
                  <a:pt x="708179" y="71036"/>
                </a:lnTo>
                <a:lnTo>
                  <a:pt x="709576" y="71884"/>
                </a:lnTo>
                <a:lnTo>
                  <a:pt x="727478" y="73746"/>
                </a:lnTo>
                <a:lnTo>
                  <a:pt x="731012" y="74827"/>
                </a:lnTo>
                <a:lnTo>
                  <a:pt x="732285" y="75715"/>
                </a:lnTo>
                <a:lnTo>
                  <a:pt x="732371" y="76261"/>
                </a:lnTo>
                <a:lnTo>
                  <a:pt x="724837" y="81123"/>
                </a:lnTo>
                <a:lnTo>
                  <a:pt x="715336" y="84020"/>
                </a:lnTo>
                <a:lnTo>
                  <a:pt x="699080" y="90284"/>
                </a:lnTo>
                <a:lnTo>
                  <a:pt x="694720" y="92378"/>
                </a:lnTo>
                <a:lnTo>
                  <a:pt x="693145" y="93842"/>
                </a:lnTo>
                <a:lnTo>
                  <a:pt x="695658" y="95919"/>
                </a:lnTo>
                <a:lnTo>
                  <a:pt x="723974" y="96104"/>
                </a:lnTo>
                <a:lnTo>
                  <a:pt x="727154" y="96426"/>
                </a:lnTo>
                <a:lnTo>
                  <a:pt x="729527" y="97366"/>
                </a:lnTo>
                <a:lnTo>
                  <a:pt x="730226" y="98697"/>
                </a:lnTo>
                <a:lnTo>
                  <a:pt x="730658" y="106133"/>
                </a:lnTo>
                <a:lnTo>
                  <a:pt x="730441" y="120729"/>
                </a:lnTo>
                <a:lnTo>
                  <a:pt x="729309" y="133677"/>
                </a:lnTo>
                <a:lnTo>
                  <a:pt x="729925" y="138525"/>
                </a:lnTo>
                <a:lnTo>
                  <a:pt x="731380" y="138649"/>
                </a:lnTo>
                <a:lnTo>
                  <a:pt x="737243" y="135224"/>
                </a:lnTo>
                <a:lnTo>
                  <a:pt x="739498" y="130085"/>
                </a:lnTo>
                <a:lnTo>
                  <a:pt x="741750" y="128657"/>
                </a:lnTo>
                <a:lnTo>
                  <a:pt x="745930" y="128049"/>
                </a:lnTo>
                <a:lnTo>
                  <a:pt x="748844" y="131037"/>
                </a:lnTo>
                <a:lnTo>
                  <a:pt x="749713" y="133060"/>
                </a:lnTo>
                <a:lnTo>
                  <a:pt x="749147" y="134681"/>
                </a:lnTo>
                <a:lnTo>
                  <a:pt x="747236" y="135797"/>
                </a:lnTo>
                <a:lnTo>
                  <a:pt x="744073" y="136305"/>
                </a:lnTo>
                <a:lnTo>
                  <a:pt x="738498" y="136136"/>
                </a:lnTo>
                <a:lnTo>
                  <a:pt x="737694" y="141559"/>
                </a:lnTo>
                <a:lnTo>
                  <a:pt x="737187" y="142638"/>
                </a:lnTo>
                <a:lnTo>
                  <a:pt x="736232" y="143290"/>
                </a:lnTo>
                <a:lnTo>
                  <a:pt x="732668" y="143226"/>
                </a:lnTo>
                <a:lnTo>
                  <a:pt x="728840" y="140986"/>
                </a:lnTo>
                <a:lnTo>
                  <a:pt x="728116" y="141382"/>
                </a:lnTo>
                <a:lnTo>
                  <a:pt x="727279" y="142998"/>
                </a:lnTo>
                <a:lnTo>
                  <a:pt x="725893" y="151538"/>
                </a:lnTo>
                <a:lnTo>
                  <a:pt x="726040" y="164277"/>
                </a:lnTo>
                <a:lnTo>
                  <a:pt x="723557" y="170244"/>
                </a:lnTo>
                <a:lnTo>
                  <a:pt x="721914" y="176804"/>
                </a:lnTo>
                <a:lnTo>
                  <a:pt x="719351" y="194892"/>
                </a:lnTo>
                <a:lnTo>
                  <a:pt x="717194" y="203634"/>
                </a:lnTo>
                <a:lnTo>
                  <a:pt x="715445" y="219666"/>
                </a:lnTo>
                <a:lnTo>
                  <a:pt x="713909" y="225040"/>
                </a:lnTo>
                <a:lnTo>
                  <a:pt x="716763" y="226922"/>
                </a:lnTo>
                <a:lnTo>
                  <a:pt x="719447" y="226601"/>
                </a:lnTo>
                <a:lnTo>
                  <a:pt x="740356" y="211543"/>
                </a:lnTo>
                <a:lnTo>
                  <a:pt x="742654" y="210390"/>
                </a:lnTo>
                <a:lnTo>
                  <a:pt x="744174" y="210204"/>
                </a:lnTo>
                <a:lnTo>
                  <a:pt x="747197" y="211254"/>
                </a:lnTo>
                <a:lnTo>
                  <a:pt x="753655" y="216215"/>
                </a:lnTo>
                <a:lnTo>
                  <a:pt x="759331" y="219760"/>
                </a:lnTo>
                <a:lnTo>
                  <a:pt x="760873" y="221398"/>
                </a:lnTo>
                <a:lnTo>
                  <a:pt x="766997" y="225899"/>
                </a:lnTo>
                <a:lnTo>
                  <a:pt x="768643" y="226793"/>
                </a:lnTo>
                <a:lnTo>
                  <a:pt x="770825" y="227151"/>
                </a:lnTo>
                <a:lnTo>
                  <a:pt x="772412" y="226304"/>
                </a:lnTo>
                <a:lnTo>
                  <a:pt x="772938" y="225030"/>
                </a:lnTo>
                <a:lnTo>
                  <a:pt x="772752" y="219050"/>
                </a:lnTo>
                <a:lnTo>
                  <a:pt x="769617" y="202725"/>
                </a:lnTo>
                <a:lnTo>
                  <a:pt x="767371" y="184792"/>
                </a:lnTo>
                <a:lnTo>
                  <a:pt x="766437" y="181619"/>
                </a:lnTo>
                <a:lnTo>
                  <a:pt x="765288" y="180229"/>
                </a:lnTo>
                <a:lnTo>
                  <a:pt x="764269" y="179932"/>
                </a:lnTo>
                <a:lnTo>
                  <a:pt x="763620" y="181170"/>
                </a:lnTo>
                <a:lnTo>
                  <a:pt x="763088" y="185861"/>
                </a:lnTo>
                <a:lnTo>
                  <a:pt x="758948" y="186483"/>
                </a:lnTo>
                <a:lnTo>
                  <a:pt x="752705" y="183074"/>
                </a:lnTo>
                <a:lnTo>
                  <a:pt x="751555" y="181898"/>
                </a:lnTo>
                <a:lnTo>
                  <a:pt x="751766" y="179855"/>
                </a:lnTo>
                <a:lnTo>
                  <a:pt x="754946" y="176504"/>
                </a:lnTo>
                <a:lnTo>
                  <a:pt x="755164" y="175971"/>
                </a:lnTo>
                <a:lnTo>
                  <a:pt x="754709" y="175438"/>
                </a:lnTo>
                <a:lnTo>
                  <a:pt x="750915" y="175432"/>
                </a:lnTo>
                <a:lnTo>
                  <a:pt x="745719" y="177180"/>
                </a:lnTo>
                <a:lnTo>
                  <a:pt x="743917" y="177300"/>
                </a:lnTo>
                <a:lnTo>
                  <a:pt x="735373" y="174083"/>
                </a:lnTo>
                <a:lnTo>
                  <a:pt x="734236" y="173348"/>
                </a:lnTo>
                <a:lnTo>
                  <a:pt x="733920" y="171962"/>
                </a:lnTo>
                <a:lnTo>
                  <a:pt x="735008" y="169400"/>
                </a:lnTo>
                <a:lnTo>
                  <a:pt x="737586" y="166808"/>
                </a:lnTo>
                <a:lnTo>
                  <a:pt x="741974" y="164399"/>
                </a:lnTo>
                <a:lnTo>
                  <a:pt x="745045" y="163914"/>
                </a:lnTo>
                <a:lnTo>
                  <a:pt x="748935" y="165370"/>
                </a:lnTo>
                <a:lnTo>
                  <a:pt x="752715" y="167812"/>
                </a:lnTo>
                <a:lnTo>
                  <a:pt x="754547" y="169984"/>
                </a:lnTo>
                <a:lnTo>
                  <a:pt x="756600" y="174424"/>
                </a:lnTo>
                <a:lnTo>
                  <a:pt x="763192" y="176941"/>
                </a:lnTo>
                <a:lnTo>
                  <a:pt x="764058" y="176612"/>
                </a:lnTo>
                <a:lnTo>
                  <a:pt x="764509" y="175604"/>
                </a:lnTo>
                <a:lnTo>
                  <a:pt x="764688" y="171994"/>
                </a:lnTo>
                <a:lnTo>
                  <a:pt x="763682" y="164011"/>
                </a:lnTo>
                <a:lnTo>
                  <a:pt x="763602" y="158934"/>
                </a:lnTo>
                <a:lnTo>
                  <a:pt x="761732" y="149837"/>
                </a:lnTo>
                <a:lnTo>
                  <a:pt x="760154" y="144924"/>
                </a:lnTo>
                <a:lnTo>
                  <a:pt x="758627" y="128097"/>
                </a:lnTo>
                <a:lnTo>
                  <a:pt x="756543" y="119291"/>
                </a:lnTo>
                <a:lnTo>
                  <a:pt x="756207" y="112441"/>
                </a:lnTo>
                <a:lnTo>
                  <a:pt x="756537" y="107148"/>
                </a:lnTo>
                <a:lnTo>
                  <a:pt x="755989" y="102398"/>
                </a:lnTo>
                <a:lnTo>
                  <a:pt x="756733" y="99541"/>
                </a:lnTo>
                <a:lnTo>
                  <a:pt x="758587" y="97981"/>
                </a:lnTo>
                <a:lnTo>
                  <a:pt x="761995" y="96247"/>
                </a:lnTo>
                <a:lnTo>
                  <a:pt x="791597" y="96011"/>
                </a:lnTo>
                <a:lnTo>
                  <a:pt x="794125" y="95482"/>
                </a:lnTo>
                <a:lnTo>
                  <a:pt x="795076" y="94004"/>
                </a:lnTo>
                <a:lnTo>
                  <a:pt x="794569" y="93057"/>
                </a:lnTo>
                <a:lnTo>
                  <a:pt x="791930" y="91530"/>
                </a:lnTo>
                <a:lnTo>
                  <a:pt x="783828" y="88716"/>
                </a:lnTo>
                <a:lnTo>
                  <a:pt x="777415" y="87210"/>
                </a:lnTo>
                <a:lnTo>
                  <a:pt x="773060" y="84423"/>
                </a:lnTo>
                <a:lnTo>
                  <a:pt x="764721" y="81328"/>
                </a:lnTo>
                <a:lnTo>
                  <a:pt x="760553" y="78939"/>
                </a:lnTo>
                <a:lnTo>
                  <a:pt x="758089" y="76803"/>
                </a:lnTo>
                <a:lnTo>
                  <a:pt x="757920" y="76209"/>
                </a:lnTo>
                <a:lnTo>
                  <a:pt x="758422" y="75674"/>
                </a:lnTo>
                <a:lnTo>
                  <a:pt x="761158" y="74338"/>
                </a:lnTo>
                <a:lnTo>
                  <a:pt x="778872" y="74246"/>
                </a:lnTo>
                <a:lnTo>
                  <a:pt x="781015" y="73527"/>
                </a:lnTo>
                <a:lnTo>
                  <a:pt x="781672" y="72294"/>
                </a:lnTo>
                <a:lnTo>
                  <a:pt x="779404" y="69595"/>
                </a:lnTo>
                <a:lnTo>
                  <a:pt x="767507" y="62485"/>
                </a:lnTo>
                <a:lnTo>
                  <a:pt x="762999" y="60278"/>
                </a:lnTo>
                <a:lnTo>
                  <a:pt x="760082" y="58106"/>
                </a:lnTo>
                <a:lnTo>
                  <a:pt x="757333" y="55228"/>
                </a:lnTo>
                <a:lnTo>
                  <a:pt x="755504" y="50854"/>
                </a:lnTo>
                <a:lnTo>
                  <a:pt x="754809" y="42792"/>
                </a:lnTo>
                <a:lnTo>
                  <a:pt x="752496" y="33902"/>
                </a:lnTo>
                <a:lnTo>
                  <a:pt x="750554" y="21279"/>
                </a:lnTo>
                <a:lnTo>
                  <a:pt x="748656" y="13125"/>
                </a:lnTo>
                <a:lnTo>
                  <a:pt x="747678" y="10824"/>
                </a:lnTo>
                <a:lnTo>
                  <a:pt x="746250" y="9474"/>
                </a:lnTo>
                <a:lnTo>
                  <a:pt x="743768" y="9146"/>
                </a:lnTo>
                <a:lnTo>
                  <a:pt x="741558" y="10130"/>
                </a:lnTo>
                <a:close/>
                <a:moveTo>
                  <a:pt x="746148" y="42697"/>
                </a:moveTo>
                <a:lnTo>
                  <a:pt x="745714" y="44800"/>
                </a:lnTo>
                <a:lnTo>
                  <a:pt x="744747" y="45086"/>
                </a:lnTo>
                <a:lnTo>
                  <a:pt x="743647" y="44745"/>
                </a:lnTo>
                <a:lnTo>
                  <a:pt x="742630" y="42929"/>
                </a:lnTo>
                <a:lnTo>
                  <a:pt x="742862" y="40827"/>
                </a:lnTo>
                <a:lnTo>
                  <a:pt x="743883" y="40301"/>
                </a:lnTo>
                <a:lnTo>
                  <a:pt x="745607" y="40565"/>
                </a:lnTo>
                <a:lnTo>
                  <a:pt x="746148" y="42697"/>
                </a:lnTo>
                <a:close/>
                <a:moveTo>
                  <a:pt x="736804" y="61876"/>
                </a:moveTo>
                <a:lnTo>
                  <a:pt x="737665" y="62964"/>
                </a:lnTo>
                <a:lnTo>
                  <a:pt x="736775" y="64454"/>
                </a:lnTo>
                <a:lnTo>
                  <a:pt x="733803" y="64731"/>
                </a:lnTo>
                <a:lnTo>
                  <a:pt x="732559" y="63936"/>
                </a:lnTo>
                <a:lnTo>
                  <a:pt x="732720" y="63127"/>
                </a:lnTo>
                <a:lnTo>
                  <a:pt x="734290" y="62037"/>
                </a:lnTo>
                <a:lnTo>
                  <a:pt x="735493" y="61596"/>
                </a:lnTo>
                <a:lnTo>
                  <a:pt x="736804" y="61876"/>
                </a:lnTo>
                <a:close/>
                <a:moveTo>
                  <a:pt x="763306" y="65100"/>
                </a:moveTo>
                <a:lnTo>
                  <a:pt x="764735" y="66315"/>
                </a:lnTo>
                <a:lnTo>
                  <a:pt x="764672" y="68222"/>
                </a:lnTo>
                <a:lnTo>
                  <a:pt x="762544" y="69435"/>
                </a:lnTo>
                <a:lnTo>
                  <a:pt x="760301" y="69417"/>
                </a:lnTo>
                <a:lnTo>
                  <a:pt x="758463" y="68663"/>
                </a:lnTo>
                <a:lnTo>
                  <a:pt x="757051" y="67277"/>
                </a:lnTo>
                <a:lnTo>
                  <a:pt x="756311" y="65543"/>
                </a:lnTo>
                <a:lnTo>
                  <a:pt x="756257" y="63570"/>
                </a:lnTo>
                <a:lnTo>
                  <a:pt x="760388" y="64137"/>
                </a:lnTo>
                <a:lnTo>
                  <a:pt x="763306" y="65100"/>
                </a:lnTo>
                <a:close/>
                <a:moveTo>
                  <a:pt x="730029" y="64827"/>
                </a:moveTo>
                <a:lnTo>
                  <a:pt x="730491" y="65528"/>
                </a:lnTo>
                <a:lnTo>
                  <a:pt x="730332" y="66450"/>
                </a:lnTo>
                <a:lnTo>
                  <a:pt x="728705" y="68156"/>
                </a:lnTo>
                <a:lnTo>
                  <a:pt x="726760" y="68577"/>
                </a:lnTo>
                <a:lnTo>
                  <a:pt x="725077" y="67880"/>
                </a:lnTo>
                <a:lnTo>
                  <a:pt x="725675" y="66213"/>
                </a:lnTo>
                <a:lnTo>
                  <a:pt x="727612" y="64683"/>
                </a:lnTo>
                <a:lnTo>
                  <a:pt x="728674" y="64340"/>
                </a:lnTo>
                <a:lnTo>
                  <a:pt x="730029" y="64827"/>
                </a:lnTo>
                <a:close/>
                <a:moveTo>
                  <a:pt x="729919" y="84280"/>
                </a:moveTo>
                <a:lnTo>
                  <a:pt x="731099" y="85976"/>
                </a:lnTo>
                <a:lnTo>
                  <a:pt x="730201" y="87357"/>
                </a:lnTo>
                <a:lnTo>
                  <a:pt x="727301" y="87568"/>
                </a:lnTo>
                <a:lnTo>
                  <a:pt x="725955" y="86502"/>
                </a:lnTo>
                <a:lnTo>
                  <a:pt x="725665" y="84614"/>
                </a:lnTo>
                <a:lnTo>
                  <a:pt x="726082" y="83570"/>
                </a:lnTo>
                <a:lnTo>
                  <a:pt x="728015" y="83501"/>
                </a:lnTo>
                <a:lnTo>
                  <a:pt x="729919" y="84280"/>
                </a:lnTo>
                <a:close/>
                <a:moveTo>
                  <a:pt x="761011" y="85373"/>
                </a:moveTo>
                <a:lnTo>
                  <a:pt x="761069" y="86529"/>
                </a:lnTo>
                <a:lnTo>
                  <a:pt x="760151" y="87720"/>
                </a:lnTo>
                <a:lnTo>
                  <a:pt x="758521" y="88006"/>
                </a:lnTo>
                <a:lnTo>
                  <a:pt x="757649" y="87435"/>
                </a:lnTo>
                <a:lnTo>
                  <a:pt x="757485" y="86064"/>
                </a:lnTo>
                <a:lnTo>
                  <a:pt x="758535" y="84799"/>
                </a:lnTo>
                <a:lnTo>
                  <a:pt x="759993" y="84567"/>
                </a:lnTo>
                <a:lnTo>
                  <a:pt x="761011" y="85373"/>
                </a:lnTo>
                <a:close/>
                <a:moveTo>
                  <a:pt x="736586" y="100345"/>
                </a:moveTo>
                <a:lnTo>
                  <a:pt x="736094" y="101438"/>
                </a:lnTo>
                <a:lnTo>
                  <a:pt x="735346" y="101050"/>
                </a:lnTo>
                <a:lnTo>
                  <a:pt x="735090" y="100221"/>
                </a:lnTo>
                <a:lnTo>
                  <a:pt x="735937" y="99259"/>
                </a:lnTo>
                <a:lnTo>
                  <a:pt x="736586" y="100345"/>
                </a:lnTo>
                <a:close/>
                <a:moveTo>
                  <a:pt x="747951" y="104498"/>
                </a:moveTo>
                <a:lnTo>
                  <a:pt x="748951" y="105812"/>
                </a:lnTo>
                <a:lnTo>
                  <a:pt x="749104" y="107515"/>
                </a:lnTo>
                <a:lnTo>
                  <a:pt x="748419" y="109201"/>
                </a:lnTo>
                <a:lnTo>
                  <a:pt x="747155" y="110265"/>
                </a:lnTo>
                <a:lnTo>
                  <a:pt x="744697" y="110543"/>
                </a:lnTo>
                <a:lnTo>
                  <a:pt x="742224" y="109974"/>
                </a:lnTo>
                <a:lnTo>
                  <a:pt x="740428" y="109107"/>
                </a:lnTo>
                <a:lnTo>
                  <a:pt x="739571" y="107783"/>
                </a:lnTo>
                <a:lnTo>
                  <a:pt x="739700" y="105317"/>
                </a:lnTo>
                <a:lnTo>
                  <a:pt x="741582" y="104125"/>
                </a:lnTo>
                <a:lnTo>
                  <a:pt x="745484" y="103728"/>
                </a:lnTo>
                <a:lnTo>
                  <a:pt x="747951" y="104498"/>
                </a:lnTo>
                <a:close/>
                <a:moveTo>
                  <a:pt x="737132" y="124169"/>
                </a:moveTo>
                <a:lnTo>
                  <a:pt x="737541" y="125137"/>
                </a:lnTo>
                <a:lnTo>
                  <a:pt x="736710" y="126058"/>
                </a:lnTo>
                <a:lnTo>
                  <a:pt x="735675" y="126307"/>
                </a:lnTo>
                <a:lnTo>
                  <a:pt x="734578" y="125651"/>
                </a:lnTo>
                <a:lnTo>
                  <a:pt x="734444" y="124488"/>
                </a:lnTo>
                <a:lnTo>
                  <a:pt x="735015" y="123496"/>
                </a:lnTo>
                <a:lnTo>
                  <a:pt x="736012" y="123355"/>
                </a:lnTo>
                <a:lnTo>
                  <a:pt x="737132" y="124169"/>
                </a:lnTo>
                <a:close/>
                <a:moveTo>
                  <a:pt x="755601" y="124224"/>
                </a:moveTo>
                <a:lnTo>
                  <a:pt x="753935" y="125378"/>
                </a:lnTo>
                <a:lnTo>
                  <a:pt x="752741" y="125269"/>
                </a:lnTo>
                <a:lnTo>
                  <a:pt x="752432" y="124770"/>
                </a:lnTo>
                <a:lnTo>
                  <a:pt x="752719" y="123779"/>
                </a:lnTo>
                <a:lnTo>
                  <a:pt x="753677" y="123343"/>
                </a:lnTo>
                <a:lnTo>
                  <a:pt x="755330" y="123433"/>
                </a:lnTo>
                <a:lnTo>
                  <a:pt x="755601" y="124224"/>
                </a:lnTo>
                <a:close/>
                <a:moveTo>
                  <a:pt x="755328" y="137393"/>
                </a:moveTo>
                <a:lnTo>
                  <a:pt x="756439" y="139564"/>
                </a:lnTo>
                <a:lnTo>
                  <a:pt x="756608" y="141413"/>
                </a:lnTo>
                <a:lnTo>
                  <a:pt x="755401" y="143587"/>
                </a:lnTo>
                <a:lnTo>
                  <a:pt x="751442" y="145733"/>
                </a:lnTo>
                <a:lnTo>
                  <a:pt x="752963" y="150206"/>
                </a:lnTo>
                <a:lnTo>
                  <a:pt x="752035" y="152494"/>
                </a:lnTo>
                <a:lnTo>
                  <a:pt x="748504" y="154639"/>
                </a:lnTo>
                <a:lnTo>
                  <a:pt x="745240" y="155780"/>
                </a:lnTo>
                <a:lnTo>
                  <a:pt x="742474" y="154718"/>
                </a:lnTo>
                <a:lnTo>
                  <a:pt x="738446" y="151772"/>
                </a:lnTo>
                <a:lnTo>
                  <a:pt x="738001" y="149599"/>
                </a:lnTo>
                <a:lnTo>
                  <a:pt x="740394" y="146057"/>
                </a:lnTo>
                <a:lnTo>
                  <a:pt x="743586" y="144410"/>
                </a:lnTo>
                <a:lnTo>
                  <a:pt x="750200" y="143873"/>
                </a:lnTo>
                <a:lnTo>
                  <a:pt x="751940" y="137120"/>
                </a:lnTo>
                <a:lnTo>
                  <a:pt x="753573" y="136457"/>
                </a:lnTo>
                <a:lnTo>
                  <a:pt x="755328" y="137393"/>
                </a:lnTo>
                <a:close/>
                <a:moveTo>
                  <a:pt x="735493" y="156299"/>
                </a:moveTo>
                <a:lnTo>
                  <a:pt x="737929" y="158806"/>
                </a:lnTo>
                <a:lnTo>
                  <a:pt x="737920" y="159993"/>
                </a:lnTo>
                <a:lnTo>
                  <a:pt x="737091" y="161375"/>
                </a:lnTo>
                <a:lnTo>
                  <a:pt x="732242" y="165698"/>
                </a:lnTo>
                <a:lnTo>
                  <a:pt x="730890" y="165749"/>
                </a:lnTo>
                <a:lnTo>
                  <a:pt x="728938" y="164743"/>
                </a:lnTo>
                <a:lnTo>
                  <a:pt x="728178" y="163758"/>
                </a:lnTo>
                <a:lnTo>
                  <a:pt x="728075" y="161544"/>
                </a:lnTo>
                <a:lnTo>
                  <a:pt x="728806" y="157406"/>
                </a:lnTo>
                <a:lnTo>
                  <a:pt x="729780" y="155351"/>
                </a:lnTo>
                <a:lnTo>
                  <a:pt x="730418" y="154783"/>
                </a:lnTo>
                <a:lnTo>
                  <a:pt x="732042" y="154536"/>
                </a:lnTo>
                <a:lnTo>
                  <a:pt x="735493" y="156299"/>
                </a:lnTo>
                <a:close/>
                <a:moveTo>
                  <a:pt x="759973" y="155643"/>
                </a:moveTo>
                <a:lnTo>
                  <a:pt x="760636" y="158885"/>
                </a:lnTo>
                <a:lnTo>
                  <a:pt x="760291" y="163271"/>
                </a:lnTo>
                <a:lnTo>
                  <a:pt x="759398" y="164804"/>
                </a:lnTo>
                <a:lnTo>
                  <a:pt x="757382" y="165263"/>
                </a:lnTo>
                <a:lnTo>
                  <a:pt x="752200" y="161447"/>
                </a:lnTo>
                <a:lnTo>
                  <a:pt x="751257" y="159960"/>
                </a:lnTo>
                <a:lnTo>
                  <a:pt x="751141" y="158414"/>
                </a:lnTo>
                <a:lnTo>
                  <a:pt x="752074" y="156880"/>
                </a:lnTo>
                <a:lnTo>
                  <a:pt x="754677" y="155553"/>
                </a:lnTo>
                <a:lnTo>
                  <a:pt x="757777" y="155035"/>
                </a:lnTo>
                <a:lnTo>
                  <a:pt x="759973" y="155643"/>
                </a:lnTo>
                <a:close/>
                <a:moveTo>
                  <a:pt x="731668" y="176954"/>
                </a:moveTo>
                <a:lnTo>
                  <a:pt x="735711" y="181216"/>
                </a:lnTo>
                <a:lnTo>
                  <a:pt x="733123" y="183231"/>
                </a:lnTo>
                <a:lnTo>
                  <a:pt x="727133" y="185260"/>
                </a:lnTo>
                <a:lnTo>
                  <a:pt x="725818" y="183460"/>
                </a:lnTo>
                <a:lnTo>
                  <a:pt x="725340" y="181908"/>
                </a:lnTo>
                <a:lnTo>
                  <a:pt x="725106" y="179105"/>
                </a:lnTo>
                <a:lnTo>
                  <a:pt x="725492" y="176833"/>
                </a:lnTo>
                <a:lnTo>
                  <a:pt x="726131" y="176135"/>
                </a:lnTo>
                <a:lnTo>
                  <a:pt x="727726" y="175774"/>
                </a:lnTo>
                <a:lnTo>
                  <a:pt x="731668" y="176954"/>
                </a:lnTo>
                <a:close/>
                <a:moveTo>
                  <a:pt x="748006" y="185861"/>
                </a:moveTo>
                <a:lnTo>
                  <a:pt x="754325" y="188963"/>
                </a:lnTo>
                <a:lnTo>
                  <a:pt x="755444" y="190511"/>
                </a:lnTo>
                <a:lnTo>
                  <a:pt x="755557" y="193308"/>
                </a:lnTo>
                <a:lnTo>
                  <a:pt x="753634" y="195697"/>
                </a:lnTo>
                <a:lnTo>
                  <a:pt x="748171" y="199729"/>
                </a:lnTo>
                <a:lnTo>
                  <a:pt x="744738" y="201296"/>
                </a:lnTo>
                <a:lnTo>
                  <a:pt x="741630" y="201069"/>
                </a:lnTo>
                <a:lnTo>
                  <a:pt x="739782" y="199912"/>
                </a:lnTo>
                <a:lnTo>
                  <a:pt x="733786" y="194838"/>
                </a:lnTo>
                <a:lnTo>
                  <a:pt x="731194" y="190733"/>
                </a:lnTo>
                <a:lnTo>
                  <a:pt x="731198" y="189689"/>
                </a:lnTo>
                <a:lnTo>
                  <a:pt x="731889" y="188852"/>
                </a:lnTo>
                <a:lnTo>
                  <a:pt x="741076" y="184151"/>
                </a:lnTo>
                <a:lnTo>
                  <a:pt x="743891" y="184038"/>
                </a:lnTo>
                <a:lnTo>
                  <a:pt x="748006" y="185861"/>
                </a:lnTo>
                <a:close/>
                <a:moveTo>
                  <a:pt x="730192" y="198374"/>
                </a:moveTo>
                <a:lnTo>
                  <a:pt x="735883" y="203004"/>
                </a:lnTo>
                <a:lnTo>
                  <a:pt x="737350" y="205634"/>
                </a:lnTo>
                <a:lnTo>
                  <a:pt x="737405" y="207445"/>
                </a:lnTo>
                <a:lnTo>
                  <a:pt x="736438" y="208535"/>
                </a:lnTo>
                <a:lnTo>
                  <a:pt x="733138" y="210417"/>
                </a:lnTo>
                <a:lnTo>
                  <a:pt x="725959" y="215768"/>
                </a:lnTo>
                <a:lnTo>
                  <a:pt x="723636" y="217167"/>
                </a:lnTo>
                <a:lnTo>
                  <a:pt x="722703" y="217108"/>
                </a:lnTo>
                <a:lnTo>
                  <a:pt x="721811" y="215844"/>
                </a:lnTo>
                <a:lnTo>
                  <a:pt x="721309" y="212217"/>
                </a:lnTo>
                <a:lnTo>
                  <a:pt x="722993" y="202903"/>
                </a:lnTo>
                <a:lnTo>
                  <a:pt x="723164" y="199344"/>
                </a:lnTo>
                <a:lnTo>
                  <a:pt x="724771" y="197411"/>
                </a:lnTo>
                <a:lnTo>
                  <a:pt x="726534" y="196596"/>
                </a:lnTo>
                <a:lnTo>
                  <a:pt x="728326" y="196920"/>
                </a:lnTo>
                <a:lnTo>
                  <a:pt x="730192" y="198374"/>
                </a:lnTo>
                <a:close/>
                <a:moveTo>
                  <a:pt x="763525" y="197828"/>
                </a:moveTo>
                <a:lnTo>
                  <a:pt x="764415" y="201912"/>
                </a:lnTo>
                <a:lnTo>
                  <a:pt x="765195" y="214360"/>
                </a:lnTo>
                <a:lnTo>
                  <a:pt x="764880" y="216393"/>
                </a:lnTo>
                <a:lnTo>
                  <a:pt x="762977" y="217156"/>
                </a:lnTo>
                <a:lnTo>
                  <a:pt x="760843" y="216107"/>
                </a:lnTo>
                <a:lnTo>
                  <a:pt x="754970" y="210959"/>
                </a:lnTo>
                <a:lnTo>
                  <a:pt x="751723" y="208914"/>
                </a:lnTo>
                <a:lnTo>
                  <a:pt x="750984" y="206686"/>
                </a:lnTo>
                <a:lnTo>
                  <a:pt x="751915" y="204392"/>
                </a:lnTo>
                <a:lnTo>
                  <a:pt x="757838" y="199367"/>
                </a:lnTo>
                <a:lnTo>
                  <a:pt x="761831" y="197063"/>
                </a:lnTo>
                <a:lnTo>
                  <a:pt x="763525" y="197828"/>
                </a:lnTo>
                <a:close/>
                <a:moveTo>
                  <a:pt x="365069" y="12807"/>
                </a:moveTo>
                <a:lnTo>
                  <a:pt x="363550" y="13856"/>
                </a:lnTo>
                <a:lnTo>
                  <a:pt x="362657" y="15825"/>
                </a:lnTo>
                <a:lnTo>
                  <a:pt x="361103" y="26091"/>
                </a:lnTo>
                <a:lnTo>
                  <a:pt x="358628" y="37383"/>
                </a:lnTo>
                <a:lnTo>
                  <a:pt x="357077" y="49421"/>
                </a:lnTo>
                <a:lnTo>
                  <a:pt x="355127" y="57642"/>
                </a:lnTo>
                <a:lnTo>
                  <a:pt x="353014" y="70587"/>
                </a:lnTo>
                <a:lnTo>
                  <a:pt x="352012" y="72832"/>
                </a:lnTo>
                <a:lnTo>
                  <a:pt x="349426" y="75791"/>
                </a:lnTo>
                <a:lnTo>
                  <a:pt x="347108" y="77356"/>
                </a:lnTo>
                <a:lnTo>
                  <a:pt x="341429" y="79656"/>
                </a:lnTo>
                <a:lnTo>
                  <a:pt x="336570" y="82454"/>
                </a:lnTo>
                <a:lnTo>
                  <a:pt x="322453" y="88207"/>
                </a:lnTo>
                <a:lnTo>
                  <a:pt x="320194" y="89857"/>
                </a:lnTo>
                <a:lnTo>
                  <a:pt x="318595" y="92443"/>
                </a:lnTo>
                <a:lnTo>
                  <a:pt x="319053" y="93812"/>
                </a:lnTo>
                <a:lnTo>
                  <a:pt x="322261" y="94687"/>
                </a:lnTo>
                <a:lnTo>
                  <a:pt x="349090" y="96300"/>
                </a:lnTo>
                <a:lnTo>
                  <a:pt x="351952" y="97435"/>
                </a:lnTo>
                <a:lnTo>
                  <a:pt x="352938" y="98378"/>
                </a:lnTo>
                <a:lnTo>
                  <a:pt x="352929" y="99436"/>
                </a:lnTo>
                <a:lnTo>
                  <a:pt x="350133" y="102469"/>
                </a:lnTo>
                <a:lnTo>
                  <a:pt x="346938" y="104360"/>
                </a:lnTo>
                <a:lnTo>
                  <a:pt x="337666" y="108220"/>
                </a:lnTo>
                <a:lnTo>
                  <a:pt x="330883" y="110324"/>
                </a:lnTo>
                <a:lnTo>
                  <a:pt x="325177" y="112823"/>
                </a:lnTo>
                <a:lnTo>
                  <a:pt x="306815" y="119311"/>
                </a:lnTo>
                <a:lnTo>
                  <a:pt x="302698" y="121542"/>
                </a:lnTo>
                <a:lnTo>
                  <a:pt x="301532" y="122538"/>
                </a:lnTo>
                <a:lnTo>
                  <a:pt x="300950" y="124312"/>
                </a:lnTo>
                <a:lnTo>
                  <a:pt x="302413" y="125457"/>
                </a:lnTo>
                <a:lnTo>
                  <a:pt x="306266" y="125781"/>
                </a:lnTo>
                <a:lnTo>
                  <a:pt x="345186" y="126300"/>
                </a:lnTo>
                <a:lnTo>
                  <a:pt x="349039" y="127111"/>
                </a:lnTo>
                <a:lnTo>
                  <a:pt x="350425" y="128103"/>
                </a:lnTo>
                <a:lnTo>
                  <a:pt x="350993" y="129495"/>
                </a:lnTo>
                <a:lnTo>
                  <a:pt x="351314" y="137414"/>
                </a:lnTo>
                <a:lnTo>
                  <a:pt x="350322" y="146107"/>
                </a:lnTo>
                <a:lnTo>
                  <a:pt x="348528" y="176228"/>
                </a:lnTo>
                <a:lnTo>
                  <a:pt x="346327" y="182088"/>
                </a:lnTo>
                <a:lnTo>
                  <a:pt x="344171" y="201888"/>
                </a:lnTo>
                <a:lnTo>
                  <a:pt x="341453" y="212035"/>
                </a:lnTo>
                <a:lnTo>
                  <a:pt x="339735" y="228380"/>
                </a:lnTo>
                <a:lnTo>
                  <a:pt x="337222" y="238728"/>
                </a:lnTo>
                <a:lnTo>
                  <a:pt x="335302" y="254984"/>
                </a:lnTo>
                <a:lnTo>
                  <a:pt x="332796" y="266499"/>
                </a:lnTo>
                <a:lnTo>
                  <a:pt x="330072" y="287910"/>
                </a:lnTo>
                <a:lnTo>
                  <a:pt x="328566" y="293655"/>
                </a:lnTo>
                <a:lnTo>
                  <a:pt x="328532" y="296364"/>
                </a:lnTo>
                <a:lnTo>
                  <a:pt x="329114" y="297879"/>
                </a:lnTo>
                <a:lnTo>
                  <a:pt x="331069" y="298572"/>
                </a:lnTo>
                <a:lnTo>
                  <a:pt x="334784" y="297302"/>
                </a:lnTo>
                <a:lnTo>
                  <a:pt x="356929" y="281920"/>
                </a:lnTo>
                <a:lnTo>
                  <a:pt x="364173" y="276320"/>
                </a:lnTo>
                <a:lnTo>
                  <a:pt x="366230" y="275447"/>
                </a:lnTo>
                <a:lnTo>
                  <a:pt x="368221" y="275267"/>
                </a:lnTo>
                <a:lnTo>
                  <a:pt x="371056" y="276307"/>
                </a:lnTo>
                <a:lnTo>
                  <a:pt x="387206" y="288671"/>
                </a:lnTo>
                <a:lnTo>
                  <a:pt x="398774" y="296866"/>
                </a:lnTo>
                <a:lnTo>
                  <a:pt x="401645" y="298343"/>
                </a:lnTo>
                <a:lnTo>
                  <a:pt x="403794" y="298581"/>
                </a:lnTo>
                <a:lnTo>
                  <a:pt x="404794" y="298043"/>
                </a:lnTo>
                <a:lnTo>
                  <a:pt x="405261" y="296924"/>
                </a:lnTo>
                <a:lnTo>
                  <a:pt x="405270" y="292102"/>
                </a:lnTo>
                <a:lnTo>
                  <a:pt x="402636" y="276039"/>
                </a:lnTo>
                <a:lnTo>
                  <a:pt x="400897" y="261250"/>
                </a:lnTo>
                <a:lnTo>
                  <a:pt x="398526" y="249867"/>
                </a:lnTo>
                <a:lnTo>
                  <a:pt x="396360" y="231932"/>
                </a:lnTo>
                <a:lnTo>
                  <a:pt x="393556" y="218887"/>
                </a:lnTo>
                <a:lnTo>
                  <a:pt x="391967" y="205266"/>
                </a:lnTo>
                <a:lnTo>
                  <a:pt x="389091" y="188786"/>
                </a:lnTo>
                <a:lnTo>
                  <a:pt x="387322" y="173156"/>
                </a:lnTo>
                <a:lnTo>
                  <a:pt x="386523" y="169924"/>
                </a:lnTo>
                <a:lnTo>
                  <a:pt x="384712" y="166414"/>
                </a:lnTo>
                <a:lnTo>
                  <a:pt x="384290" y="163806"/>
                </a:lnTo>
                <a:lnTo>
                  <a:pt x="383757" y="129087"/>
                </a:lnTo>
                <a:lnTo>
                  <a:pt x="386321" y="127033"/>
                </a:lnTo>
                <a:lnTo>
                  <a:pt x="390628" y="126321"/>
                </a:lnTo>
                <a:lnTo>
                  <a:pt x="431966" y="126630"/>
                </a:lnTo>
                <a:lnTo>
                  <a:pt x="433556" y="126038"/>
                </a:lnTo>
                <a:lnTo>
                  <a:pt x="434719" y="123930"/>
                </a:lnTo>
                <a:lnTo>
                  <a:pt x="432532" y="122242"/>
                </a:lnTo>
                <a:lnTo>
                  <a:pt x="426558" y="119341"/>
                </a:lnTo>
                <a:lnTo>
                  <a:pt x="413897" y="114118"/>
                </a:lnTo>
                <a:lnTo>
                  <a:pt x="396680" y="107961"/>
                </a:lnTo>
                <a:lnTo>
                  <a:pt x="387160" y="103931"/>
                </a:lnTo>
                <a:lnTo>
                  <a:pt x="385117" y="102167"/>
                </a:lnTo>
                <a:lnTo>
                  <a:pt x="384838" y="98834"/>
                </a:lnTo>
                <a:lnTo>
                  <a:pt x="385457" y="97762"/>
                </a:lnTo>
                <a:lnTo>
                  <a:pt x="386787" y="97118"/>
                </a:lnTo>
                <a:lnTo>
                  <a:pt x="396979" y="96641"/>
                </a:lnTo>
                <a:lnTo>
                  <a:pt x="414136" y="98081"/>
                </a:lnTo>
                <a:lnTo>
                  <a:pt x="416324" y="97121"/>
                </a:lnTo>
                <a:lnTo>
                  <a:pt x="417287" y="95849"/>
                </a:lnTo>
                <a:lnTo>
                  <a:pt x="417461" y="94672"/>
                </a:lnTo>
                <a:lnTo>
                  <a:pt x="415273" y="92297"/>
                </a:lnTo>
                <a:lnTo>
                  <a:pt x="406106" y="87360"/>
                </a:lnTo>
                <a:lnTo>
                  <a:pt x="393078" y="79141"/>
                </a:lnTo>
                <a:lnTo>
                  <a:pt x="388449" y="76842"/>
                </a:lnTo>
                <a:lnTo>
                  <a:pt x="384254" y="73050"/>
                </a:lnTo>
                <a:lnTo>
                  <a:pt x="383712" y="71835"/>
                </a:lnTo>
                <a:lnTo>
                  <a:pt x="383279" y="66842"/>
                </a:lnTo>
                <a:lnTo>
                  <a:pt x="381231" y="58376"/>
                </a:lnTo>
                <a:lnTo>
                  <a:pt x="378824" y="43313"/>
                </a:lnTo>
                <a:lnTo>
                  <a:pt x="376237" y="32000"/>
                </a:lnTo>
                <a:lnTo>
                  <a:pt x="373716" y="17356"/>
                </a:lnTo>
                <a:lnTo>
                  <a:pt x="372279" y="14247"/>
                </a:lnTo>
                <a:lnTo>
                  <a:pt x="369830" y="12338"/>
                </a:lnTo>
                <a:lnTo>
                  <a:pt x="367602" y="11896"/>
                </a:lnTo>
                <a:lnTo>
                  <a:pt x="365069" y="12807"/>
                </a:lnTo>
                <a:close/>
                <a:moveTo>
                  <a:pt x="369877" y="38817"/>
                </a:moveTo>
                <a:lnTo>
                  <a:pt x="370384" y="40356"/>
                </a:lnTo>
                <a:lnTo>
                  <a:pt x="370055" y="42295"/>
                </a:lnTo>
                <a:lnTo>
                  <a:pt x="368293" y="42697"/>
                </a:lnTo>
                <a:lnTo>
                  <a:pt x="366546" y="42319"/>
                </a:lnTo>
                <a:lnTo>
                  <a:pt x="366216" y="40564"/>
                </a:lnTo>
                <a:lnTo>
                  <a:pt x="366994" y="38860"/>
                </a:lnTo>
                <a:lnTo>
                  <a:pt x="368433" y="38136"/>
                </a:lnTo>
                <a:lnTo>
                  <a:pt x="369877" y="38817"/>
                </a:lnTo>
                <a:close/>
                <a:moveTo>
                  <a:pt x="370588" y="53188"/>
                </a:moveTo>
                <a:lnTo>
                  <a:pt x="371551" y="55763"/>
                </a:lnTo>
                <a:lnTo>
                  <a:pt x="371244" y="59035"/>
                </a:lnTo>
                <a:lnTo>
                  <a:pt x="368805" y="59909"/>
                </a:lnTo>
                <a:lnTo>
                  <a:pt x="365670" y="59472"/>
                </a:lnTo>
                <a:lnTo>
                  <a:pt x="364454" y="56930"/>
                </a:lnTo>
                <a:lnTo>
                  <a:pt x="364622" y="54435"/>
                </a:lnTo>
                <a:lnTo>
                  <a:pt x="365252" y="53122"/>
                </a:lnTo>
                <a:lnTo>
                  <a:pt x="367633" y="52279"/>
                </a:lnTo>
                <a:lnTo>
                  <a:pt x="370588" y="53188"/>
                </a:lnTo>
                <a:close/>
                <a:moveTo>
                  <a:pt x="361736" y="62368"/>
                </a:moveTo>
                <a:lnTo>
                  <a:pt x="362138" y="63731"/>
                </a:lnTo>
                <a:lnTo>
                  <a:pt x="361590" y="65071"/>
                </a:lnTo>
                <a:lnTo>
                  <a:pt x="360411" y="65803"/>
                </a:lnTo>
                <a:lnTo>
                  <a:pt x="359105" y="65478"/>
                </a:lnTo>
                <a:lnTo>
                  <a:pt x="358552" y="63411"/>
                </a:lnTo>
                <a:lnTo>
                  <a:pt x="359171" y="61986"/>
                </a:lnTo>
                <a:lnTo>
                  <a:pt x="360397" y="61553"/>
                </a:lnTo>
                <a:lnTo>
                  <a:pt x="361736" y="62368"/>
                </a:lnTo>
                <a:close/>
                <a:moveTo>
                  <a:pt x="377254" y="63352"/>
                </a:moveTo>
                <a:lnTo>
                  <a:pt x="378292" y="64117"/>
                </a:lnTo>
                <a:lnTo>
                  <a:pt x="376647" y="64560"/>
                </a:lnTo>
                <a:lnTo>
                  <a:pt x="375082" y="64110"/>
                </a:lnTo>
                <a:lnTo>
                  <a:pt x="374304" y="63188"/>
                </a:lnTo>
                <a:lnTo>
                  <a:pt x="375349" y="62675"/>
                </a:lnTo>
                <a:lnTo>
                  <a:pt x="377254" y="63352"/>
                </a:lnTo>
                <a:close/>
                <a:moveTo>
                  <a:pt x="371025" y="70018"/>
                </a:moveTo>
                <a:lnTo>
                  <a:pt x="371865" y="72176"/>
                </a:lnTo>
                <a:lnTo>
                  <a:pt x="370941" y="73288"/>
                </a:lnTo>
                <a:lnTo>
                  <a:pt x="369097" y="74214"/>
                </a:lnTo>
                <a:lnTo>
                  <a:pt x="367694" y="74237"/>
                </a:lnTo>
                <a:lnTo>
                  <a:pt x="365598" y="73484"/>
                </a:lnTo>
                <a:lnTo>
                  <a:pt x="364031" y="71548"/>
                </a:lnTo>
                <a:lnTo>
                  <a:pt x="364407" y="70146"/>
                </a:lnTo>
                <a:lnTo>
                  <a:pt x="366585" y="68939"/>
                </a:lnTo>
                <a:lnTo>
                  <a:pt x="369443" y="69060"/>
                </a:lnTo>
                <a:lnTo>
                  <a:pt x="371025" y="70018"/>
                </a:lnTo>
                <a:close/>
                <a:moveTo>
                  <a:pt x="378566" y="80783"/>
                </a:moveTo>
                <a:lnTo>
                  <a:pt x="379229" y="82924"/>
                </a:lnTo>
                <a:lnTo>
                  <a:pt x="378812" y="85401"/>
                </a:lnTo>
                <a:lnTo>
                  <a:pt x="377811" y="86236"/>
                </a:lnTo>
                <a:lnTo>
                  <a:pt x="376455" y="86054"/>
                </a:lnTo>
                <a:lnTo>
                  <a:pt x="375071" y="84724"/>
                </a:lnTo>
                <a:lnTo>
                  <a:pt x="375100" y="82332"/>
                </a:lnTo>
                <a:lnTo>
                  <a:pt x="376644" y="80471"/>
                </a:lnTo>
                <a:lnTo>
                  <a:pt x="377634" y="80298"/>
                </a:lnTo>
                <a:lnTo>
                  <a:pt x="378566" y="80783"/>
                </a:lnTo>
                <a:close/>
                <a:moveTo>
                  <a:pt x="360861" y="82477"/>
                </a:moveTo>
                <a:lnTo>
                  <a:pt x="361040" y="84269"/>
                </a:lnTo>
                <a:lnTo>
                  <a:pt x="359581" y="85373"/>
                </a:lnTo>
                <a:lnTo>
                  <a:pt x="356669" y="84860"/>
                </a:lnTo>
                <a:lnTo>
                  <a:pt x="354862" y="83601"/>
                </a:lnTo>
                <a:lnTo>
                  <a:pt x="355901" y="81448"/>
                </a:lnTo>
                <a:lnTo>
                  <a:pt x="357702" y="80655"/>
                </a:lnTo>
                <a:lnTo>
                  <a:pt x="359603" y="81024"/>
                </a:lnTo>
                <a:lnTo>
                  <a:pt x="360861" y="82477"/>
                </a:lnTo>
                <a:close/>
                <a:moveTo>
                  <a:pt x="389713" y="83570"/>
                </a:moveTo>
                <a:lnTo>
                  <a:pt x="396905" y="88243"/>
                </a:lnTo>
                <a:lnTo>
                  <a:pt x="397757" y="89297"/>
                </a:lnTo>
                <a:lnTo>
                  <a:pt x="397501" y="90367"/>
                </a:lnTo>
                <a:lnTo>
                  <a:pt x="395949" y="91172"/>
                </a:lnTo>
                <a:lnTo>
                  <a:pt x="391891" y="91532"/>
                </a:lnTo>
                <a:lnTo>
                  <a:pt x="387916" y="91254"/>
                </a:lnTo>
                <a:lnTo>
                  <a:pt x="385430" y="90345"/>
                </a:lnTo>
                <a:lnTo>
                  <a:pt x="384560" y="89234"/>
                </a:lnTo>
                <a:lnTo>
                  <a:pt x="384181" y="87610"/>
                </a:lnTo>
                <a:lnTo>
                  <a:pt x="384631" y="83588"/>
                </a:lnTo>
                <a:lnTo>
                  <a:pt x="386122" y="82393"/>
                </a:lnTo>
                <a:lnTo>
                  <a:pt x="389713" y="83570"/>
                </a:lnTo>
                <a:close/>
                <a:moveTo>
                  <a:pt x="350862" y="83515"/>
                </a:moveTo>
                <a:lnTo>
                  <a:pt x="352549" y="84267"/>
                </a:lnTo>
                <a:lnTo>
                  <a:pt x="352790" y="85222"/>
                </a:lnTo>
                <a:lnTo>
                  <a:pt x="350862" y="87012"/>
                </a:lnTo>
                <a:lnTo>
                  <a:pt x="348352" y="88274"/>
                </a:lnTo>
                <a:lnTo>
                  <a:pt x="345971" y="88797"/>
                </a:lnTo>
                <a:lnTo>
                  <a:pt x="343965" y="88601"/>
                </a:lnTo>
                <a:lnTo>
                  <a:pt x="342198" y="87006"/>
                </a:lnTo>
                <a:lnTo>
                  <a:pt x="342184" y="85335"/>
                </a:lnTo>
                <a:lnTo>
                  <a:pt x="343808" y="83578"/>
                </a:lnTo>
                <a:lnTo>
                  <a:pt x="346889" y="82918"/>
                </a:lnTo>
                <a:lnTo>
                  <a:pt x="350862" y="83515"/>
                </a:lnTo>
                <a:close/>
                <a:moveTo>
                  <a:pt x="378566" y="100181"/>
                </a:moveTo>
                <a:lnTo>
                  <a:pt x="377641" y="102264"/>
                </a:lnTo>
                <a:lnTo>
                  <a:pt x="376543" y="102555"/>
                </a:lnTo>
                <a:lnTo>
                  <a:pt x="375904" y="102012"/>
                </a:lnTo>
                <a:lnTo>
                  <a:pt x="375644" y="100122"/>
                </a:lnTo>
                <a:lnTo>
                  <a:pt x="376866" y="98364"/>
                </a:lnTo>
                <a:lnTo>
                  <a:pt x="378412" y="98367"/>
                </a:lnTo>
                <a:lnTo>
                  <a:pt x="378566" y="100181"/>
                </a:lnTo>
                <a:close/>
                <a:moveTo>
                  <a:pt x="359987" y="100563"/>
                </a:moveTo>
                <a:lnTo>
                  <a:pt x="359921" y="101751"/>
                </a:lnTo>
                <a:lnTo>
                  <a:pt x="359279" y="102275"/>
                </a:lnTo>
                <a:lnTo>
                  <a:pt x="357911" y="101711"/>
                </a:lnTo>
                <a:lnTo>
                  <a:pt x="357179" y="100617"/>
                </a:lnTo>
                <a:lnTo>
                  <a:pt x="357737" y="99706"/>
                </a:lnTo>
                <a:lnTo>
                  <a:pt x="358649" y="99387"/>
                </a:lnTo>
                <a:lnTo>
                  <a:pt x="359503" y="99693"/>
                </a:lnTo>
                <a:lnTo>
                  <a:pt x="359987" y="100563"/>
                </a:lnTo>
                <a:close/>
                <a:moveTo>
                  <a:pt x="369932" y="109907"/>
                </a:moveTo>
                <a:lnTo>
                  <a:pt x="370342" y="111316"/>
                </a:lnTo>
                <a:lnTo>
                  <a:pt x="369304" y="112231"/>
                </a:lnTo>
                <a:lnTo>
                  <a:pt x="366254" y="112134"/>
                </a:lnTo>
                <a:lnTo>
                  <a:pt x="365050" y="111211"/>
                </a:lnTo>
                <a:lnTo>
                  <a:pt x="365410" y="110051"/>
                </a:lnTo>
                <a:lnTo>
                  <a:pt x="367022" y="109259"/>
                </a:lnTo>
                <a:lnTo>
                  <a:pt x="368959" y="109307"/>
                </a:lnTo>
                <a:lnTo>
                  <a:pt x="369932" y="109907"/>
                </a:lnTo>
                <a:close/>
                <a:moveTo>
                  <a:pt x="351408" y="111273"/>
                </a:moveTo>
                <a:lnTo>
                  <a:pt x="352436" y="113125"/>
                </a:lnTo>
                <a:lnTo>
                  <a:pt x="352630" y="114622"/>
                </a:lnTo>
                <a:lnTo>
                  <a:pt x="351341" y="116233"/>
                </a:lnTo>
                <a:lnTo>
                  <a:pt x="346375" y="117180"/>
                </a:lnTo>
                <a:lnTo>
                  <a:pt x="344434" y="116519"/>
                </a:lnTo>
                <a:lnTo>
                  <a:pt x="343622" y="115586"/>
                </a:lnTo>
                <a:lnTo>
                  <a:pt x="343298" y="111898"/>
                </a:lnTo>
                <a:lnTo>
                  <a:pt x="344609" y="110091"/>
                </a:lnTo>
                <a:lnTo>
                  <a:pt x="349304" y="109916"/>
                </a:lnTo>
                <a:lnTo>
                  <a:pt x="351408" y="111273"/>
                </a:lnTo>
                <a:close/>
                <a:moveTo>
                  <a:pt x="391297" y="111765"/>
                </a:moveTo>
                <a:lnTo>
                  <a:pt x="392888" y="114444"/>
                </a:lnTo>
                <a:lnTo>
                  <a:pt x="392296" y="116567"/>
                </a:lnTo>
                <a:lnTo>
                  <a:pt x="390474" y="117449"/>
                </a:lnTo>
                <a:lnTo>
                  <a:pt x="388182" y="117800"/>
                </a:lnTo>
                <a:lnTo>
                  <a:pt x="384795" y="117175"/>
                </a:lnTo>
                <a:lnTo>
                  <a:pt x="384146" y="114115"/>
                </a:lnTo>
                <a:lnTo>
                  <a:pt x="385014" y="111055"/>
                </a:lnTo>
                <a:lnTo>
                  <a:pt x="386034" y="110389"/>
                </a:lnTo>
                <a:lnTo>
                  <a:pt x="387992" y="110181"/>
                </a:lnTo>
                <a:lnTo>
                  <a:pt x="391297" y="111765"/>
                </a:lnTo>
                <a:close/>
                <a:moveTo>
                  <a:pt x="379167" y="114224"/>
                </a:moveTo>
                <a:lnTo>
                  <a:pt x="379686" y="116036"/>
                </a:lnTo>
                <a:lnTo>
                  <a:pt x="379210" y="117684"/>
                </a:lnTo>
                <a:lnTo>
                  <a:pt x="377753" y="118432"/>
                </a:lnTo>
                <a:lnTo>
                  <a:pt x="376133" y="117999"/>
                </a:lnTo>
                <a:lnTo>
                  <a:pt x="375201" y="116210"/>
                </a:lnTo>
                <a:lnTo>
                  <a:pt x="375756" y="114220"/>
                </a:lnTo>
                <a:lnTo>
                  <a:pt x="377361" y="113346"/>
                </a:lnTo>
                <a:lnTo>
                  <a:pt x="379167" y="114224"/>
                </a:lnTo>
                <a:close/>
                <a:moveTo>
                  <a:pt x="359550" y="115918"/>
                </a:moveTo>
                <a:lnTo>
                  <a:pt x="358860" y="116727"/>
                </a:lnTo>
                <a:lnTo>
                  <a:pt x="357938" y="116335"/>
                </a:lnTo>
                <a:lnTo>
                  <a:pt x="358830" y="115121"/>
                </a:lnTo>
                <a:lnTo>
                  <a:pt x="359550" y="115918"/>
                </a:lnTo>
                <a:close/>
                <a:moveTo>
                  <a:pt x="410259" y="118432"/>
                </a:moveTo>
                <a:lnTo>
                  <a:pt x="411986" y="119444"/>
                </a:lnTo>
                <a:lnTo>
                  <a:pt x="412274" y="120194"/>
                </a:lnTo>
                <a:lnTo>
                  <a:pt x="411872" y="120931"/>
                </a:lnTo>
                <a:lnTo>
                  <a:pt x="409217" y="122012"/>
                </a:lnTo>
                <a:lnTo>
                  <a:pt x="407864" y="121740"/>
                </a:lnTo>
                <a:lnTo>
                  <a:pt x="406912" y="120952"/>
                </a:lnTo>
                <a:lnTo>
                  <a:pt x="406649" y="119372"/>
                </a:lnTo>
                <a:lnTo>
                  <a:pt x="407526" y="118432"/>
                </a:lnTo>
                <a:lnTo>
                  <a:pt x="408510" y="117831"/>
                </a:lnTo>
                <a:lnTo>
                  <a:pt x="410259" y="118432"/>
                </a:lnTo>
                <a:close/>
                <a:moveTo>
                  <a:pt x="379331" y="129142"/>
                </a:moveTo>
                <a:lnTo>
                  <a:pt x="380255" y="131240"/>
                </a:lnTo>
                <a:lnTo>
                  <a:pt x="379723" y="134416"/>
                </a:lnTo>
                <a:lnTo>
                  <a:pt x="377686" y="135750"/>
                </a:lnTo>
                <a:lnTo>
                  <a:pt x="375296" y="135466"/>
                </a:lnTo>
                <a:lnTo>
                  <a:pt x="374322" y="133253"/>
                </a:lnTo>
                <a:lnTo>
                  <a:pt x="375104" y="130147"/>
                </a:lnTo>
                <a:lnTo>
                  <a:pt x="377350" y="128281"/>
                </a:lnTo>
                <a:lnTo>
                  <a:pt x="379331" y="129142"/>
                </a:lnTo>
                <a:close/>
                <a:moveTo>
                  <a:pt x="361189" y="131000"/>
                </a:moveTo>
                <a:lnTo>
                  <a:pt x="361657" y="133207"/>
                </a:lnTo>
                <a:lnTo>
                  <a:pt x="360568" y="134497"/>
                </a:lnTo>
                <a:lnTo>
                  <a:pt x="359168" y="134686"/>
                </a:lnTo>
                <a:lnTo>
                  <a:pt x="357364" y="134223"/>
                </a:lnTo>
                <a:lnTo>
                  <a:pt x="355486" y="132632"/>
                </a:lnTo>
                <a:lnTo>
                  <a:pt x="355899" y="131186"/>
                </a:lnTo>
                <a:lnTo>
                  <a:pt x="357936" y="130000"/>
                </a:lnTo>
                <a:lnTo>
                  <a:pt x="360110" y="130079"/>
                </a:lnTo>
                <a:lnTo>
                  <a:pt x="361189" y="131000"/>
                </a:lnTo>
                <a:close/>
                <a:moveTo>
                  <a:pt x="372610" y="137775"/>
                </a:moveTo>
                <a:lnTo>
                  <a:pt x="374618" y="140699"/>
                </a:lnTo>
                <a:lnTo>
                  <a:pt x="374850" y="142188"/>
                </a:lnTo>
                <a:lnTo>
                  <a:pt x="374190" y="143374"/>
                </a:lnTo>
                <a:lnTo>
                  <a:pt x="372633" y="144317"/>
                </a:lnTo>
                <a:lnTo>
                  <a:pt x="369566" y="145215"/>
                </a:lnTo>
                <a:lnTo>
                  <a:pt x="367194" y="145315"/>
                </a:lnTo>
                <a:lnTo>
                  <a:pt x="362385" y="144458"/>
                </a:lnTo>
                <a:lnTo>
                  <a:pt x="360513" y="143403"/>
                </a:lnTo>
                <a:lnTo>
                  <a:pt x="360278" y="142306"/>
                </a:lnTo>
                <a:lnTo>
                  <a:pt x="361189" y="139688"/>
                </a:lnTo>
                <a:lnTo>
                  <a:pt x="362496" y="137354"/>
                </a:lnTo>
                <a:lnTo>
                  <a:pt x="363975" y="136241"/>
                </a:lnTo>
                <a:lnTo>
                  <a:pt x="370916" y="135863"/>
                </a:lnTo>
                <a:lnTo>
                  <a:pt x="372610" y="137775"/>
                </a:lnTo>
                <a:close/>
                <a:moveTo>
                  <a:pt x="379276" y="146136"/>
                </a:moveTo>
                <a:lnTo>
                  <a:pt x="380465" y="148676"/>
                </a:lnTo>
                <a:lnTo>
                  <a:pt x="379768" y="151381"/>
                </a:lnTo>
                <a:lnTo>
                  <a:pt x="377553" y="152244"/>
                </a:lnTo>
                <a:lnTo>
                  <a:pt x="375347" y="151783"/>
                </a:lnTo>
                <a:lnTo>
                  <a:pt x="374564" y="149792"/>
                </a:lnTo>
                <a:lnTo>
                  <a:pt x="376076" y="146176"/>
                </a:lnTo>
                <a:lnTo>
                  <a:pt x="377466" y="145232"/>
                </a:lnTo>
                <a:lnTo>
                  <a:pt x="379276" y="146136"/>
                </a:lnTo>
                <a:close/>
                <a:moveTo>
                  <a:pt x="358730" y="146791"/>
                </a:moveTo>
                <a:lnTo>
                  <a:pt x="360691" y="148752"/>
                </a:lnTo>
                <a:lnTo>
                  <a:pt x="360890" y="150226"/>
                </a:lnTo>
                <a:lnTo>
                  <a:pt x="360479" y="150999"/>
                </a:lnTo>
                <a:lnTo>
                  <a:pt x="357262" y="151798"/>
                </a:lnTo>
                <a:lnTo>
                  <a:pt x="354250" y="150835"/>
                </a:lnTo>
                <a:lnTo>
                  <a:pt x="353601" y="149045"/>
                </a:lnTo>
                <a:lnTo>
                  <a:pt x="354983" y="147010"/>
                </a:lnTo>
                <a:lnTo>
                  <a:pt x="356353" y="146327"/>
                </a:lnTo>
                <a:lnTo>
                  <a:pt x="358730" y="146791"/>
                </a:lnTo>
                <a:close/>
                <a:moveTo>
                  <a:pt x="359004" y="161818"/>
                </a:moveTo>
                <a:lnTo>
                  <a:pt x="360555" y="163363"/>
                </a:lnTo>
                <a:lnTo>
                  <a:pt x="359976" y="165076"/>
                </a:lnTo>
                <a:lnTo>
                  <a:pt x="357181" y="166706"/>
                </a:lnTo>
                <a:lnTo>
                  <a:pt x="355798" y="166859"/>
                </a:lnTo>
                <a:lnTo>
                  <a:pt x="354775" y="166392"/>
                </a:lnTo>
                <a:lnTo>
                  <a:pt x="353977" y="164572"/>
                </a:lnTo>
                <a:lnTo>
                  <a:pt x="354451" y="161805"/>
                </a:lnTo>
                <a:lnTo>
                  <a:pt x="356581" y="161039"/>
                </a:lnTo>
                <a:lnTo>
                  <a:pt x="359004" y="161818"/>
                </a:lnTo>
                <a:close/>
                <a:moveTo>
                  <a:pt x="380205" y="161873"/>
                </a:moveTo>
                <a:lnTo>
                  <a:pt x="380961" y="162629"/>
                </a:lnTo>
                <a:lnTo>
                  <a:pt x="381264" y="163915"/>
                </a:lnTo>
                <a:lnTo>
                  <a:pt x="379659" y="165916"/>
                </a:lnTo>
                <a:lnTo>
                  <a:pt x="377623" y="166364"/>
                </a:lnTo>
                <a:lnTo>
                  <a:pt x="376180" y="165608"/>
                </a:lnTo>
                <a:lnTo>
                  <a:pt x="375196" y="164415"/>
                </a:lnTo>
                <a:lnTo>
                  <a:pt x="374987" y="162589"/>
                </a:lnTo>
                <a:lnTo>
                  <a:pt x="376085" y="161271"/>
                </a:lnTo>
                <a:lnTo>
                  <a:pt x="378103" y="161063"/>
                </a:lnTo>
                <a:lnTo>
                  <a:pt x="380205" y="161873"/>
                </a:lnTo>
                <a:close/>
                <a:moveTo>
                  <a:pt x="372828" y="169523"/>
                </a:moveTo>
                <a:lnTo>
                  <a:pt x="375871" y="171782"/>
                </a:lnTo>
                <a:lnTo>
                  <a:pt x="376224" y="174146"/>
                </a:lnTo>
                <a:lnTo>
                  <a:pt x="374946" y="175931"/>
                </a:lnTo>
                <a:lnTo>
                  <a:pt x="372446" y="177992"/>
                </a:lnTo>
                <a:lnTo>
                  <a:pt x="368802" y="179573"/>
                </a:lnTo>
                <a:lnTo>
                  <a:pt x="365073" y="179247"/>
                </a:lnTo>
                <a:lnTo>
                  <a:pt x="362701" y="178006"/>
                </a:lnTo>
                <a:lnTo>
                  <a:pt x="359743" y="175001"/>
                </a:lnTo>
                <a:lnTo>
                  <a:pt x="358561" y="172835"/>
                </a:lnTo>
                <a:lnTo>
                  <a:pt x="358834" y="171753"/>
                </a:lnTo>
                <a:lnTo>
                  <a:pt x="360019" y="170718"/>
                </a:lnTo>
                <a:lnTo>
                  <a:pt x="365666" y="168008"/>
                </a:lnTo>
                <a:lnTo>
                  <a:pt x="368456" y="167792"/>
                </a:lnTo>
                <a:lnTo>
                  <a:pt x="372828" y="169523"/>
                </a:lnTo>
                <a:close/>
                <a:moveTo>
                  <a:pt x="358730" y="179358"/>
                </a:moveTo>
                <a:lnTo>
                  <a:pt x="360629" y="182282"/>
                </a:lnTo>
                <a:lnTo>
                  <a:pt x="360937" y="184408"/>
                </a:lnTo>
                <a:lnTo>
                  <a:pt x="360523" y="185729"/>
                </a:lnTo>
                <a:lnTo>
                  <a:pt x="353102" y="190506"/>
                </a:lnTo>
                <a:lnTo>
                  <a:pt x="351115" y="190885"/>
                </a:lnTo>
                <a:lnTo>
                  <a:pt x="350033" y="189348"/>
                </a:lnTo>
                <a:lnTo>
                  <a:pt x="349896" y="186599"/>
                </a:lnTo>
                <a:lnTo>
                  <a:pt x="351546" y="181746"/>
                </a:lnTo>
                <a:lnTo>
                  <a:pt x="353161" y="179732"/>
                </a:lnTo>
                <a:lnTo>
                  <a:pt x="354914" y="178678"/>
                </a:lnTo>
                <a:lnTo>
                  <a:pt x="356785" y="178550"/>
                </a:lnTo>
                <a:lnTo>
                  <a:pt x="358730" y="179358"/>
                </a:lnTo>
                <a:close/>
                <a:moveTo>
                  <a:pt x="383046" y="179304"/>
                </a:moveTo>
                <a:lnTo>
                  <a:pt x="384199" y="183498"/>
                </a:lnTo>
                <a:lnTo>
                  <a:pt x="384586" y="188172"/>
                </a:lnTo>
                <a:lnTo>
                  <a:pt x="383233" y="190463"/>
                </a:lnTo>
                <a:lnTo>
                  <a:pt x="381627" y="190993"/>
                </a:lnTo>
                <a:lnTo>
                  <a:pt x="375850" y="186599"/>
                </a:lnTo>
                <a:lnTo>
                  <a:pt x="375253" y="185724"/>
                </a:lnTo>
                <a:lnTo>
                  <a:pt x="375124" y="184039"/>
                </a:lnTo>
                <a:lnTo>
                  <a:pt x="375923" y="181599"/>
                </a:lnTo>
                <a:lnTo>
                  <a:pt x="378121" y="179418"/>
                </a:lnTo>
                <a:lnTo>
                  <a:pt x="380867" y="178499"/>
                </a:lnTo>
                <a:lnTo>
                  <a:pt x="383046" y="179304"/>
                </a:lnTo>
                <a:close/>
                <a:moveTo>
                  <a:pt x="372610" y="189631"/>
                </a:moveTo>
                <a:lnTo>
                  <a:pt x="377802" y="192807"/>
                </a:lnTo>
                <a:lnTo>
                  <a:pt x="379593" y="194470"/>
                </a:lnTo>
                <a:lnTo>
                  <a:pt x="380403" y="197350"/>
                </a:lnTo>
                <a:lnTo>
                  <a:pt x="378859" y="199952"/>
                </a:lnTo>
                <a:lnTo>
                  <a:pt x="371891" y="204423"/>
                </a:lnTo>
                <a:lnTo>
                  <a:pt x="368873" y="205041"/>
                </a:lnTo>
                <a:lnTo>
                  <a:pt x="366048" y="204183"/>
                </a:lnTo>
                <a:lnTo>
                  <a:pt x="358963" y="199044"/>
                </a:lnTo>
                <a:lnTo>
                  <a:pt x="358469" y="197117"/>
                </a:lnTo>
                <a:lnTo>
                  <a:pt x="358870" y="194389"/>
                </a:lnTo>
                <a:lnTo>
                  <a:pt x="363867" y="190451"/>
                </a:lnTo>
                <a:lnTo>
                  <a:pt x="365972" y="189154"/>
                </a:lnTo>
                <a:lnTo>
                  <a:pt x="368853" y="188258"/>
                </a:lnTo>
                <a:lnTo>
                  <a:pt x="371291" y="188646"/>
                </a:lnTo>
                <a:lnTo>
                  <a:pt x="372610" y="189631"/>
                </a:lnTo>
                <a:close/>
                <a:moveTo>
                  <a:pt x="353649" y="203019"/>
                </a:moveTo>
                <a:lnTo>
                  <a:pt x="358359" y="206175"/>
                </a:lnTo>
                <a:lnTo>
                  <a:pt x="359955" y="207762"/>
                </a:lnTo>
                <a:lnTo>
                  <a:pt x="360581" y="209487"/>
                </a:lnTo>
                <a:lnTo>
                  <a:pt x="360231" y="211206"/>
                </a:lnTo>
                <a:lnTo>
                  <a:pt x="358896" y="212773"/>
                </a:lnTo>
                <a:lnTo>
                  <a:pt x="352090" y="217376"/>
                </a:lnTo>
                <a:lnTo>
                  <a:pt x="348549" y="218914"/>
                </a:lnTo>
                <a:lnTo>
                  <a:pt x="346548" y="219099"/>
                </a:lnTo>
                <a:lnTo>
                  <a:pt x="345695" y="218117"/>
                </a:lnTo>
                <a:lnTo>
                  <a:pt x="345425" y="215037"/>
                </a:lnTo>
                <a:lnTo>
                  <a:pt x="346340" y="208687"/>
                </a:lnTo>
                <a:lnTo>
                  <a:pt x="347561" y="204823"/>
                </a:lnTo>
                <a:lnTo>
                  <a:pt x="349059" y="202472"/>
                </a:lnTo>
                <a:lnTo>
                  <a:pt x="350442" y="201613"/>
                </a:lnTo>
                <a:lnTo>
                  <a:pt x="351632" y="201615"/>
                </a:lnTo>
                <a:lnTo>
                  <a:pt x="353649" y="203019"/>
                </a:lnTo>
                <a:close/>
                <a:moveTo>
                  <a:pt x="387800" y="202636"/>
                </a:moveTo>
                <a:lnTo>
                  <a:pt x="388494" y="207019"/>
                </a:lnTo>
                <a:lnTo>
                  <a:pt x="389057" y="217226"/>
                </a:lnTo>
                <a:lnTo>
                  <a:pt x="386275" y="218303"/>
                </a:lnTo>
                <a:lnTo>
                  <a:pt x="377391" y="212276"/>
                </a:lnTo>
                <a:lnTo>
                  <a:pt x="376382" y="210954"/>
                </a:lnTo>
                <a:lnTo>
                  <a:pt x="375943" y="208592"/>
                </a:lnTo>
                <a:lnTo>
                  <a:pt x="376992" y="206441"/>
                </a:lnTo>
                <a:lnTo>
                  <a:pt x="381154" y="203442"/>
                </a:lnTo>
                <a:lnTo>
                  <a:pt x="385833" y="202007"/>
                </a:lnTo>
                <a:lnTo>
                  <a:pt x="387800" y="202636"/>
                </a:lnTo>
                <a:close/>
                <a:moveTo>
                  <a:pt x="372719" y="216024"/>
                </a:moveTo>
                <a:lnTo>
                  <a:pt x="382119" y="222774"/>
                </a:lnTo>
                <a:lnTo>
                  <a:pt x="383989" y="224924"/>
                </a:lnTo>
                <a:lnTo>
                  <a:pt x="383292" y="226527"/>
                </a:lnTo>
                <a:lnTo>
                  <a:pt x="375243" y="230867"/>
                </a:lnTo>
                <a:lnTo>
                  <a:pt x="369032" y="233350"/>
                </a:lnTo>
                <a:lnTo>
                  <a:pt x="366977" y="233589"/>
                </a:lnTo>
                <a:lnTo>
                  <a:pt x="358461" y="229939"/>
                </a:lnTo>
                <a:lnTo>
                  <a:pt x="354571" y="227360"/>
                </a:lnTo>
                <a:lnTo>
                  <a:pt x="352797" y="225558"/>
                </a:lnTo>
                <a:lnTo>
                  <a:pt x="352829" y="224166"/>
                </a:lnTo>
                <a:lnTo>
                  <a:pt x="354148" y="222833"/>
                </a:lnTo>
                <a:lnTo>
                  <a:pt x="366015" y="214261"/>
                </a:lnTo>
                <a:lnTo>
                  <a:pt x="368766" y="213961"/>
                </a:lnTo>
                <a:lnTo>
                  <a:pt x="372719" y="216024"/>
                </a:lnTo>
                <a:close/>
                <a:moveTo>
                  <a:pt x="350698" y="231433"/>
                </a:moveTo>
                <a:lnTo>
                  <a:pt x="356206" y="235588"/>
                </a:lnTo>
                <a:lnTo>
                  <a:pt x="357787" y="237554"/>
                </a:lnTo>
                <a:lnTo>
                  <a:pt x="357749" y="238487"/>
                </a:lnTo>
                <a:lnTo>
                  <a:pt x="356483" y="239477"/>
                </a:lnTo>
                <a:lnTo>
                  <a:pt x="351702" y="241364"/>
                </a:lnTo>
                <a:lnTo>
                  <a:pt x="347136" y="243860"/>
                </a:lnTo>
                <a:lnTo>
                  <a:pt x="345640" y="243966"/>
                </a:lnTo>
                <a:lnTo>
                  <a:pt x="343439" y="243111"/>
                </a:lnTo>
                <a:lnTo>
                  <a:pt x="342445" y="241828"/>
                </a:lnTo>
                <a:lnTo>
                  <a:pt x="342360" y="239666"/>
                </a:lnTo>
                <a:lnTo>
                  <a:pt x="343753" y="234379"/>
                </a:lnTo>
                <a:lnTo>
                  <a:pt x="345316" y="230815"/>
                </a:lnTo>
                <a:lnTo>
                  <a:pt x="347303" y="230043"/>
                </a:lnTo>
                <a:lnTo>
                  <a:pt x="350698" y="231433"/>
                </a:lnTo>
                <a:close/>
                <a:moveTo>
                  <a:pt x="390369" y="231652"/>
                </a:moveTo>
                <a:lnTo>
                  <a:pt x="391660" y="233974"/>
                </a:lnTo>
                <a:lnTo>
                  <a:pt x="392602" y="239165"/>
                </a:lnTo>
                <a:lnTo>
                  <a:pt x="392231" y="244061"/>
                </a:lnTo>
                <a:lnTo>
                  <a:pt x="391188" y="245859"/>
                </a:lnTo>
                <a:lnTo>
                  <a:pt x="389455" y="245863"/>
                </a:lnTo>
                <a:lnTo>
                  <a:pt x="385477" y="244293"/>
                </a:lnTo>
                <a:lnTo>
                  <a:pt x="376261" y="238460"/>
                </a:lnTo>
                <a:lnTo>
                  <a:pt x="376066" y="237656"/>
                </a:lnTo>
                <a:lnTo>
                  <a:pt x="376883" y="236167"/>
                </a:lnTo>
                <a:lnTo>
                  <a:pt x="382495" y="231787"/>
                </a:lnTo>
                <a:lnTo>
                  <a:pt x="385178" y="230702"/>
                </a:lnTo>
                <a:lnTo>
                  <a:pt x="387571" y="230437"/>
                </a:lnTo>
                <a:lnTo>
                  <a:pt x="390369" y="231652"/>
                </a:lnTo>
                <a:close/>
                <a:moveTo>
                  <a:pt x="373757" y="244329"/>
                </a:moveTo>
                <a:lnTo>
                  <a:pt x="383176" y="249697"/>
                </a:lnTo>
                <a:lnTo>
                  <a:pt x="384438" y="250832"/>
                </a:lnTo>
                <a:lnTo>
                  <a:pt x="384572" y="252123"/>
                </a:lnTo>
                <a:lnTo>
                  <a:pt x="383463" y="254226"/>
                </a:lnTo>
                <a:lnTo>
                  <a:pt x="381130" y="256580"/>
                </a:lnTo>
                <a:lnTo>
                  <a:pt x="368890" y="265351"/>
                </a:lnTo>
                <a:lnTo>
                  <a:pt x="366079" y="264962"/>
                </a:lnTo>
                <a:lnTo>
                  <a:pt x="363116" y="263356"/>
                </a:lnTo>
                <a:lnTo>
                  <a:pt x="352196" y="255066"/>
                </a:lnTo>
                <a:lnTo>
                  <a:pt x="348709" y="251345"/>
                </a:lnTo>
                <a:lnTo>
                  <a:pt x="349129" y="249933"/>
                </a:lnTo>
                <a:lnTo>
                  <a:pt x="351686" y="248000"/>
                </a:lnTo>
                <a:lnTo>
                  <a:pt x="363629" y="241636"/>
                </a:lnTo>
                <a:lnTo>
                  <a:pt x="365550" y="241280"/>
                </a:lnTo>
                <a:lnTo>
                  <a:pt x="367770" y="241592"/>
                </a:lnTo>
                <a:lnTo>
                  <a:pt x="373757" y="244329"/>
                </a:lnTo>
                <a:close/>
                <a:moveTo>
                  <a:pt x="345288" y="257279"/>
                </a:moveTo>
                <a:lnTo>
                  <a:pt x="357919" y="266771"/>
                </a:lnTo>
                <a:lnTo>
                  <a:pt x="359775" y="268569"/>
                </a:lnTo>
                <a:lnTo>
                  <a:pt x="359895" y="269765"/>
                </a:lnTo>
                <a:lnTo>
                  <a:pt x="358646" y="272212"/>
                </a:lnTo>
                <a:lnTo>
                  <a:pt x="356836" y="273986"/>
                </a:lnTo>
                <a:lnTo>
                  <a:pt x="343942" y="283640"/>
                </a:lnTo>
                <a:lnTo>
                  <a:pt x="340004" y="285945"/>
                </a:lnTo>
                <a:lnTo>
                  <a:pt x="338433" y="286306"/>
                </a:lnTo>
                <a:lnTo>
                  <a:pt x="337094" y="284780"/>
                </a:lnTo>
                <a:lnTo>
                  <a:pt x="336880" y="281953"/>
                </a:lnTo>
                <a:lnTo>
                  <a:pt x="338827" y="272825"/>
                </a:lnTo>
                <a:lnTo>
                  <a:pt x="340581" y="258613"/>
                </a:lnTo>
                <a:lnTo>
                  <a:pt x="341925" y="256393"/>
                </a:lnTo>
                <a:lnTo>
                  <a:pt x="343335" y="256345"/>
                </a:lnTo>
                <a:lnTo>
                  <a:pt x="345288" y="257279"/>
                </a:lnTo>
                <a:close/>
                <a:moveTo>
                  <a:pt x="393592" y="259465"/>
                </a:moveTo>
                <a:lnTo>
                  <a:pt x="394643" y="262577"/>
                </a:lnTo>
                <a:lnTo>
                  <a:pt x="396591" y="278692"/>
                </a:lnTo>
                <a:lnTo>
                  <a:pt x="396248" y="284497"/>
                </a:lnTo>
                <a:lnTo>
                  <a:pt x="395778" y="285639"/>
                </a:lnTo>
                <a:lnTo>
                  <a:pt x="394816" y="286052"/>
                </a:lnTo>
                <a:lnTo>
                  <a:pt x="392363" y="285270"/>
                </a:lnTo>
                <a:lnTo>
                  <a:pt x="389840" y="283700"/>
                </a:lnTo>
                <a:lnTo>
                  <a:pt x="375670" y="273235"/>
                </a:lnTo>
                <a:lnTo>
                  <a:pt x="375670" y="268481"/>
                </a:lnTo>
                <a:lnTo>
                  <a:pt x="389679" y="258107"/>
                </a:lnTo>
                <a:lnTo>
                  <a:pt x="391492" y="257895"/>
                </a:lnTo>
                <a:lnTo>
                  <a:pt x="393592" y="259465"/>
                </a:lnTo>
                <a:close/>
                <a:moveTo>
                  <a:pt x="526484" y="93351"/>
                </a:moveTo>
                <a:lnTo>
                  <a:pt x="509673" y="94169"/>
                </a:lnTo>
                <a:lnTo>
                  <a:pt x="460597" y="94747"/>
                </a:lnTo>
                <a:lnTo>
                  <a:pt x="445607" y="96512"/>
                </a:lnTo>
                <a:lnTo>
                  <a:pt x="440846" y="97573"/>
                </a:lnTo>
                <a:lnTo>
                  <a:pt x="440851" y="98075"/>
                </a:lnTo>
                <a:lnTo>
                  <a:pt x="448126" y="100326"/>
                </a:lnTo>
                <a:lnTo>
                  <a:pt x="449349" y="101410"/>
                </a:lnTo>
                <a:lnTo>
                  <a:pt x="449568" y="102783"/>
                </a:lnTo>
                <a:lnTo>
                  <a:pt x="444332" y="113322"/>
                </a:lnTo>
                <a:lnTo>
                  <a:pt x="442952" y="114555"/>
                </a:lnTo>
                <a:lnTo>
                  <a:pt x="439272" y="116218"/>
                </a:lnTo>
                <a:lnTo>
                  <a:pt x="437826" y="118213"/>
                </a:lnTo>
                <a:lnTo>
                  <a:pt x="437855" y="120621"/>
                </a:lnTo>
                <a:lnTo>
                  <a:pt x="439849" y="123831"/>
                </a:lnTo>
                <a:lnTo>
                  <a:pt x="440297" y="125554"/>
                </a:lnTo>
                <a:lnTo>
                  <a:pt x="440125" y="127496"/>
                </a:lnTo>
                <a:lnTo>
                  <a:pt x="439051" y="130388"/>
                </a:lnTo>
                <a:lnTo>
                  <a:pt x="438331" y="131280"/>
                </a:lnTo>
                <a:lnTo>
                  <a:pt x="436971" y="131852"/>
                </a:lnTo>
                <a:lnTo>
                  <a:pt x="420865" y="131027"/>
                </a:lnTo>
                <a:lnTo>
                  <a:pt x="416160" y="131484"/>
                </a:lnTo>
                <a:lnTo>
                  <a:pt x="414442" y="132319"/>
                </a:lnTo>
                <a:lnTo>
                  <a:pt x="413442" y="133689"/>
                </a:lnTo>
                <a:lnTo>
                  <a:pt x="411157" y="139158"/>
                </a:lnTo>
                <a:lnTo>
                  <a:pt x="409562" y="141354"/>
                </a:lnTo>
                <a:lnTo>
                  <a:pt x="407665" y="142948"/>
                </a:lnTo>
                <a:lnTo>
                  <a:pt x="402842" y="144852"/>
                </a:lnTo>
                <a:lnTo>
                  <a:pt x="400976" y="146422"/>
                </a:lnTo>
                <a:lnTo>
                  <a:pt x="399115" y="149416"/>
                </a:lnTo>
                <a:lnTo>
                  <a:pt x="396789" y="156381"/>
                </a:lnTo>
                <a:lnTo>
                  <a:pt x="388852" y="163608"/>
                </a:lnTo>
                <a:lnTo>
                  <a:pt x="388389" y="164740"/>
                </a:lnTo>
                <a:lnTo>
                  <a:pt x="388620" y="166572"/>
                </a:lnTo>
                <a:lnTo>
                  <a:pt x="391897" y="169344"/>
                </a:lnTo>
                <a:lnTo>
                  <a:pt x="396646" y="171916"/>
                </a:lnTo>
                <a:lnTo>
                  <a:pt x="404117" y="175063"/>
                </a:lnTo>
                <a:lnTo>
                  <a:pt x="408852" y="178088"/>
                </a:lnTo>
                <a:lnTo>
                  <a:pt x="413489" y="179461"/>
                </a:lnTo>
                <a:lnTo>
                  <a:pt x="416843" y="181995"/>
                </a:lnTo>
                <a:lnTo>
                  <a:pt x="422455" y="184157"/>
                </a:lnTo>
                <a:lnTo>
                  <a:pt x="439142" y="193662"/>
                </a:lnTo>
                <a:lnTo>
                  <a:pt x="447040" y="197288"/>
                </a:lnTo>
                <a:lnTo>
                  <a:pt x="451753" y="200370"/>
                </a:lnTo>
                <a:lnTo>
                  <a:pt x="486829" y="218045"/>
                </a:lnTo>
                <a:lnTo>
                  <a:pt x="513764" y="230345"/>
                </a:lnTo>
                <a:lnTo>
                  <a:pt x="525492" y="234961"/>
                </a:lnTo>
                <a:lnTo>
                  <a:pt x="571479" y="250002"/>
                </a:lnTo>
                <a:lnTo>
                  <a:pt x="587991" y="256924"/>
                </a:lnTo>
                <a:lnTo>
                  <a:pt x="613318" y="265421"/>
                </a:lnTo>
                <a:lnTo>
                  <a:pt x="621474" y="267682"/>
                </a:lnTo>
                <a:lnTo>
                  <a:pt x="640107" y="274014"/>
                </a:lnTo>
                <a:lnTo>
                  <a:pt x="648577" y="276363"/>
                </a:lnTo>
                <a:lnTo>
                  <a:pt x="667927" y="282902"/>
                </a:lnTo>
                <a:lnTo>
                  <a:pt x="676059" y="285117"/>
                </a:lnTo>
                <a:lnTo>
                  <a:pt x="708240" y="295780"/>
                </a:lnTo>
                <a:lnTo>
                  <a:pt x="745581" y="307127"/>
                </a:lnTo>
                <a:lnTo>
                  <a:pt x="778637" y="317927"/>
                </a:lnTo>
                <a:lnTo>
                  <a:pt x="787356" y="320125"/>
                </a:lnTo>
                <a:lnTo>
                  <a:pt x="794097" y="322683"/>
                </a:lnTo>
                <a:lnTo>
                  <a:pt x="800567" y="324126"/>
                </a:lnTo>
                <a:lnTo>
                  <a:pt x="802693" y="323948"/>
                </a:lnTo>
                <a:lnTo>
                  <a:pt x="803574" y="322702"/>
                </a:lnTo>
                <a:lnTo>
                  <a:pt x="803601" y="321060"/>
                </a:lnTo>
                <a:lnTo>
                  <a:pt x="801477" y="319285"/>
                </a:lnTo>
                <a:lnTo>
                  <a:pt x="796099" y="317905"/>
                </a:lnTo>
                <a:lnTo>
                  <a:pt x="763469" y="306569"/>
                </a:lnTo>
                <a:lnTo>
                  <a:pt x="606146" y="254631"/>
                </a:lnTo>
                <a:lnTo>
                  <a:pt x="520406" y="225669"/>
                </a:lnTo>
                <a:lnTo>
                  <a:pt x="482126" y="208744"/>
                </a:lnTo>
                <a:lnTo>
                  <a:pt x="453420" y="195015"/>
                </a:lnTo>
                <a:lnTo>
                  <a:pt x="452578" y="193966"/>
                </a:lnTo>
                <a:lnTo>
                  <a:pt x="453035" y="192995"/>
                </a:lnTo>
                <a:lnTo>
                  <a:pt x="456040" y="191945"/>
                </a:lnTo>
                <a:lnTo>
                  <a:pt x="461295" y="191435"/>
                </a:lnTo>
                <a:lnTo>
                  <a:pt x="463486" y="188240"/>
                </a:lnTo>
                <a:lnTo>
                  <a:pt x="465598" y="187159"/>
                </a:lnTo>
                <a:lnTo>
                  <a:pt x="468160" y="187610"/>
                </a:lnTo>
                <a:lnTo>
                  <a:pt x="471147" y="189581"/>
                </a:lnTo>
                <a:lnTo>
                  <a:pt x="477688" y="197063"/>
                </a:lnTo>
                <a:lnTo>
                  <a:pt x="485283" y="196352"/>
                </a:lnTo>
                <a:lnTo>
                  <a:pt x="511459" y="209009"/>
                </a:lnTo>
                <a:lnTo>
                  <a:pt x="531279" y="217057"/>
                </a:lnTo>
                <a:lnTo>
                  <a:pt x="561599" y="225862"/>
                </a:lnTo>
                <a:lnTo>
                  <a:pt x="572015" y="228161"/>
                </a:lnTo>
                <a:lnTo>
                  <a:pt x="578545" y="230327"/>
                </a:lnTo>
                <a:lnTo>
                  <a:pt x="588417" y="232394"/>
                </a:lnTo>
                <a:lnTo>
                  <a:pt x="592861" y="234397"/>
                </a:lnTo>
                <a:lnTo>
                  <a:pt x="601357" y="237143"/>
                </a:lnTo>
                <a:lnTo>
                  <a:pt x="605847" y="239422"/>
                </a:lnTo>
                <a:lnTo>
                  <a:pt x="618216" y="244141"/>
                </a:lnTo>
                <a:lnTo>
                  <a:pt x="652755" y="256460"/>
                </a:lnTo>
                <a:lnTo>
                  <a:pt x="684613" y="267076"/>
                </a:lnTo>
                <a:lnTo>
                  <a:pt x="700775" y="271828"/>
                </a:lnTo>
                <a:lnTo>
                  <a:pt x="706730" y="274109"/>
                </a:lnTo>
                <a:lnTo>
                  <a:pt x="736971" y="283238"/>
                </a:lnTo>
                <a:lnTo>
                  <a:pt x="768101" y="291977"/>
                </a:lnTo>
                <a:lnTo>
                  <a:pt x="836820" y="309160"/>
                </a:lnTo>
                <a:lnTo>
                  <a:pt x="880015" y="318387"/>
                </a:lnTo>
                <a:lnTo>
                  <a:pt x="884995" y="318387"/>
                </a:lnTo>
                <a:lnTo>
                  <a:pt x="886590" y="317659"/>
                </a:lnTo>
                <a:lnTo>
                  <a:pt x="887573" y="316595"/>
                </a:lnTo>
                <a:lnTo>
                  <a:pt x="888422" y="313537"/>
                </a:lnTo>
                <a:lnTo>
                  <a:pt x="887837" y="312468"/>
                </a:lnTo>
                <a:lnTo>
                  <a:pt x="886722" y="312002"/>
                </a:lnTo>
                <a:lnTo>
                  <a:pt x="851119" y="304801"/>
                </a:lnTo>
                <a:lnTo>
                  <a:pt x="823185" y="297606"/>
                </a:lnTo>
                <a:lnTo>
                  <a:pt x="777905" y="287217"/>
                </a:lnTo>
                <a:lnTo>
                  <a:pt x="759645" y="282454"/>
                </a:lnTo>
                <a:lnTo>
                  <a:pt x="722510" y="271312"/>
                </a:lnTo>
                <a:lnTo>
                  <a:pt x="656520" y="249643"/>
                </a:lnTo>
                <a:lnTo>
                  <a:pt x="634781" y="243081"/>
                </a:lnTo>
                <a:lnTo>
                  <a:pt x="616605" y="236886"/>
                </a:lnTo>
                <a:lnTo>
                  <a:pt x="609052" y="235132"/>
                </a:lnTo>
                <a:lnTo>
                  <a:pt x="607315" y="234214"/>
                </a:lnTo>
                <a:lnTo>
                  <a:pt x="607000" y="233660"/>
                </a:lnTo>
                <a:lnTo>
                  <a:pt x="607471" y="232316"/>
                </a:lnTo>
                <a:lnTo>
                  <a:pt x="614328" y="227112"/>
                </a:lnTo>
                <a:lnTo>
                  <a:pt x="615545" y="225696"/>
                </a:lnTo>
                <a:lnTo>
                  <a:pt x="616291" y="223016"/>
                </a:lnTo>
                <a:lnTo>
                  <a:pt x="616371" y="216024"/>
                </a:lnTo>
                <a:lnTo>
                  <a:pt x="621062" y="210228"/>
                </a:lnTo>
                <a:lnTo>
                  <a:pt x="621773" y="207809"/>
                </a:lnTo>
                <a:lnTo>
                  <a:pt x="621745" y="203264"/>
                </a:lnTo>
                <a:lnTo>
                  <a:pt x="622898" y="201978"/>
                </a:lnTo>
                <a:lnTo>
                  <a:pt x="625059" y="201470"/>
                </a:lnTo>
                <a:lnTo>
                  <a:pt x="628154" y="201757"/>
                </a:lnTo>
                <a:lnTo>
                  <a:pt x="636876" y="204166"/>
                </a:lnTo>
                <a:lnTo>
                  <a:pt x="647723" y="206407"/>
                </a:lnTo>
                <a:lnTo>
                  <a:pt x="671984" y="213100"/>
                </a:lnTo>
                <a:lnTo>
                  <a:pt x="704485" y="221149"/>
                </a:lnTo>
                <a:lnTo>
                  <a:pt x="707106" y="221487"/>
                </a:lnTo>
                <a:lnTo>
                  <a:pt x="709059" y="221071"/>
                </a:lnTo>
                <a:lnTo>
                  <a:pt x="710160" y="219993"/>
                </a:lnTo>
                <a:lnTo>
                  <a:pt x="710224" y="218345"/>
                </a:lnTo>
                <a:lnTo>
                  <a:pt x="709124" y="216420"/>
                </a:lnTo>
                <a:lnTo>
                  <a:pt x="707311" y="215266"/>
                </a:lnTo>
                <a:lnTo>
                  <a:pt x="691671" y="211181"/>
                </a:lnTo>
                <a:lnTo>
                  <a:pt x="676861" y="208156"/>
                </a:lnTo>
                <a:lnTo>
                  <a:pt x="674810" y="207067"/>
                </a:lnTo>
                <a:lnTo>
                  <a:pt x="674271" y="205775"/>
                </a:lnTo>
                <a:lnTo>
                  <a:pt x="674914" y="204433"/>
                </a:lnTo>
                <a:lnTo>
                  <a:pt x="676652" y="203136"/>
                </a:lnTo>
                <a:lnTo>
                  <a:pt x="685980" y="199617"/>
                </a:lnTo>
                <a:lnTo>
                  <a:pt x="686914" y="197726"/>
                </a:lnTo>
                <a:lnTo>
                  <a:pt x="688184" y="191324"/>
                </a:lnTo>
                <a:lnTo>
                  <a:pt x="690430" y="189044"/>
                </a:lnTo>
                <a:lnTo>
                  <a:pt x="692877" y="188480"/>
                </a:lnTo>
                <a:lnTo>
                  <a:pt x="709780" y="188278"/>
                </a:lnTo>
                <a:lnTo>
                  <a:pt x="714246" y="187666"/>
                </a:lnTo>
                <a:lnTo>
                  <a:pt x="715714" y="186989"/>
                </a:lnTo>
                <a:lnTo>
                  <a:pt x="716252" y="185969"/>
                </a:lnTo>
                <a:lnTo>
                  <a:pt x="715438" y="178441"/>
                </a:lnTo>
                <a:lnTo>
                  <a:pt x="715817" y="175095"/>
                </a:lnTo>
                <a:lnTo>
                  <a:pt x="717081" y="171644"/>
                </a:lnTo>
                <a:lnTo>
                  <a:pt x="720209" y="166003"/>
                </a:lnTo>
                <a:lnTo>
                  <a:pt x="720808" y="162788"/>
                </a:lnTo>
                <a:lnTo>
                  <a:pt x="720177" y="159180"/>
                </a:lnTo>
                <a:lnTo>
                  <a:pt x="718332" y="157800"/>
                </a:lnTo>
                <a:lnTo>
                  <a:pt x="715835" y="158300"/>
                </a:lnTo>
                <a:lnTo>
                  <a:pt x="710783" y="162814"/>
                </a:lnTo>
                <a:lnTo>
                  <a:pt x="703909" y="170861"/>
                </a:lnTo>
                <a:lnTo>
                  <a:pt x="702879" y="172819"/>
                </a:lnTo>
                <a:lnTo>
                  <a:pt x="702216" y="175560"/>
                </a:lnTo>
                <a:lnTo>
                  <a:pt x="699860" y="177809"/>
                </a:lnTo>
                <a:lnTo>
                  <a:pt x="697016" y="178270"/>
                </a:lnTo>
                <a:lnTo>
                  <a:pt x="691093" y="177106"/>
                </a:lnTo>
                <a:lnTo>
                  <a:pt x="687148" y="176988"/>
                </a:lnTo>
                <a:lnTo>
                  <a:pt x="683350" y="177712"/>
                </a:lnTo>
                <a:lnTo>
                  <a:pt x="679003" y="179813"/>
                </a:lnTo>
                <a:lnTo>
                  <a:pt x="677728" y="181947"/>
                </a:lnTo>
                <a:lnTo>
                  <a:pt x="676288" y="188359"/>
                </a:lnTo>
                <a:lnTo>
                  <a:pt x="675652" y="189372"/>
                </a:lnTo>
                <a:lnTo>
                  <a:pt x="674800" y="189664"/>
                </a:lnTo>
                <a:lnTo>
                  <a:pt x="670837" y="188081"/>
                </a:lnTo>
                <a:lnTo>
                  <a:pt x="663854" y="186829"/>
                </a:lnTo>
                <a:lnTo>
                  <a:pt x="658843" y="183347"/>
                </a:lnTo>
                <a:lnTo>
                  <a:pt x="653692" y="181585"/>
                </a:lnTo>
                <a:lnTo>
                  <a:pt x="645772" y="176175"/>
                </a:lnTo>
                <a:lnTo>
                  <a:pt x="638615" y="173654"/>
                </a:lnTo>
                <a:lnTo>
                  <a:pt x="635848" y="173711"/>
                </a:lnTo>
                <a:lnTo>
                  <a:pt x="633557" y="174659"/>
                </a:lnTo>
                <a:lnTo>
                  <a:pt x="622428" y="184965"/>
                </a:lnTo>
                <a:lnTo>
                  <a:pt x="614593" y="190248"/>
                </a:lnTo>
                <a:lnTo>
                  <a:pt x="612476" y="191243"/>
                </a:lnTo>
                <a:lnTo>
                  <a:pt x="610231" y="191633"/>
                </a:lnTo>
                <a:lnTo>
                  <a:pt x="606229" y="191101"/>
                </a:lnTo>
                <a:lnTo>
                  <a:pt x="599256" y="188912"/>
                </a:lnTo>
                <a:lnTo>
                  <a:pt x="588025" y="186544"/>
                </a:lnTo>
                <a:lnTo>
                  <a:pt x="579692" y="184003"/>
                </a:lnTo>
                <a:lnTo>
                  <a:pt x="569889" y="182338"/>
                </a:lnTo>
                <a:lnTo>
                  <a:pt x="562628" y="180022"/>
                </a:lnTo>
                <a:lnTo>
                  <a:pt x="551319" y="178204"/>
                </a:lnTo>
                <a:lnTo>
                  <a:pt x="543639" y="175683"/>
                </a:lnTo>
                <a:lnTo>
                  <a:pt x="532674" y="174244"/>
                </a:lnTo>
                <a:lnTo>
                  <a:pt x="532227" y="174851"/>
                </a:lnTo>
                <a:lnTo>
                  <a:pt x="532489" y="176142"/>
                </a:lnTo>
                <a:lnTo>
                  <a:pt x="534842" y="177617"/>
                </a:lnTo>
                <a:lnTo>
                  <a:pt x="544810" y="179707"/>
                </a:lnTo>
                <a:lnTo>
                  <a:pt x="551540" y="182736"/>
                </a:lnTo>
                <a:lnTo>
                  <a:pt x="560397" y="184290"/>
                </a:lnTo>
                <a:lnTo>
                  <a:pt x="569688" y="187008"/>
                </a:lnTo>
                <a:lnTo>
                  <a:pt x="579761" y="188368"/>
                </a:lnTo>
                <a:lnTo>
                  <a:pt x="585215" y="191382"/>
                </a:lnTo>
                <a:lnTo>
                  <a:pt x="591543" y="192309"/>
                </a:lnTo>
                <a:lnTo>
                  <a:pt x="606357" y="197127"/>
                </a:lnTo>
                <a:lnTo>
                  <a:pt x="607374" y="197782"/>
                </a:lnTo>
                <a:lnTo>
                  <a:pt x="608544" y="199535"/>
                </a:lnTo>
                <a:lnTo>
                  <a:pt x="608104" y="203154"/>
                </a:lnTo>
                <a:lnTo>
                  <a:pt x="603670" y="209586"/>
                </a:lnTo>
                <a:lnTo>
                  <a:pt x="601106" y="211878"/>
                </a:lnTo>
                <a:lnTo>
                  <a:pt x="600475" y="211921"/>
                </a:lnTo>
                <a:lnTo>
                  <a:pt x="599323" y="210998"/>
                </a:lnTo>
                <a:lnTo>
                  <a:pt x="596510" y="206324"/>
                </a:lnTo>
                <a:lnTo>
                  <a:pt x="591811" y="201072"/>
                </a:lnTo>
                <a:lnTo>
                  <a:pt x="587775" y="197778"/>
                </a:lnTo>
                <a:lnTo>
                  <a:pt x="581310" y="193771"/>
                </a:lnTo>
                <a:lnTo>
                  <a:pt x="578877" y="193897"/>
                </a:lnTo>
                <a:lnTo>
                  <a:pt x="571817" y="198449"/>
                </a:lnTo>
                <a:lnTo>
                  <a:pt x="569076" y="199133"/>
                </a:lnTo>
                <a:lnTo>
                  <a:pt x="565431" y="197855"/>
                </a:lnTo>
                <a:lnTo>
                  <a:pt x="557162" y="196803"/>
                </a:lnTo>
                <a:lnTo>
                  <a:pt x="551893" y="194768"/>
                </a:lnTo>
                <a:lnTo>
                  <a:pt x="551794" y="190642"/>
                </a:lnTo>
                <a:lnTo>
                  <a:pt x="550957" y="188894"/>
                </a:lnTo>
                <a:lnTo>
                  <a:pt x="543423" y="183675"/>
                </a:lnTo>
                <a:lnTo>
                  <a:pt x="525890" y="182849"/>
                </a:lnTo>
                <a:lnTo>
                  <a:pt x="519407" y="182171"/>
                </a:lnTo>
                <a:lnTo>
                  <a:pt x="516428" y="181381"/>
                </a:lnTo>
                <a:lnTo>
                  <a:pt x="514763" y="179682"/>
                </a:lnTo>
                <a:lnTo>
                  <a:pt x="514354" y="177393"/>
                </a:lnTo>
                <a:lnTo>
                  <a:pt x="515282" y="174823"/>
                </a:lnTo>
                <a:lnTo>
                  <a:pt x="517058" y="172724"/>
                </a:lnTo>
                <a:lnTo>
                  <a:pt x="518970" y="172272"/>
                </a:lnTo>
                <a:lnTo>
                  <a:pt x="522543" y="173388"/>
                </a:lnTo>
                <a:lnTo>
                  <a:pt x="527833" y="173944"/>
                </a:lnTo>
                <a:lnTo>
                  <a:pt x="529660" y="173515"/>
                </a:lnTo>
                <a:lnTo>
                  <a:pt x="529722" y="172622"/>
                </a:lnTo>
                <a:lnTo>
                  <a:pt x="518797" y="169316"/>
                </a:lnTo>
                <a:lnTo>
                  <a:pt x="507190" y="159914"/>
                </a:lnTo>
                <a:lnTo>
                  <a:pt x="505098" y="158758"/>
                </a:lnTo>
                <a:lnTo>
                  <a:pt x="503170" y="158547"/>
                </a:lnTo>
                <a:lnTo>
                  <a:pt x="497933" y="160122"/>
                </a:lnTo>
                <a:lnTo>
                  <a:pt x="496362" y="160097"/>
                </a:lnTo>
                <a:lnTo>
                  <a:pt x="492783" y="154960"/>
                </a:lnTo>
                <a:lnTo>
                  <a:pt x="489272" y="151269"/>
                </a:lnTo>
                <a:lnTo>
                  <a:pt x="489262" y="149401"/>
                </a:lnTo>
                <a:lnTo>
                  <a:pt x="490403" y="148622"/>
                </a:lnTo>
                <a:lnTo>
                  <a:pt x="495565" y="147988"/>
                </a:lnTo>
                <a:lnTo>
                  <a:pt x="522330" y="147029"/>
                </a:lnTo>
                <a:lnTo>
                  <a:pt x="555313" y="144362"/>
                </a:lnTo>
                <a:lnTo>
                  <a:pt x="570685" y="142825"/>
                </a:lnTo>
                <a:lnTo>
                  <a:pt x="577247" y="140125"/>
                </a:lnTo>
                <a:lnTo>
                  <a:pt x="591598" y="141211"/>
                </a:lnTo>
                <a:lnTo>
                  <a:pt x="601374" y="139920"/>
                </a:lnTo>
                <a:lnTo>
                  <a:pt x="620523" y="139038"/>
                </a:lnTo>
                <a:lnTo>
                  <a:pt x="634740" y="137336"/>
                </a:lnTo>
                <a:lnTo>
                  <a:pt x="644445" y="135478"/>
                </a:lnTo>
                <a:lnTo>
                  <a:pt x="666755" y="134517"/>
                </a:lnTo>
                <a:lnTo>
                  <a:pt x="670769" y="133751"/>
                </a:lnTo>
                <a:lnTo>
                  <a:pt x="672163" y="132755"/>
                </a:lnTo>
                <a:lnTo>
                  <a:pt x="670652" y="132167"/>
                </a:lnTo>
                <a:lnTo>
                  <a:pt x="664991" y="131896"/>
                </a:lnTo>
                <a:lnTo>
                  <a:pt x="644805" y="132368"/>
                </a:lnTo>
                <a:lnTo>
                  <a:pt x="626040" y="134525"/>
                </a:lnTo>
                <a:lnTo>
                  <a:pt x="590603" y="136066"/>
                </a:lnTo>
                <a:lnTo>
                  <a:pt x="580814" y="137752"/>
                </a:lnTo>
                <a:lnTo>
                  <a:pt x="572534" y="137645"/>
                </a:lnTo>
                <a:lnTo>
                  <a:pt x="564194" y="139018"/>
                </a:lnTo>
                <a:lnTo>
                  <a:pt x="515078" y="141187"/>
                </a:lnTo>
                <a:lnTo>
                  <a:pt x="504235" y="142880"/>
                </a:lnTo>
                <a:lnTo>
                  <a:pt x="500365" y="142638"/>
                </a:lnTo>
                <a:lnTo>
                  <a:pt x="497233" y="139065"/>
                </a:lnTo>
                <a:lnTo>
                  <a:pt x="495822" y="138192"/>
                </a:lnTo>
                <a:lnTo>
                  <a:pt x="490050" y="140056"/>
                </a:lnTo>
                <a:lnTo>
                  <a:pt x="488698" y="140118"/>
                </a:lnTo>
                <a:lnTo>
                  <a:pt x="487221" y="139463"/>
                </a:lnTo>
                <a:lnTo>
                  <a:pt x="486374" y="137374"/>
                </a:lnTo>
                <a:lnTo>
                  <a:pt x="487114" y="134113"/>
                </a:lnTo>
                <a:lnTo>
                  <a:pt x="490054" y="131371"/>
                </a:lnTo>
                <a:lnTo>
                  <a:pt x="493145" y="129936"/>
                </a:lnTo>
                <a:lnTo>
                  <a:pt x="500933" y="128242"/>
                </a:lnTo>
                <a:lnTo>
                  <a:pt x="512784" y="126814"/>
                </a:lnTo>
                <a:lnTo>
                  <a:pt x="529762" y="127981"/>
                </a:lnTo>
                <a:lnTo>
                  <a:pt x="541870" y="126661"/>
                </a:lnTo>
                <a:lnTo>
                  <a:pt x="581159" y="125920"/>
                </a:lnTo>
                <a:lnTo>
                  <a:pt x="601106" y="124606"/>
                </a:lnTo>
                <a:lnTo>
                  <a:pt x="619343" y="124190"/>
                </a:lnTo>
                <a:lnTo>
                  <a:pt x="630153" y="122625"/>
                </a:lnTo>
                <a:lnTo>
                  <a:pt x="660560" y="122034"/>
                </a:lnTo>
                <a:lnTo>
                  <a:pt x="688369" y="120808"/>
                </a:lnTo>
                <a:lnTo>
                  <a:pt x="694818" y="120310"/>
                </a:lnTo>
                <a:lnTo>
                  <a:pt x="698063" y="119358"/>
                </a:lnTo>
                <a:lnTo>
                  <a:pt x="697648" y="118196"/>
                </a:lnTo>
                <a:lnTo>
                  <a:pt x="696355" y="117755"/>
                </a:lnTo>
                <a:lnTo>
                  <a:pt x="679730" y="116984"/>
                </a:lnTo>
                <a:lnTo>
                  <a:pt x="664601" y="118001"/>
                </a:lnTo>
                <a:lnTo>
                  <a:pt x="611756" y="118740"/>
                </a:lnTo>
                <a:lnTo>
                  <a:pt x="607594" y="119076"/>
                </a:lnTo>
                <a:lnTo>
                  <a:pt x="600682" y="120460"/>
                </a:lnTo>
                <a:lnTo>
                  <a:pt x="579160" y="120754"/>
                </a:lnTo>
                <a:lnTo>
                  <a:pt x="564971" y="122114"/>
                </a:lnTo>
                <a:lnTo>
                  <a:pt x="533492" y="122639"/>
                </a:lnTo>
                <a:lnTo>
                  <a:pt x="509679" y="124593"/>
                </a:lnTo>
                <a:lnTo>
                  <a:pt x="487676" y="124178"/>
                </a:lnTo>
                <a:lnTo>
                  <a:pt x="486431" y="123896"/>
                </a:lnTo>
                <a:lnTo>
                  <a:pt x="484836" y="122533"/>
                </a:lnTo>
                <a:lnTo>
                  <a:pt x="483706" y="120533"/>
                </a:lnTo>
                <a:lnTo>
                  <a:pt x="483110" y="118176"/>
                </a:lnTo>
                <a:lnTo>
                  <a:pt x="483121" y="115742"/>
                </a:lnTo>
                <a:lnTo>
                  <a:pt x="484607" y="111189"/>
                </a:lnTo>
                <a:lnTo>
                  <a:pt x="485101" y="107583"/>
                </a:lnTo>
                <a:lnTo>
                  <a:pt x="484715" y="105912"/>
                </a:lnTo>
                <a:lnTo>
                  <a:pt x="482442" y="102367"/>
                </a:lnTo>
                <a:lnTo>
                  <a:pt x="484573" y="100181"/>
                </a:lnTo>
                <a:lnTo>
                  <a:pt x="543664" y="99795"/>
                </a:lnTo>
                <a:lnTo>
                  <a:pt x="611432" y="98084"/>
                </a:lnTo>
                <a:lnTo>
                  <a:pt x="633051" y="96458"/>
                </a:lnTo>
                <a:lnTo>
                  <a:pt x="669898" y="95432"/>
                </a:lnTo>
                <a:lnTo>
                  <a:pt x="676954" y="94503"/>
                </a:lnTo>
                <a:lnTo>
                  <a:pt x="677298" y="93788"/>
                </a:lnTo>
                <a:lnTo>
                  <a:pt x="675538" y="93237"/>
                </a:lnTo>
                <a:lnTo>
                  <a:pt x="657045" y="92647"/>
                </a:lnTo>
                <a:lnTo>
                  <a:pt x="552844" y="92524"/>
                </a:lnTo>
                <a:lnTo>
                  <a:pt x="526484" y="93351"/>
                </a:lnTo>
                <a:close/>
                <a:moveTo>
                  <a:pt x="464792" y="114935"/>
                </a:moveTo>
                <a:lnTo>
                  <a:pt x="466456" y="117508"/>
                </a:lnTo>
                <a:lnTo>
                  <a:pt x="470369" y="121889"/>
                </a:lnTo>
                <a:lnTo>
                  <a:pt x="470732" y="123473"/>
                </a:lnTo>
                <a:lnTo>
                  <a:pt x="469983" y="124989"/>
                </a:lnTo>
                <a:lnTo>
                  <a:pt x="468945" y="126300"/>
                </a:lnTo>
                <a:lnTo>
                  <a:pt x="459704" y="126686"/>
                </a:lnTo>
                <a:lnTo>
                  <a:pt x="456395" y="125960"/>
                </a:lnTo>
                <a:lnTo>
                  <a:pt x="455394" y="122967"/>
                </a:lnTo>
                <a:lnTo>
                  <a:pt x="455360" y="119865"/>
                </a:lnTo>
                <a:lnTo>
                  <a:pt x="456098" y="117115"/>
                </a:lnTo>
                <a:lnTo>
                  <a:pt x="457487" y="114910"/>
                </a:lnTo>
                <a:lnTo>
                  <a:pt x="460525" y="113050"/>
                </a:lnTo>
                <a:lnTo>
                  <a:pt x="463973" y="112913"/>
                </a:lnTo>
                <a:lnTo>
                  <a:pt x="464792" y="114935"/>
                </a:lnTo>
                <a:close/>
                <a:moveTo>
                  <a:pt x="467470" y="130180"/>
                </a:moveTo>
                <a:lnTo>
                  <a:pt x="471326" y="131412"/>
                </a:lnTo>
                <a:lnTo>
                  <a:pt x="473255" y="132980"/>
                </a:lnTo>
                <a:lnTo>
                  <a:pt x="474601" y="135060"/>
                </a:lnTo>
                <a:lnTo>
                  <a:pt x="475302" y="137577"/>
                </a:lnTo>
                <a:lnTo>
                  <a:pt x="475315" y="140732"/>
                </a:lnTo>
                <a:lnTo>
                  <a:pt x="474828" y="142061"/>
                </a:lnTo>
                <a:lnTo>
                  <a:pt x="473478" y="143054"/>
                </a:lnTo>
                <a:lnTo>
                  <a:pt x="471846" y="143276"/>
                </a:lnTo>
                <a:lnTo>
                  <a:pt x="470671" y="142799"/>
                </a:lnTo>
                <a:lnTo>
                  <a:pt x="465222" y="137857"/>
                </a:lnTo>
                <a:lnTo>
                  <a:pt x="458661" y="135784"/>
                </a:lnTo>
                <a:lnTo>
                  <a:pt x="456821" y="134483"/>
                </a:lnTo>
                <a:lnTo>
                  <a:pt x="455749" y="132986"/>
                </a:lnTo>
                <a:lnTo>
                  <a:pt x="455609" y="131454"/>
                </a:lnTo>
                <a:lnTo>
                  <a:pt x="456760" y="129470"/>
                </a:lnTo>
                <a:lnTo>
                  <a:pt x="467470" y="130180"/>
                </a:lnTo>
                <a:close/>
                <a:moveTo>
                  <a:pt x="434684" y="140781"/>
                </a:moveTo>
                <a:lnTo>
                  <a:pt x="435192" y="141521"/>
                </a:lnTo>
                <a:lnTo>
                  <a:pt x="435302" y="143906"/>
                </a:lnTo>
                <a:lnTo>
                  <a:pt x="433606" y="148787"/>
                </a:lnTo>
                <a:lnTo>
                  <a:pt x="430323" y="153697"/>
                </a:lnTo>
                <a:lnTo>
                  <a:pt x="427322" y="156528"/>
                </a:lnTo>
                <a:lnTo>
                  <a:pt x="423518" y="159451"/>
                </a:lnTo>
                <a:lnTo>
                  <a:pt x="421687" y="160259"/>
                </a:lnTo>
                <a:lnTo>
                  <a:pt x="420122" y="160283"/>
                </a:lnTo>
                <a:lnTo>
                  <a:pt x="416194" y="158922"/>
                </a:lnTo>
                <a:lnTo>
                  <a:pt x="413373" y="159359"/>
                </a:lnTo>
                <a:lnTo>
                  <a:pt x="413562" y="160930"/>
                </a:lnTo>
                <a:lnTo>
                  <a:pt x="414943" y="163132"/>
                </a:lnTo>
                <a:lnTo>
                  <a:pt x="420515" y="168268"/>
                </a:lnTo>
                <a:lnTo>
                  <a:pt x="422618" y="175326"/>
                </a:lnTo>
                <a:lnTo>
                  <a:pt x="422742" y="177356"/>
                </a:lnTo>
                <a:lnTo>
                  <a:pt x="422298" y="178641"/>
                </a:lnTo>
                <a:lnTo>
                  <a:pt x="420772" y="179405"/>
                </a:lnTo>
                <a:lnTo>
                  <a:pt x="418038" y="178990"/>
                </a:lnTo>
                <a:lnTo>
                  <a:pt x="412834" y="175902"/>
                </a:lnTo>
                <a:lnTo>
                  <a:pt x="406856" y="173394"/>
                </a:lnTo>
                <a:lnTo>
                  <a:pt x="405649" y="170630"/>
                </a:lnTo>
                <a:lnTo>
                  <a:pt x="405921" y="165923"/>
                </a:lnTo>
                <a:lnTo>
                  <a:pt x="408037" y="161703"/>
                </a:lnTo>
                <a:lnTo>
                  <a:pt x="411584" y="159065"/>
                </a:lnTo>
                <a:lnTo>
                  <a:pt x="411555" y="156085"/>
                </a:lnTo>
                <a:lnTo>
                  <a:pt x="412628" y="154038"/>
                </a:lnTo>
                <a:lnTo>
                  <a:pt x="416898" y="150609"/>
                </a:lnTo>
                <a:lnTo>
                  <a:pt x="421390" y="145480"/>
                </a:lnTo>
                <a:lnTo>
                  <a:pt x="427742" y="140439"/>
                </a:lnTo>
                <a:lnTo>
                  <a:pt x="431269" y="139927"/>
                </a:lnTo>
                <a:lnTo>
                  <a:pt x="434684" y="140781"/>
                </a:lnTo>
                <a:close/>
                <a:moveTo>
                  <a:pt x="450913" y="158540"/>
                </a:moveTo>
                <a:lnTo>
                  <a:pt x="453884" y="163491"/>
                </a:lnTo>
                <a:lnTo>
                  <a:pt x="456186" y="169006"/>
                </a:lnTo>
                <a:lnTo>
                  <a:pt x="455652" y="171961"/>
                </a:lnTo>
                <a:lnTo>
                  <a:pt x="453572" y="173515"/>
                </a:lnTo>
                <a:lnTo>
                  <a:pt x="451979" y="173443"/>
                </a:lnTo>
                <a:lnTo>
                  <a:pt x="450851" y="172685"/>
                </a:lnTo>
                <a:lnTo>
                  <a:pt x="449043" y="166428"/>
                </a:lnTo>
                <a:lnTo>
                  <a:pt x="447763" y="164528"/>
                </a:lnTo>
                <a:lnTo>
                  <a:pt x="445633" y="163224"/>
                </a:lnTo>
                <a:lnTo>
                  <a:pt x="441788" y="161818"/>
                </a:lnTo>
                <a:lnTo>
                  <a:pt x="442116" y="158925"/>
                </a:lnTo>
                <a:lnTo>
                  <a:pt x="443001" y="157791"/>
                </a:lnTo>
                <a:lnTo>
                  <a:pt x="445038" y="156552"/>
                </a:lnTo>
                <a:lnTo>
                  <a:pt x="448661" y="156415"/>
                </a:lnTo>
                <a:lnTo>
                  <a:pt x="450913" y="158540"/>
                </a:lnTo>
                <a:close/>
                <a:moveTo>
                  <a:pt x="494736" y="162966"/>
                </a:moveTo>
                <a:lnTo>
                  <a:pt x="495035" y="166529"/>
                </a:lnTo>
                <a:lnTo>
                  <a:pt x="494210" y="168573"/>
                </a:lnTo>
                <a:lnTo>
                  <a:pt x="488495" y="171885"/>
                </a:lnTo>
                <a:lnTo>
                  <a:pt x="483458" y="178234"/>
                </a:lnTo>
                <a:lnTo>
                  <a:pt x="482446" y="178320"/>
                </a:lnTo>
                <a:lnTo>
                  <a:pt x="481599" y="177805"/>
                </a:lnTo>
                <a:lnTo>
                  <a:pt x="480333" y="175696"/>
                </a:lnTo>
                <a:lnTo>
                  <a:pt x="480038" y="172255"/>
                </a:lnTo>
                <a:lnTo>
                  <a:pt x="484122" y="169680"/>
                </a:lnTo>
                <a:lnTo>
                  <a:pt x="486721" y="164857"/>
                </a:lnTo>
                <a:lnTo>
                  <a:pt x="488702" y="163023"/>
                </a:lnTo>
                <a:lnTo>
                  <a:pt x="492004" y="162091"/>
                </a:lnTo>
                <a:lnTo>
                  <a:pt x="493924" y="162303"/>
                </a:lnTo>
                <a:lnTo>
                  <a:pt x="494736" y="162966"/>
                </a:lnTo>
                <a:close/>
                <a:moveTo>
                  <a:pt x="637136" y="192200"/>
                </a:moveTo>
                <a:lnTo>
                  <a:pt x="637668" y="195062"/>
                </a:lnTo>
                <a:lnTo>
                  <a:pt x="636144" y="196803"/>
                </a:lnTo>
                <a:lnTo>
                  <a:pt x="633192" y="196891"/>
                </a:lnTo>
                <a:lnTo>
                  <a:pt x="630395" y="195208"/>
                </a:lnTo>
                <a:lnTo>
                  <a:pt x="630271" y="194255"/>
                </a:lnTo>
                <a:lnTo>
                  <a:pt x="630902" y="193231"/>
                </a:lnTo>
                <a:lnTo>
                  <a:pt x="633862" y="191322"/>
                </a:lnTo>
                <a:lnTo>
                  <a:pt x="636053" y="191028"/>
                </a:lnTo>
                <a:lnTo>
                  <a:pt x="637136" y="192200"/>
                </a:lnTo>
                <a:close/>
                <a:moveTo>
                  <a:pt x="525118" y="193730"/>
                </a:moveTo>
                <a:lnTo>
                  <a:pt x="528496" y="194288"/>
                </a:lnTo>
                <a:lnTo>
                  <a:pt x="530370" y="195248"/>
                </a:lnTo>
                <a:lnTo>
                  <a:pt x="534313" y="202013"/>
                </a:lnTo>
                <a:lnTo>
                  <a:pt x="537100" y="204258"/>
                </a:lnTo>
                <a:lnTo>
                  <a:pt x="541285" y="205901"/>
                </a:lnTo>
                <a:lnTo>
                  <a:pt x="549789" y="207138"/>
                </a:lnTo>
                <a:lnTo>
                  <a:pt x="559828" y="209482"/>
                </a:lnTo>
                <a:lnTo>
                  <a:pt x="561507" y="210425"/>
                </a:lnTo>
                <a:lnTo>
                  <a:pt x="565761" y="214227"/>
                </a:lnTo>
                <a:lnTo>
                  <a:pt x="568996" y="215751"/>
                </a:lnTo>
                <a:lnTo>
                  <a:pt x="576257" y="213488"/>
                </a:lnTo>
                <a:lnTo>
                  <a:pt x="581878" y="210020"/>
                </a:lnTo>
                <a:lnTo>
                  <a:pt x="583521" y="209747"/>
                </a:lnTo>
                <a:lnTo>
                  <a:pt x="586907" y="213006"/>
                </a:lnTo>
                <a:lnTo>
                  <a:pt x="593484" y="223598"/>
                </a:lnTo>
                <a:lnTo>
                  <a:pt x="593957" y="225751"/>
                </a:lnTo>
                <a:lnTo>
                  <a:pt x="593606" y="228551"/>
                </a:lnTo>
                <a:lnTo>
                  <a:pt x="592492" y="229515"/>
                </a:lnTo>
                <a:lnTo>
                  <a:pt x="591310" y="229446"/>
                </a:lnTo>
                <a:lnTo>
                  <a:pt x="574742" y="223921"/>
                </a:lnTo>
                <a:lnTo>
                  <a:pt x="566756" y="221932"/>
                </a:lnTo>
                <a:lnTo>
                  <a:pt x="559792" y="219275"/>
                </a:lnTo>
                <a:lnTo>
                  <a:pt x="537679" y="212827"/>
                </a:lnTo>
                <a:lnTo>
                  <a:pt x="525398" y="208387"/>
                </a:lnTo>
                <a:lnTo>
                  <a:pt x="511512" y="202199"/>
                </a:lnTo>
                <a:lnTo>
                  <a:pt x="507717" y="200046"/>
                </a:lnTo>
                <a:lnTo>
                  <a:pt x="506586" y="198426"/>
                </a:lnTo>
                <a:lnTo>
                  <a:pt x="507863" y="196783"/>
                </a:lnTo>
                <a:lnTo>
                  <a:pt x="512495" y="193620"/>
                </a:lnTo>
                <a:lnTo>
                  <a:pt x="515815" y="192855"/>
                </a:lnTo>
                <a:lnTo>
                  <a:pt x="525118" y="193730"/>
                </a:lnTo>
                <a:close/>
                <a:moveTo>
                  <a:pt x="667408" y="201598"/>
                </a:moveTo>
                <a:lnTo>
                  <a:pt x="668228" y="203401"/>
                </a:lnTo>
                <a:lnTo>
                  <a:pt x="666536" y="204523"/>
                </a:lnTo>
                <a:lnTo>
                  <a:pt x="662629" y="204212"/>
                </a:lnTo>
                <a:lnTo>
                  <a:pt x="661179" y="202855"/>
                </a:lnTo>
                <a:lnTo>
                  <a:pt x="661643" y="201895"/>
                </a:lnTo>
                <a:lnTo>
                  <a:pt x="663576" y="201018"/>
                </a:lnTo>
                <a:lnTo>
                  <a:pt x="666026" y="201010"/>
                </a:lnTo>
                <a:lnTo>
                  <a:pt x="667408" y="201598"/>
                </a:lnTo>
                <a:close/>
                <a:moveTo>
                  <a:pt x="489982" y="114388"/>
                </a:moveTo>
                <a:lnTo>
                  <a:pt x="489648" y="116089"/>
                </a:lnTo>
                <a:lnTo>
                  <a:pt x="490420" y="117831"/>
                </a:lnTo>
                <a:lnTo>
                  <a:pt x="491545" y="118252"/>
                </a:lnTo>
                <a:lnTo>
                  <a:pt x="493131" y="117537"/>
                </a:lnTo>
                <a:lnTo>
                  <a:pt x="493847" y="115951"/>
                </a:lnTo>
                <a:lnTo>
                  <a:pt x="493425" y="114825"/>
                </a:lnTo>
                <a:lnTo>
                  <a:pt x="491683" y="114053"/>
                </a:lnTo>
                <a:lnTo>
                  <a:pt x="489982" y="114388"/>
                </a:lnTo>
                <a:close/>
                <a:moveTo>
                  <a:pt x="718827" y="126300"/>
                </a:moveTo>
                <a:lnTo>
                  <a:pt x="708452" y="127469"/>
                </a:lnTo>
                <a:lnTo>
                  <a:pt x="705909" y="128348"/>
                </a:lnTo>
                <a:lnTo>
                  <a:pt x="705640" y="129097"/>
                </a:lnTo>
                <a:lnTo>
                  <a:pt x="706696" y="129907"/>
                </a:lnTo>
                <a:lnTo>
                  <a:pt x="709208" y="130263"/>
                </a:lnTo>
                <a:lnTo>
                  <a:pt x="715705" y="130071"/>
                </a:lnTo>
                <a:lnTo>
                  <a:pt x="721833" y="129288"/>
                </a:lnTo>
                <a:lnTo>
                  <a:pt x="723808" y="128402"/>
                </a:lnTo>
                <a:lnTo>
                  <a:pt x="724005" y="127474"/>
                </a:lnTo>
                <a:lnTo>
                  <a:pt x="723442" y="126355"/>
                </a:lnTo>
                <a:lnTo>
                  <a:pt x="721996" y="125692"/>
                </a:lnTo>
                <a:lnTo>
                  <a:pt x="718827" y="126300"/>
                </a:lnTo>
                <a:close/>
                <a:moveTo>
                  <a:pt x="692871" y="129032"/>
                </a:moveTo>
                <a:lnTo>
                  <a:pt x="692707" y="130419"/>
                </a:lnTo>
                <a:lnTo>
                  <a:pt x="695002" y="130945"/>
                </a:lnTo>
                <a:lnTo>
                  <a:pt x="697432" y="130482"/>
                </a:lnTo>
                <a:lnTo>
                  <a:pt x="698768" y="129152"/>
                </a:lnTo>
                <a:lnTo>
                  <a:pt x="698391" y="128621"/>
                </a:lnTo>
                <a:lnTo>
                  <a:pt x="696625" y="128242"/>
                </a:lnTo>
                <a:lnTo>
                  <a:pt x="694381" y="128388"/>
                </a:lnTo>
                <a:lnTo>
                  <a:pt x="692871" y="129032"/>
                </a:lnTo>
                <a:close/>
                <a:moveTo>
                  <a:pt x="676916" y="131601"/>
                </a:moveTo>
                <a:lnTo>
                  <a:pt x="675442" y="132756"/>
                </a:lnTo>
                <a:lnTo>
                  <a:pt x="677241" y="133556"/>
                </a:lnTo>
                <a:lnTo>
                  <a:pt x="681667" y="133464"/>
                </a:lnTo>
                <a:lnTo>
                  <a:pt x="682695" y="133016"/>
                </a:lnTo>
                <a:lnTo>
                  <a:pt x="683036" y="132311"/>
                </a:lnTo>
                <a:lnTo>
                  <a:pt x="682672" y="131613"/>
                </a:lnTo>
                <a:lnTo>
                  <a:pt x="681041" y="131054"/>
                </a:lnTo>
                <a:lnTo>
                  <a:pt x="676916" y="131601"/>
                </a:lnTo>
                <a:close/>
                <a:moveTo>
                  <a:pt x="312830" y="132584"/>
                </a:moveTo>
                <a:lnTo>
                  <a:pt x="312704" y="133384"/>
                </a:lnTo>
                <a:lnTo>
                  <a:pt x="313472" y="134083"/>
                </a:lnTo>
                <a:lnTo>
                  <a:pt x="318015" y="135824"/>
                </a:lnTo>
                <a:lnTo>
                  <a:pt x="321956" y="138458"/>
                </a:lnTo>
                <a:lnTo>
                  <a:pt x="326860" y="140439"/>
                </a:lnTo>
                <a:lnTo>
                  <a:pt x="331211" y="142878"/>
                </a:lnTo>
                <a:lnTo>
                  <a:pt x="336381" y="144851"/>
                </a:lnTo>
                <a:lnTo>
                  <a:pt x="340486" y="147538"/>
                </a:lnTo>
                <a:lnTo>
                  <a:pt x="343123" y="147958"/>
                </a:lnTo>
                <a:lnTo>
                  <a:pt x="344623" y="146978"/>
                </a:lnTo>
                <a:lnTo>
                  <a:pt x="344684" y="145799"/>
                </a:lnTo>
                <a:lnTo>
                  <a:pt x="343813" y="144585"/>
                </a:lnTo>
                <a:lnTo>
                  <a:pt x="337596" y="140803"/>
                </a:lnTo>
                <a:lnTo>
                  <a:pt x="332579" y="139245"/>
                </a:lnTo>
                <a:lnTo>
                  <a:pt x="328426" y="136683"/>
                </a:lnTo>
                <a:lnTo>
                  <a:pt x="322647" y="134793"/>
                </a:lnTo>
                <a:lnTo>
                  <a:pt x="318209" y="132640"/>
                </a:lnTo>
                <a:lnTo>
                  <a:pt x="314932" y="131988"/>
                </a:lnTo>
                <a:lnTo>
                  <a:pt x="312830" y="132584"/>
                </a:lnTo>
                <a:close/>
                <a:moveTo>
                  <a:pt x="992424" y="150671"/>
                </a:moveTo>
                <a:lnTo>
                  <a:pt x="989347" y="152896"/>
                </a:lnTo>
                <a:lnTo>
                  <a:pt x="988186" y="155448"/>
                </a:lnTo>
                <a:lnTo>
                  <a:pt x="982110" y="189338"/>
                </a:lnTo>
                <a:lnTo>
                  <a:pt x="979376" y="201986"/>
                </a:lnTo>
                <a:lnTo>
                  <a:pt x="977704" y="215163"/>
                </a:lnTo>
                <a:lnTo>
                  <a:pt x="975047" y="225880"/>
                </a:lnTo>
                <a:lnTo>
                  <a:pt x="972712" y="241192"/>
                </a:lnTo>
                <a:lnTo>
                  <a:pt x="971530" y="244616"/>
                </a:lnTo>
                <a:lnTo>
                  <a:pt x="969698" y="246951"/>
                </a:lnTo>
                <a:lnTo>
                  <a:pt x="966879" y="248854"/>
                </a:lnTo>
                <a:lnTo>
                  <a:pt x="924118" y="268287"/>
                </a:lnTo>
                <a:lnTo>
                  <a:pt x="919820" y="271037"/>
                </a:lnTo>
                <a:lnTo>
                  <a:pt x="918546" y="272743"/>
                </a:lnTo>
                <a:lnTo>
                  <a:pt x="920045" y="274584"/>
                </a:lnTo>
                <a:lnTo>
                  <a:pt x="922640" y="275544"/>
                </a:lnTo>
                <a:lnTo>
                  <a:pt x="964720" y="276623"/>
                </a:lnTo>
                <a:lnTo>
                  <a:pt x="968375" y="278585"/>
                </a:lnTo>
                <a:lnTo>
                  <a:pt x="970037" y="280918"/>
                </a:lnTo>
                <a:lnTo>
                  <a:pt x="970170" y="285880"/>
                </a:lnTo>
                <a:lnTo>
                  <a:pt x="969142" y="288630"/>
                </a:lnTo>
                <a:lnTo>
                  <a:pt x="967701" y="290013"/>
                </a:lnTo>
                <a:lnTo>
                  <a:pt x="965462" y="291208"/>
                </a:lnTo>
                <a:lnTo>
                  <a:pt x="953496" y="295986"/>
                </a:lnTo>
                <a:lnTo>
                  <a:pt x="924641" y="306013"/>
                </a:lnTo>
                <a:lnTo>
                  <a:pt x="918219" y="308951"/>
                </a:lnTo>
                <a:lnTo>
                  <a:pt x="897498" y="316387"/>
                </a:lnTo>
                <a:lnTo>
                  <a:pt x="893179" y="318497"/>
                </a:lnTo>
                <a:lnTo>
                  <a:pt x="891263" y="320550"/>
                </a:lnTo>
                <a:lnTo>
                  <a:pt x="891756" y="322115"/>
                </a:lnTo>
                <a:lnTo>
                  <a:pt x="893411" y="323834"/>
                </a:lnTo>
                <a:lnTo>
                  <a:pt x="968108" y="324053"/>
                </a:lnTo>
                <a:lnTo>
                  <a:pt x="969611" y="325201"/>
                </a:lnTo>
                <a:lnTo>
                  <a:pt x="970036" y="327635"/>
                </a:lnTo>
                <a:lnTo>
                  <a:pt x="970338" y="338792"/>
                </a:lnTo>
                <a:lnTo>
                  <a:pt x="969680" y="343568"/>
                </a:lnTo>
                <a:lnTo>
                  <a:pt x="967245" y="345599"/>
                </a:lnTo>
                <a:lnTo>
                  <a:pt x="962088" y="348352"/>
                </a:lnTo>
                <a:lnTo>
                  <a:pt x="930513" y="360609"/>
                </a:lnTo>
                <a:lnTo>
                  <a:pt x="918574" y="357761"/>
                </a:lnTo>
                <a:lnTo>
                  <a:pt x="911174" y="354444"/>
                </a:lnTo>
                <a:lnTo>
                  <a:pt x="877897" y="344136"/>
                </a:lnTo>
                <a:lnTo>
                  <a:pt x="855216" y="336536"/>
                </a:lnTo>
                <a:lnTo>
                  <a:pt x="847384" y="335381"/>
                </a:lnTo>
                <a:lnTo>
                  <a:pt x="846145" y="335910"/>
                </a:lnTo>
                <a:lnTo>
                  <a:pt x="845947" y="336966"/>
                </a:lnTo>
                <a:lnTo>
                  <a:pt x="846572" y="338619"/>
                </a:lnTo>
                <a:lnTo>
                  <a:pt x="848060" y="339830"/>
                </a:lnTo>
                <a:lnTo>
                  <a:pt x="855994" y="342037"/>
                </a:lnTo>
                <a:lnTo>
                  <a:pt x="872455" y="348704"/>
                </a:lnTo>
                <a:lnTo>
                  <a:pt x="883988" y="352705"/>
                </a:lnTo>
                <a:lnTo>
                  <a:pt x="900944" y="357398"/>
                </a:lnTo>
                <a:lnTo>
                  <a:pt x="916044" y="360919"/>
                </a:lnTo>
                <a:lnTo>
                  <a:pt x="918340" y="362224"/>
                </a:lnTo>
                <a:lnTo>
                  <a:pt x="920041" y="364158"/>
                </a:lnTo>
                <a:lnTo>
                  <a:pt x="919949" y="365150"/>
                </a:lnTo>
                <a:lnTo>
                  <a:pt x="918068" y="368662"/>
                </a:lnTo>
                <a:lnTo>
                  <a:pt x="918358" y="369717"/>
                </a:lnTo>
                <a:lnTo>
                  <a:pt x="919572" y="370646"/>
                </a:lnTo>
                <a:lnTo>
                  <a:pt x="959992" y="372048"/>
                </a:lnTo>
                <a:lnTo>
                  <a:pt x="967647" y="372688"/>
                </a:lnTo>
                <a:lnTo>
                  <a:pt x="968625" y="373272"/>
                </a:lnTo>
                <a:lnTo>
                  <a:pt x="968948" y="375358"/>
                </a:lnTo>
                <a:lnTo>
                  <a:pt x="968663" y="378659"/>
                </a:lnTo>
                <a:lnTo>
                  <a:pt x="966674" y="388286"/>
                </a:lnTo>
                <a:lnTo>
                  <a:pt x="963800" y="408894"/>
                </a:lnTo>
                <a:lnTo>
                  <a:pt x="961892" y="418400"/>
                </a:lnTo>
                <a:lnTo>
                  <a:pt x="960320" y="432093"/>
                </a:lnTo>
                <a:lnTo>
                  <a:pt x="957555" y="444738"/>
                </a:lnTo>
                <a:lnTo>
                  <a:pt x="951125" y="488538"/>
                </a:lnTo>
                <a:lnTo>
                  <a:pt x="944224" y="529300"/>
                </a:lnTo>
                <a:lnTo>
                  <a:pt x="938676" y="567033"/>
                </a:lnTo>
                <a:lnTo>
                  <a:pt x="935765" y="582424"/>
                </a:lnTo>
                <a:lnTo>
                  <a:pt x="935734" y="584925"/>
                </a:lnTo>
                <a:lnTo>
                  <a:pt x="936615" y="587365"/>
                </a:lnTo>
                <a:lnTo>
                  <a:pt x="938426" y="588089"/>
                </a:lnTo>
                <a:lnTo>
                  <a:pt x="942055" y="586675"/>
                </a:lnTo>
                <a:lnTo>
                  <a:pt x="990465" y="551890"/>
                </a:lnTo>
                <a:lnTo>
                  <a:pt x="992781" y="550510"/>
                </a:lnTo>
                <a:lnTo>
                  <a:pt x="994937" y="550056"/>
                </a:lnTo>
                <a:lnTo>
                  <a:pt x="997260" y="550433"/>
                </a:lnTo>
                <a:lnTo>
                  <a:pt x="999000" y="551357"/>
                </a:lnTo>
                <a:lnTo>
                  <a:pt x="1037449" y="580321"/>
                </a:lnTo>
                <a:lnTo>
                  <a:pt x="1045303" y="585715"/>
                </a:lnTo>
                <a:lnTo>
                  <a:pt x="1050454" y="588415"/>
                </a:lnTo>
                <a:lnTo>
                  <a:pt x="1051779" y="586660"/>
                </a:lnTo>
                <a:lnTo>
                  <a:pt x="1052244" y="585043"/>
                </a:lnTo>
                <a:lnTo>
                  <a:pt x="1052146" y="578834"/>
                </a:lnTo>
                <a:lnTo>
                  <a:pt x="1049375" y="565169"/>
                </a:lnTo>
                <a:lnTo>
                  <a:pt x="1047777" y="550991"/>
                </a:lnTo>
                <a:lnTo>
                  <a:pt x="1045461" y="538437"/>
                </a:lnTo>
                <a:lnTo>
                  <a:pt x="1043343" y="521380"/>
                </a:lnTo>
                <a:lnTo>
                  <a:pt x="1041349" y="511457"/>
                </a:lnTo>
                <a:lnTo>
                  <a:pt x="1038794" y="490186"/>
                </a:lnTo>
                <a:lnTo>
                  <a:pt x="1036677" y="480919"/>
                </a:lnTo>
                <a:lnTo>
                  <a:pt x="1034260" y="462060"/>
                </a:lnTo>
                <a:lnTo>
                  <a:pt x="1032136" y="452852"/>
                </a:lnTo>
                <a:lnTo>
                  <a:pt x="1030079" y="435415"/>
                </a:lnTo>
                <a:lnTo>
                  <a:pt x="1027835" y="423069"/>
                </a:lnTo>
                <a:lnTo>
                  <a:pt x="1026090" y="407486"/>
                </a:lnTo>
                <a:lnTo>
                  <a:pt x="1023189" y="391363"/>
                </a:lnTo>
                <a:lnTo>
                  <a:pt x="1021657" y="377384"/>
                </a:lnTo>
                <a:lnTo>
                  <a:pt x="1023625" y="375198"/>
                </a:lnTo>
                <a:lnTo>
                  <a:pt x="1048876" y="375319"/>
                </a:lnTo>
                <a:lnTo>
                  <a:pt x="1067546" y="376138"/>
                </a:lnTo>
                <a:lnTo>
                  <a:pt x="1071461" y="375216"/>
                </a:lnTo>
                <a:lnTo>
                  <a:pt x="1073295" y="373067"/>
                </a:lnTo>
                <a:lnTo>
                  <a:pt x="1067888" y="369188"/>
                </a:lnTo>
                <a:lnTo>
                  <a:pt x="1025378" y="348044"/>
                </a:lnTo>
                <a:lnTo>
                  <a:pt x="1019089" y="343342"/>
                </a:lnTo>
                <a:lnTo>
                  <a:pt x="1019481" y="326705"/>
                </a:lnTo>
                <a:lnTo>
                  <a:pt x="1020077" y="325357"/>
                </a:lnTo>
                <a:lnTo>
                  <a:pt x="1021668" y="324484"/>
                </a:lnTo>
                <a:lnTo>
                  <a:pt x="1029432" y="323856"/>
                </a:lnTo>
                <a:lnTo>
                  <a:pt x="1095098" y="323943"/>
                </a:lnTo>
                <a:lnTo>
                  <a:pt x="1096786" y="322267"/>
                </a:lnTo>
                <a:lnTo>
                  <a:pt x="1097209" y="320804"/>
                </a:lnTo>
                <a:lnTo>
                  <a:pt x="1096573" y="319572"/>
                </a:lnTo>
                <a:lnTo>
                  <a:pt x="1092065" y="317489"/>
                </a:lnTo>
                <a:lnTo>
                  <a:pt x="1082195" y="313887"/>
                </a:lnTo>
                <a:lnTo>
                  <a:pt x="1065437" y="306651"/>
                </a:lnTo>
                <a:lnTo>
                  <a:pt x="1058214" y="304416"/>
                </a:lnTo>
                <a:lnTo>
                  <a:pt x="1025304" y="291420"/>
                </a:lnTo>
                <a:lnTo>
                  <a:pt x="1021693" y="289228"/>
                </a:lnTo>
                <a:lnTo>
                  <a:pt x="1019438" y="286609"/>
                </a:lnTo>
                <a:lnTo>
                  <a:pt x="1018723" y="283898"/>
                </a:lnTo>
                <a:lnTo>
                  <a:pt x="1019001" y="282612"/>
                </a:lnTo>
                <a:lnTo>
                  <a:pt x="1020947" y="280393"/>
                </a:lnTo>
                <a:lnTo>
                  <a:pt x="1022996" y="279680"/>
                </a:lnTo>
                <a:lnTo>
                  <a:pt x="1032323" y="279493"/>
                </a:lnTo>
                <a:lnTo>
                  <a:pt x="1069634" y="280284"/>
                </a:lnTo>
                <a:lnTo>
                  <a:pt x="1071585" y="278556"/>
                </a:lnTo>
                <a:lnTo>
                  <a:pt x="1071978" y="277392"/>
                </a:lnTo>
                <a:lnTo>
                  <a:pt x="1066862" y="273329"/>
                </a:lnTo>
                <a:lnTo>
                  <a:pt x="1022750" y="247831"/>
                </a:lnTo>
                <a:lnTo>
                  <a:pt x="1020015" y="245258"/>
                </a:lnTo>
                <a:lnTo>
                  <a:pt x="1018477" y="241529"/>
                </a:lnTo>
                <a:lnTo>
                  <a:pt x="1017217" y="228549"/>
                </a:lnTo>
                <a:lnTo>
                  <a:pt x="1015019" y="219326"/>
                </a:lnTo>
                <a:lnTo>
                  <a:pt x="1012812" y="205608"/>
                </a:lnTo>
                <a:lnTo>
                  <a:pt x="1007910" y="179728"/>
                </a:lnTo>
                <a:lnTo>
                  <a:pt x="1005852" y="171176"/>
                </a:lnTo>
                <a:lnTo>
                  <a:pt x="1003336" y="156314"/>
                </a:lnTo>
                <a:lnTo>
                  <a:pt x="1001737" y="153055"/>
                </a:lnTo>
                <a:lnTo>
                  <a:pt x="998516" y="149955"/>
                </a:lnTo>
                <a:lnTo>
                  <a:pt x="996238" y="149507"/>
                </a:lnTo>
                <a:lnTo>
                  <a:pt x="992424" y="150671"/>
                </a:lnTo>
                <a:close/>
                <a:moveTo>
                  <a:pt x="995866" y="172473"/>
                </a:moveTo>
                <a:lnTo>
                  <a:pt x="994930" y="174017"/>
                </a:lnTo>
                <a:lnTo>
                  <a:pt x="994048" y="173934"/>
                </a:lnTo>
                <a:lnTo>
                  <a:pt x="993626" y="173348"/>
                </a:lnTo>
                <a:lnTo>
                  <a:pt x="993557" y="171872"/>
                </a:lnTo>
                <a:lnTo>
                  <a:pt x="994306" y="170984"/>
                </a:lnTo>
                <a:lnTo>
                  <a:pt x="995512" y="171277"/>
                </a:lnTo>
                <a:lnTo>
                  <a:pt x="995866" y="172473"/>
                </a:lnTo>
                <a:close/>
                <a:moveTo>
                  <a:pt x="998216" y="189686"/>
                </a:moveTo>
                <a:lnTo>
                  <a:pt x="1000544" y="192574"/>
                </a:lnTo>
                <a:lnTo>
                  <a:pt x="1000675" y="195320"/>
                </a:lnTo>
                <a:lnTo>
                  <a:pt x="999562" y="196915"/>
                </a:lnTo>
                <a:lnTo>
                  <a:pt x="997505" y="198210"/>
                </a:lnTo>
                <a:lnTo>
                  <a:pt x="995272" y="198945"/>
                </a:lnTo>
                <a:lnTo>
                  <a:pt x="993563" y="198718"/>
                </a:lnTo>
                <a:lnTo>
                  <a:pt x="989966" y="195055"/>
                </a:lnTo>
                <a:lnTo>
                  <a:pt x="989712" y="194160"/>
                </a:lnTo>
                <a:lnTo>
                  <a:pt x="990251" y="192530"/>
                </a:lnTo>
                <a:lnTo>
                  <a:pt x="991822" y="190036"/>
                </a:lnTo>
                <a:lnTo>
                  <a:pt x="993746" y="188458"/>
                </a:lnTo>
                <a:lnTo>
                  <a:pt x="995872" y="188345"/>
                </a:lnTo>
                <a:lnTo>
                  <a:pt x="998216" y="189686"/>
                </a:lnTo>
                <a:close/>
                <a:moveTo>
                  <a:pt x="988926" y="202636"/>
                </a:moveTo>
                <a:lnTo>
                  <a:pt x="989487" y="203900"/>
                </a:lnTo>
                <a:lnTo>
                  <a:pt x="988475" y="205367"/>
                </a:lnTo>
                <a:lnTo>
                  <a:pt x="986396" y="207111"/>
                </a:lnTo>
                <a:lnTo>
                  <a:pt x="984919" y="207142"/>
                </a:lnTo>
                <a:lnTo>
                  <a:pt x="984093" y="204871"/>
                </a:lnTo>
                <a:lnTo>
                  <a:pt x="984642" y="202518"/>
                </a:lnTo>
                <a:lnTo>
                  <a:pt x="986436" y="201640"/>
                </a:lnTo>
                <a:lnTo>
                  <a:pt x="988926" y="202636"/>
                </a:lnTo>
                <a:close/>
                <a:moveTo>
                  <a:pt x="1004226" y="202636"/>
                </a:moveTo>
                <a:lnTo>
                  <a:pt x="1004813" y="204934"/>
                </a:lnTo>
                <a:lnTo>
                  <a:pt x="1004331" y="205861"/>
                </a:lnTo>
                <a:lnTo>
                  <a:pt x="1003429" y="206032"/>
                </a:lnTo>
                <a:lnTo>
                  <a:pt x="1001949" y="204822"/>
                </a:lnTo>
                <a:lnTo>
                  <a:pt x="1001643" y="203200"/>
                </a:lnTo>
                <a:lnTo>
                  <a:pt x="1002760" y="201971"/>
                </a:lnTo>
                <a:lnTo>
                  <a:pt x="1004226" y="202636"/>
                </a:lnTo>
                <a:close/>
                <a:moveTo>
                  <a:pt x="1000347" y="213620"/>
                </a:moveTo>
                <a:lnTo>
                  <a:pt x="1002696" y="216444"/>
                </a:lnTo>
                <a:lnTo>
                  <a:pt x="1003207" y="218632"/>
                </a:lnTo>
                <a:lnTo>
                  <a:pt x="1001166" y="221597"/>
                </a:lnTo>
                <a:lnTo>
                  <a:pt x="998095" y="223777"/>
                </a:lnTo>
                <a:lnTo>
                  <a:pt x="994609" y="225095"/>
                </a:lnTo>
                <a:lnTo>
                  <a:pt x="989878" y="222166"/>
                </a:lnTo>
                <a:lnTo>
                  <a:pt x="988034" y="220386"/>
                </a:lnTo>
                <a:lnTo>
                  <a:pt x="987472" y="217832"/>
                </a:lnTo>
                <a:lnTo>
                  <a:pt x="987938" y="215735"/>
                </a:lnTo>
                <a:lnTo>
                  <a:pt x="993646" y="211044"/>
                </a:lnTo>
                <a:lnTo>
                  <a:pt x="995091" y="210633"/>
                </a:lnTo>
                <a:lnTo>
                  <a:pt x="996650" y="210921"/>
                </a:lnTo>
                <a:lnTo>
                  <a:pt x="1000347" y="213620"/>
                </a:lnTo>
                <a:close/>
                <a:moveTo>
                  <a:pt x="1008926" y="225586"/>
                </a:moveTo>
                <a:lnTo>
                  <a:pt x="1010323" y="228981"/>
                </a:lnTo>
                <a:lnTo>
                  <a:pt x="1011359" y="233522"/>
                </a:lnTo>
                <a:lnTo>
                  <a:pt x="1010712" y="235018"/>
                </a:lnTo>
                <a:lnTo>
                  <a:pt x="1009510" y="235342"/>
                </a:lnTo>
                <a:lnTo>
                  <a:pt x="1007022" y="234622"/>
                </a:lnTo>
                <a:lnTo>
                  <a:pt x="1005184" y="233399"/>
                </a:lnTo>
                <a:lnTo>
                  <a:pt x="1003016" y="231168"/>
                </a:lnTo>
                <a:lnTo>
                  <a:pt x="1002280" y="229500"/>
                </a:lnTo>
                <a:lnTo>
                  <a:pt x="1002945" y="227847"/>
                </a:lnTo>
                <a:lnTo>
                  <a:pt x="1005994" y="224905"/>
                </a:lnTo>
                <a:lnTo>
                  <a:pt x="1007418" y="224462"/>
                </a:lnTo>
                <a:lnTo>
                  <a:pt x="1008926" y="225586"/>
                </a:lnTo>
                <a:close/>
                <a:moveTo>
                  <a:pt x="987014" y="227007"/>
                </a:moveTo>
                <a:lnTo>
                  <a:pt x="988377" y="229069"/>
                </a:lnTo>
                <a:lnTo>
                  <a:pt x="987558" y="231310"/>
                </a:lnTo>
                <a:lnTo>
                  <a:pt x="983874" y="235010"/>
                </a:lnTo>
                <a:lnTo>
                  <a:pt x="981830" y="236072"/>
                </a:lnTo>
                <a:lnTo>
                  <a:pt x="980268" y="235990"/>
                </a:lnTo>
                <a:lnTo>
                  <a:pt x="979287" y="234770"/>
                </a:lnTo>
                <a:lnTo>
                  <a:pt x="978981" y="232417"/>
                </a:lnTo>
                <a:lnTo>
                  <a:pt x="979476" y="228827"/>
                </a:lnTo>
                <a:lnTo>
                  <a:pt x="980668" y="226389"/>
                </a:lnTo>
                <a:lnTo>
                  <a:pt x="982416" y="225205"/>
                </a:lnTo>
                <a:lnTo>
                  <a:pt x="983454" y="225115"/>
                </a:lnTo>
                <a:lnTo>
                  <a:pt x="987014" y="227007"/>
                </a:lnTo>
                <a:close/>
                <a:moveTo>
                  <a:pt x="998762" y="236023"/>
                </a:moveTo>
                <a:lnTo>
                  <a:pt x="1003877" y="241526"/>
                </a:lnTo>
                <a:lnTo>
                  <a:pt x="1004336" y="242416"/>
                </a:lnTo>
                <a:lnTo>
                  <a:pt x="1003734" y="243370"/>
                </a:lnTo>
                <a:lnTo>
                  <a:pt x="1001527" y="243848"/>
                </a:lnTo>
                <a:lnTo>
                  <a:pt x="995046" y="243946"/>
                </a:lnTo>
                <a:lnTo>
                  <a:pt x="988443" y="243592"/>
                </a:lnTo>
                <a:lnTo>
                  <a:pt x="986597" y="242970"/>
                </a:lnTo>
                <a:lnTo>
                  <a:pt x="986363" y="242467"/>
                </a:lnTo>
                <a:lnTo>
                  <a:pt x="987145" y="240953"/>
                </a:lnTo>
                <a:lnTo>
                  <a:pt x="992751" y="235313"/>
                </a:lnTo>
                <a:lnTo>
                  <a:pt x="996355" y="235418"/>
                </a:lnTo>
                <a:lnTo>
                  <a:pt x="998762" y="236023"/>
                </a:lnTo>
                <a:close/>
                <a:moveTo>
                  <a:pt x="998325" y="250941"/>
                </a:moveTo>
                <a:lnTo>
                  <a:pt x="998640" y="251570"/>
                </a:lnTo>
                <a:lnTo>
                  <a:pt x="998136" y="252696"/>
                </a:lnTo>
                <a:lnTo>
                  <a:pt x="995634" y="253714"/>
                </a:lnTo>
                <a:lnTo>
                  <a:pt x="992784" y="253375"/>
                </a:lnTo>
                <a:lnTo>
                  <a:pt x="991420" y="251788"/>
                </a:lnTo>
                <a:lnTo>
                  <a:pt x="991768" y="250886"/>
                </a:lnTo>
                <a:lnTo>
                  <a:pt x="993418" y="250175"/>
                </a:lnTo>
                <a:lnTo>
                  <a:pt x="996675" y="250206"/>
                </a:lnTo>
                <a:lnTo>
                  <a:pt x="998325" y="250941"/>
                </a:lnTo>
                <a:close/>
                <a:moveTo>
                  <a:pt x="1013079" y="252580"/>
                </a:moveTo>
                <a:lnTo>
                  <a:pt x="1013939" y="256273"/>
                </a:lnTo>
                <a:lnTo>
                  <a:pt x="1014039" y="261933"/>
                </a:lnTo>
                <a:lnTo>
                  <a:pt x="1012785" y="265448"/>
                </a:lnTo>
                <a:lnTo>
                  <a:pt x="1011108" y="265887"/>
                </a:lnTo>
                <a:lnTo>
                  <a:pt x="1008738" y="264820"/>
                </a:lnTo>
                <a:lnTo>
                  <a:pt x="1003980" y="261417"/>
                </a:lnTo>
                <a:lnTo>
                  <a:pt x="1003044" y="259332"/>
                </a:lnTo>
                <a:lnTo>
                  <a:pt x="1004443" y="256589"/>
                </a:lnTo>
                <a:lnTo>
                  <a:pt x="1007888" y="253563"/>
                </a:lnTo>
                <a:lnTo>
                  <a:pt x="1011221" y="251801"/>
                </a:lnTo>
                <a:lnTo>
                  <a:pt x="1012067" y="251822"/>
                </a:lnTo>
                <a:lnTo>
                  <a:pt x="1013079" y="252580"/>
                </a:lnTo>
                <a:close/>
                <a:moveTo>
                  <a:pt x="983407" y="253891"/>
                </a:moveTo>
                <a:lnTo>
                  <a:pt x="986543" y="257385"/>
                </a:lnTo>
                <a:lnTo>
                  <a:pt x="987336" y="258977"/>
                </a:lnTo>
                <a:lnTo>
                  <a:pt x="987248" y="260034"/>
                </a:lnTo>
                <a:lnTo>
                  <a:pt x="985260" y="261937"/>
                </a:lnTo>
                <a:lnTo>
                  <a:pt x="980910" y="264392"/>
                </a:lnTo>
                <a:lnTo>
                  <a:pt x="979350" y="264744"/>
                </a:lnTo>
                <a:lnTo>
                  <a:pt x="977785" y="264286"/>
                </a:lnTo>
                <a:lnTo>
                  <a:pt x="976739" y="263225"/>
                </a:lnTo>
                <a:lnTo>
                  <a:pt x="976190" y="261149"/>
                </a:lnTo>
                <a:lnTo>
                  <a:pt x="976314" y="254507"/>
                </a:lnTo>
                <a:lnTo>
                  <a:pt x="977931" y="252981"/>
                </a:lnTo>
                <a:lnTo>
                  <a:pt x="979638" y="252443"/>
                </a:lnTo>
                <a:lnTo>
                  <a:pt x="981476" y="252744"/>
                </a:lnTo>
                <a:lnTo>
                  <a:pt x="983407" y="253891"/>
                </a:lnTo>
                <a:close/>
                <a:moveTo>
                  <a:pt x="1026903" y="257334"/>
                </a:moveTo>
                <a:lnTo>
                  <a:pt x="1043801" y="267773"/>
                </a:lnTo>
                <a:lnTo>
                  <a:pt x="1045436" y="269948"/>
                </a:lnTo>
                <a:lnTo>
                  <a:pt x="1045263" y="271486"/>
                </a:lnTo>
                <a:lnTo>
                  <a:pt x="1041921" y="272403"/>
                </a:lnTo>
                <a:lnTo>
                  <a:pt x="1035127" y="272345"/>
                </a:lnTo>
                <a:lnTo>
                  <a:pt x="1023366" y="270908"/>
                </a:lnTo>
                <a:lnTo>
                  <a:pt x="1020128" y="269792"/>
                </a:lnTo>
                <a:lnTo>
                  <a:pt x="1018925" y="268809"/>
                </a:lnTo>
                <a:lnTo>
                  <a:pt x="1019634" y="255840"/>
                </a:lnTo>
                <a:lnTo>
                  <a:pt x="1020495" y="255187"/>
                </a:lnTo>
                <a:lnTo>
                  <a:pt x="1022300" y="255257"/>
                </a:lnTo>
                <a:lnTo>
                  <a:pt x="1026903" y="257334"/>
                </a:lnTo>
                <a:close/>
                <a:moveTo>
                  <a:pt x="969036" y="256951"/>
                </a:moveTo>
                <a:lnTo>
                  <a:pt x="970245" y="259362"/>
                </a:lnTo>
                <a:lnTo>
                  <a:pt x="970410" y="262468"/>
                </a:lnTo>
                <a:lnTo>
                  <a:pt x="969729" y="266707"/>
                </a:lnTo>
                <a:lnTo>
                  <a:pt x="968483" y="267832"/>
                </a:lnTo>
                <a:lnTo>
                  <a:pt x="963969" y="268577"/>
                </a:lnTo>
                <a:lnTo>
                  <a:pt x="954968" y="268906"/>
                </a:lnTo>
                <a:lnTo>
                  <a:pt x="948600" y="268825"/>
                </a:lnTo>
                <a:lnTo>
                  <a:pt x="947066" y="268270"/>
                </a:lnTo>
                <a:lnTo>
                  <a:pt x="947804" y="266296"/>
                </a:lnTo>
                <a:lnTo>
                  <a:pt x="951224" y="263125"/>
                </a:lnTo>
                <a:lnTo>
                  <a:pt x="957417" y="260813"/>
                </a:lnTo>
                <a:lnTo>
                  <a:pt x="967446" y="256180"/>
                </a:lnTo>
                <a:lnTo>
                  <a:pt x="969036" y="256951"/>
                </a:lnTo>
                <a:close/>
                <a:moveTo>
                  <a:pt x="997779" y="265476"/>
                </a:moveTo>
                <a:lnTo>
                  <a:pt x="1000082" y="267695"/>
                </a:lnTo>
                <a:lnTo>
                  <a:pt x="1000272" y="268884"/>
                </a:lnTo>
                <a:lnTo>
                  <a:pt x="999419" y="269752"/>
                </a:lnTo>
                <a:lnTo>
                  <a:pt x="995069" y="270228"/>
                </a:lnTo>
                <a:lnTo>
                  <a:pt x="993222" y="269793"/>
                </a:lnTo>
                <a:lnTo>
                  <a:pt x="992089" y="268966"/>
                </a:lnTo>
                <a:lnTo>
                  <a:pt x="991816" y="267088"/>
                </a:lnTo>
                <a:lnTo>
                  <a:pt x="993355" y="264741"/>
                </a:lnTo>
                <a:lnTo>
                  <a:pt x="995278" y="264374"/>
                </a:lnTo>
                <a:lnTo>
                  <a:pt x="997779" y="265476"/>
                </a:lnTo>
                <a:close/>
                <a:moveTo>
                  <a:pt x="996139" y="280065"/>
                </a:moveTo>
                <a:lnTo>
                  <a:pt x="994876" y="280971"/>
                </a:lnTo>
                <a:lnTo>
                  <a:pt x="993961" y="280270"/>
                </a:lnTo>
                <a:lnTo>
                  <a:pt x="994755" y="279591"/>
                </a:lnTo>
                <a:lnTo>
                  <a:pt x="996139" y="280065"/>
                </a:lnTo>
                <a:close/>
                <a:moveTo>
                  <a:pt x="1013079" y="280666"/>
                </a:moveTo>
                <a:lnTo>
                  <a:pt x="1014039" y="282527"/>
                </a:lnTo>
                <a:lnTo>
                  <a:pt x="1014101" y="284406"/>
                </a:lnTo>
                <a:lnTo>
                  <a:pt x="1013205" y="287452"/>
                </a:lnTo>
                <a:lnTo>
                  <a:pt x="1012164" y="288675"/>
                </a:lnTo>
                <a:lnTo>
                  <a:pt x="1009872" y="289412"/>
                </a:lnTo>
                <a:lnTo>
                  <a:pt x="1007896" y="289163"/>
                </a:lnTo>
                <a:lnTo>
                  <a:pt x="1004657" y="287842"/>
                </a:lnTo>
                <a:lnTo>
                  <a:pt x="1003469" y="286871"/>
                </a:lnTo>
                <a:lnTo>
                  <a:pt x="1003202" y="285796"/>
                </a:lnTo>
                <a:lnTo>
                  <a:pt x="1003866" y="284531"/>
                </a:lnTo>
                <a:lnTo>
                  <a:pt x="1008597" y="280717"/>
                </a:lnTo>
                <a:lnTo>
                  <a:pt x="1011210" y="279679"/>
                </a:lnTo>
                <a:lnTo>
                  <a:pt x="1013079" y="280666"/>
                </a:lnTo>
                <a:close/>
                <a:moveTo>
                  <a:pt x="984282" y="282360"/>
                </a:moveTo>
                <a:lnTo>
                  <a:pt x="986276" y="284075"/>
                </a:lnTo>
                <a:lnTo>
                  <a:pt x="987148" y="285601"/>
                </a:lnTo>
                <a:lnTo>
                  <a:pt x="986902" y="286920"/>
                </a:lnTo>
                <a:lnTo>
                  <a:pt x="985544" y="288013"/>
                </a:lnTo>
                <a:lnTo>
                  <a:pt x="983080" y="288863"/>
                </a:lnTo>
                <a:lnTo>
                  <a:pt x="979930" y="289073"/>
                </a:lnTo>
                <a:lnTo>
                  <a:pt x="977536" y="288068"/>
                </a:lnTo>
                <a:lnTo>
                  <a:pt x="976412" y="286749"/>
                </a:lnTo>
                <a:lnTo>
                  <a:pt x="975527" y="283591"/>
                </a:lnTo>
                <a:lnTo>
                  <a:pt x="975667" y="282469"/>
                </a:lnTo>
                <a:lnTo>
                  <a:pt x="976763" y="280908"/>
                </a:lnTo>
                <a:lnTo>
                  <a:pt x="979971" y="280416"/>
                </a:lnTo>
                <a:lnTo>
                  <a:pt x="984282" y="282360"/>
                </a:lnTo>
                <a:close/>
                <a:moveTo>
                  <a:pt x="1003024" y="296786"/>
                </a:moveTo>
                <a:lnTo>
                  <a:pt x="1004135" y="297286"/>
                </a:lnTo>
                <a:lnTo>
                  <a:pt x="1004655" y="298098"/>
                </a:lnTo>
                <a:lnTo>
                  <a:pt x="1003977" y="300072"/>
                </a:lnTo>
                <a:lnTo>
                  <a:pt x="998071" y="303674"/>
                </a:lnTo>
                <a:lnTo>
                  <a:pt x="995264" y="304690"/>
                </a:lnTo>
                <a:lnTo>
                  <a:pt x="989398" y="302482"/>
                </a:lnTo>
                <a:lnTo>
                  <a:pt x="985880" y="300373"/>
                </a:lnTo>
                <a:lnTo>
                  <a:pt x="984737" y="299006"/>
                </a:lnTo>
                <a:lnTo>
                  <a:pt x="985363" y="297348"/>
                </a:lnTo>
                <a:lnTo>
                  <a:pt x="987635" y="296417"/>
                </a:lnTo>
                <a:lnTo>
                  <a:pt x="1003024" y="296786"/>
                </a:lnTo>
                <a:close/>
                <a:moveTo>
                  <a:pt x="969091" y="297933"/>
                </a:moveTo>
                <a:lnTo>
                  <a:pt x="970121" y="298880"/>
                </a:lnTo>
                <a:lnTo>
                  <a:pt x="970498" y="300085"/>
                </a:lnTo>
                <a:lnTo>
                  <a:pt x="970605" y="304403"/>
                </a:lnTo>
                <a:lnTo>
                  <a:pt x="969698" y="310923"/>
                </a:lnTo>
                <a:lnTo>
                  <a:pt x="968194" y="313166"/>
                </a:lnTo>
                <a:lnTo>
                  <a:pt x="966773" y="313196"/>
                </a:lnTo>
                <a:lnTo>
                  <a:pt x="957514" y="308457"/>
                </a:lnTo>
                <a:lnTo>
                  <a:pt x="954309" y="306276"/>
                </a:lnTo>
                <a:lnTo>
                  <a:pt x="952787" y="304282"/>
                </a:lnTo>
                <a:lnTo>
                  <a:pt x="953021" y="303156"/>
                </a:lnTo>
                <a:lnTo>
                  <a:pt x="954560" y="302171"/>
                </a:lnTo>
                <a:lnTo>
                  <a:pt x="960826" y="300194"/>
                </a:lnTo>
                <a:lnTo>
                  <a:pt x="966262" y="297819"/>
                </a:lnTo>
                <a:lnTo>
                  <a:pt x="969091" y="297933"/>
                </a:lnTo>
                <a:close/>
                <a:moveTo>
                  <a:pt x="1027559" y="300228"/>
                </a:moveTo>
                <a:lnTo>
                  <a:pt x="1036409" y="303593"/>
                </a:lnTo>
                <a:lnTo>
                  <a:pt x="1036957" y="305007"/>
                </a:lnTo>
                <a:lnTo>
                  <a:pt x="1036192" y="307004"/>
                </a:lnTo>
                <a:lnTo>
                  <a:pt x="1034288" y="308900"/>
                </a:lnTo>
                <a:lnTo>
                  <a:pt x="1025442" y="313360"/>
                </a:lnTo>
                <a:lnTo>
                  <a:pt x="1022142" y="314033"/>
                </a:lnTo>
                <a:lnTo>
                  <a:pt x="1020177" y="313655"/>
                </a:lnTo>
                <a:lnTo>
                  <a:pt x="1019456" y="312721"/>
                </a:lnTo>
                <a:lnTo>
                  <a:pt x="1019039" y="308335"/>
                </a:lnTo>
                <a:lnTo>
                  <a:pt x="1019247" y="302804"/>
                </a:lnTo>
                <a:lnTo>
                  <a:pt x="1020018" y="299518"/>
                </a:lnTo>
                <a:lnTo>
                  <a:pt x="1022764" y="298849"/>
                </a:lnTo>
                <a:lnTo>
                  <a:pt x="1027559" y="300228"/>
                </a:lnTo>
                <a:close/>
                <a:moveTo>
                  <a:pt x="1012696" y="304600"/>
                </a:moveTo>
                <a:lnTo>
                  <a:pt x="1013851" y="307793"/>
                </a:lnTo>
                <a:lnTo>
                  <a:pt x="1013689" y="312568"/>
                </a:lnTo>
                <a:lnTo>
                  <a:pt x="1012852" y="313806"/>
                </a:lnTo>
                <a:lnTo>
                  <a:pt x="1011352" y="314423"/>
                </a:lnTo>
                <a:lnTo>
                  <a:pt x="1008536" y="313863"/>
                </a:lnTo>
                <a:lnTo>
                  <a:pt x="1006603" y="312590"/>
                </a:lnTo>
                <a:lnTo>
                  <a:pt x="1004882" y="310665"/>
                </a:lnTo>
                <a:lnTo>
                  <a:pt x="1004044" y="308872"/>
                </a:lnTo>
                <a:lnTo>
                  <a:pt x="1004226" y="307844"/>
                </a:lnTo>
                <a:lnTo>
                  <a:pt x="1005690" y="306366"/>
                </a:lnTo>
                <a:lnTo>
                  <a:pt x="1010072" y="304076"/>
                </a:lnTo>
                <a:lnTo>
                  <a:pt x="1011459" y="303756"/>
                </a:lnTo>
                <a:lnTo>
                  <a:pt x="1012696" y="304600"/>
                </a:lnTo>
                <a:close/>
                <a:moveTo>
                  <a:pt x="983571" y="306840"/>
                </a:moveTo>
                <a:lnTo>
                  <a:pt x="984750" y="308069"/>
                </a:lnTo>
                <a:lnTo>
                  <a:pt x="985035" y="309472"/>
                </a:lnTo>
                <a:lnTo>
                  <a:pt x="984417" y="311165"/>
                </a:lnTo>
                <a:lnTo>
                  <a:pt x="982925" y="313053"/>
                </a:lnTo>
                <a:lnTo>
                  <a:pt x="981719" y="313875"/>
                </a:lnTo>
                <a:lnTo>
                  <a:pt x="979215" y="314368"/>
                </a:lnTo>
                <a:lnTo>
                  <a:pt x="977041" y="313508"/>
                </a:lnTo>
                <a:lnTo>
                  <a:pt x="976248" y="312638"/>
                </a:lnTo>
                <a:lnTo>
                  <a:pt x="975593" y="310151"/>
                </a:lnTo>
                <a:lnTo>
                  <a:pt x="976232" y="307681"/>
                </a:lnTo>
                <a:lnTo>
                  <a:pt x="977335" y="306332"/>
                </a:lnTo>
                <a:lnTo>
                  <a:pt x="978838" y="305624"/>
                </a:lnTo>
                <a:lnTo>
                  <a:pt x="980623" y="305586"/>
                </a:lnTo>
                <a:lnTo>
                  <a:pt x="983571" y="306840"/>
                </a:lnTo>
                <a:close/>
                <a:moveTo>
                  <a:pt x="938436" y="309955"/>
                </a:moveTo>
                <a:lnTo>
                  <a:pt x="939125" y="311105"/>
                </a:lnTo>
                <a:lnTo>
                  <a:pt x="939223" y="312489"/>
                </a:lnTo>
                <a:lnTo>
                  <a:pt x="938436" y="314436"/>
                </a:lnTo>
                <a:lnTo>
                  <a:pt x="937441" y="315307"/>
                </a:lnTo>
                <a:lnTo>
                  <a:pt x="930001" y="315456"/>
                </a:lnTo>
                <a:lnTo>
                  <a:pt x="927778" y="314894"/>
                </a:lnTo>
                <a:lnTo>
                  <a:pt x="926806" y="313925"/>
                </a:lnTo>
                <a:lnTo>
                  <a:pt x="927414" y="311992"/>
                </a:lnTo>
                <a:lnTo>
                  <a:pt x="929806" y="310749"/>
                </a:lnTo>
                <a:lnTo>
                  <a:pt x="935694" y="309227"/>
                </a:lnTo>
                <a:lnTo>
                  <a:pt x="937356" y="309281"/>
                </a:lnTo>
                <a:lnTo>
                  <a:pt x="938436" y="309955"/>
                </a:lnTo>
                <a:close/>
                <a:moveTo>
                  <a:pt x="1062804" y="312468"/>
                </a:moveTo>
                <a:lnTo>
                  <a:pt x="1070377" y="315605"/>
                </a:lnTo>
                <a:lnTo>
                  <a:pt x="1071726" y="317054"/>
                </a:lnTo>
                <a:lnTo>
                  <a:pt x="1070891" y="317878"/>
                </a:lnTo>
                <a:lnTo>
                  <a:pt x="1068684" y="318391"/>
                </a:lnTo>
                <a:lnTo>
                  <a:pt x="1060555" y="318858"/>
                </a:lnTo>
                <a:lnTo>
                  <a:pt x="1054662" y="318370"/>
                </a:lnTo>
                <a:lnTo>
                  <a:pt x="1052585" y="315774"/>
                </a:lnTo>
                <a:lnTo>
                  <a:pt x="1051329" y="312523"/>
                </a:lnTo>
                <a:lnTo>
                  <a:pt x="1051898" y="311101"/>
                </a:lnTo>
                <a:lnTo>
                  <a:pt x="1054689" y="310283"/>
                </a:lnTo>
                <a:lnTo>
                  <a:pt x="1059192" y="311058"/>
                </a:lnTo>
                <a:lnTo>
                  <a:pt x="1062804" y="312468"/>
                </a:lnTo>
                <a:close/>
                <a:moveTo>
                  <a:pt x="951223" y="311376"/>
                </a:moveTo>
                <a:lnTo>
                  <a:pt x="951836" y="313650"/>
                </a:lnTo>
                <a:lnTo>
                  <a:pt x="950487" y="315326"/>
                </a:lnTo>
                <a:lnTo>
                  <a:pt x="948576" y="314944"/>
                </a:lnTo>
                <a:lnTo>
                  <a:pt x="946463" y="313054"/>
                </a:lnTo>
                <a:lnTo>
                  <a:pt x="946788" y="311921"/>
                </a:lnTo>
                <a:lnTo>
                  <a:pt x="948327" y="310986"/>
                </a:lnTo>
                <a:lnTo>
                  <a:pt x="950219" y="310863"/>
                </a:lnTo>
                <a:lnTo>
                  <a:pt x="951223" y="311376"/>
                </a:lnTo>
                <a:close/>
                <a:moveTo>
                  <a:pt x="1043132" y="311813"/>
                </a:moveTo>
                <a:lnTo>
                  <a:pt x="1044213" y="312952"/>
                </a:lnTo>
                <a:lnTo>
                  <a:pt x="1044965" y="315267"/>
                </a:lnTo>
                <a:lnTo>
                  <a:pt x="1044771" y="316785"/>
                </a:lnTo>
                <a:lnTo>
                  <a:pt x="1043798" y="317867"/>
                </a:lnTo>
                <a:lnTo>
                  <a:pt x="1042373" y="318592"/>
                </a:lnTo>
                <a:lnTo>
                  <a:pt x="1039781" y="318918"/>
                </a:lnTo>
                <a:lnTo>
                  <a:pt x="1038008" y="318567"/>
                </a:lnTo>
                <a:lnTo>
                  <a:pt x="1035912" y="317308"/>
                </a:lnTo>
                <a:lnTo>
                  <a:pt x="1036398" y="315745"/>
                </a:lnTo>
                <a:lnTo>
                  <a:pt x="1040794" y="311981"/>
                </a:lnTo>
                <a:lnTo>
                  <a:pt x="1041918" y="311372"/>
                </a:lnTo>
                <a:lnTo>
                  <a:pt x="1043132" y="311813"/>
                </a:lnTo>
                <a:close/>
                <a:moveTo>
                  <a:pt x="996412" y="315255"/>
                </a:moveTo>
                <a:lnTo>
                  <a:pt x="997061" y="316439"/>
                </a:lnTo>
                <a:lnTo>
                  <a:pt x="995780" y="317172"/>
                </a:lnTo>
                <a:lnTo>
                  <a:pt x="992806" y="317091"/>
                </a:lnTo>
                <a:lnTo>
                  <a:pt x="991909" y="316308"/>
                </a:lnTo>
                <a:lnTo>
                  <a:pt x="992605" y="315084"/>
                </a:lnTo>
                <a:lnTo>
                  <a:pt x="993741" y="314610"/>
                </a:lnTo>
                <a:lnTo>
                  <a:pt x="996412" y="315255"/>
                </a:lnTo>
                <a:close/>
                <a:moveTo>
                  <a:pt x="1000183" y="325036"/>
                </a:moveTo>
                <a:lnTo>
                  <a:pt x="1000395" y="325688"/>
                </a:lnTo>
                <a:lnTo>
                  <a:pt x="999798" y="326908"/>
                </a:lnTo>
                <a:lnTo>
                  <a:pt x="996042" y="328408"/>
                </a:lnTo>
                <a:lnTo>
                  <a:pt x="992697" y="328042"/>
                </a:lnTo>
                <a:lnTo>
                  <a:pt x="990445" y="326687"/>
                </a:lnTo>
                <a:lnTo>
                  <a:pt x="989939" y="325694"/>
                </a:lnTo>
                <a:lnTo>
                  <a:pt x="991011" y="324362"/>
                </a:lnTo>
                <a:lnTo>
                  <a:pt x="994171" y="323864"/>
                </a:lnTo>
                <a:lnTo>
                  <a:pt x="997934" y="324115"/>
                </a:lnTo>
                <a:lnTo>
                  <a:pt x="1000183" y="325036"/>
                </a:lnTo>
                <a:close/>
                <a:moveTo>
                  <a:pt x="1012860" y="327167"/>
                </a:moveTo>
                <a:lnTo>
                  <a:pt x="1013848" y="330495"/>
                </a:lnTo>
                <a:lnTo>
                  <a:pt x="1013834" y="337059"/>
                </a:lnTo>
                <a:lnTo>
                  <a:pt x="1012860" y="340008"/>
                </a:lnTo>
                <a:lnTo>
                  <a:pt x="1011235" y="340704"/>
                </a:lnTo>
                <a:lnTo>
                  <a:pt x="1003059" y="335424"/>
                </a:lnTo>
                <a:lnTo>
                  <a:pt x="1002531" y="334800"/>
                </a:lnTo>
                <a:lnTo>
                  <a:pt x="1002362" y="333234"/>
                </a:lnTo>
                <a:lnTo>
                  <a:pt x="1004139" y="330436"/>
                </a:lnTo>
                <a:lnTo>
                  <a:pt x="1008051" y="327659"/>
                </a:lnTo>
                <a:lnTo>
                  <a:pt x="1011398" y="326163"/>
                </a:lnTo>
                <a:lnTo>
                  <a:pt x="1012860" y="327167"/>
                </a:lnTo>
                <a:close/>
                <a:moveTo>
                  <a:pt x="983407" y="328260"/>
                </a:moveTo>
                <a:lnTo>
                  <a:pt x="986606" y="331600"/>
                </a:lnTo>
                <a:lnTo>
                  <a:pt x="987342" y="333448"/>
                </a:lnTo>
                <a:lnTo>
                  <a:pt x="987073" y="334824"/>
                </a:lnTo>
                <a:lnTo>
                  <a:pt x="984767" y="336677"/>
                </a:lnTo>
                <a:lnTo>
                  <a:pt x="979763" y="339475"/>
                </a:lnTo>
                <a:lnTo>
                  <a:pt x="977434" y="340176"/>
                </a:lnTo>
                <a:lnTo>
                  <a:pt x="975873" y="339881"/>
                </a:lnTo>
                <a:lnTo>
                  <a:pt x="975065" y="338203"/>
                </a:lnTo>
                <a:lnTo>
                  <a:pt x="974855" y="332568"/>
                </a:lnTo>
                <a:lnTo>
                  <a:pt x="975248" y="328646"/>
                </a:lnTo>
                <a:lnTo>
                  <a:pt x="976140" y="326457"/>
                </a:lnTo>
                <a:lnTo>
                  <a:pt x="980253" y="327033"/>
                </a:lnTo>
                <a:lnTo>
                  <a:pt x="983407" y="328260"/>
                </a:lnTo>
                <a:close/>
                <a:moveTo>
                  <a:pt x="1000456" y="339790"/>
                </a:moveTo>
                <a:lnTo>
                  <a:pt x="1003585" y="343081"/>
                </a:lnTo>
                <a:lnTo>
                  <a:pt x="1003571" y="343533"/>
                </a:lnTo>
                <a:lnTo>
                  <a:pt x="1002531" y="344121"/>
                </a:lnTo>
                <a:lnTo>
                  <a:pt x="993430" y="344475"/>
                </a:lnTo>
                <a:lnTo>
                  <a:pt x="990327" y="344046"/>
                </a:lnTo>
                <a:lnTo>
                  <a:pt x="988879" y="343116"/>
                </a:lnTo>
                <a:lnTo>
                  <a:pt x="988733" y="342436"/>
                </a:lnTo>
                <a:lnTo>
                  <a:pt x="989511" y="340593"/>
                </a:lnTo>
                <a:lnTo>
                  <a:pt x="992369" y="336948"/>
                </a:lnTo>
                <a:lnTo>
                  <a:pt x="996813" y="337240"/>
                </a:lnTo>
                <a:lnTo>
                  <a:pt x="1000456" y="339790"/>
                </a:lnTo>
                <a:close/>
                <a:moveTo>
                  <a:pt x="999855" y="350718"/>
                </a:moveTo>
                <a:lnTo>
                  <a:pt x="1000595" y="351951"/>
                </a:lnTo>
                <a:lnTo>
                  <a:pt x="999812" y="353142"/>
                </a:lnTo>
                <a:lnTo>
                  <a:pt x="993954" y="355199"/>
                </a:lnTo>
                <a:lnTo>
                  <a:pt x="990258" y="353300"/>
                </a:lnTo>
                <a:lnTo>
                  <a:pt x="989067" y="351943"/>
                </a:lnTo>
                <a:lnTo>
                  <a:pt x="989691" y="350828"/>
                </a:lnTo>
                <a:lnTo>
                  <a:pt x="992479" y="350023"/>
                </a:lnTo>
                <a:lnTo>
                  <a:pt x="997343" y="349974"/>
                </a:lnTo>
                <a:lnTo>
                  <a:pt x="999855" y="350718"/>
                </a:lnTo>
                <a:close/>
                <a:moveTo>
                  <a:pt x="982151" y="354325"/>
                </a:moveTo>
                <a:lnTo>
                  <a:pt x="983925" y="355395"/>
                </a:lnTo>
                <a:lnTo>
                  <a:pt x="986024" y="357528"/>
                </a:lnTo>
                <a:lnTo>
                  <a:pt x="987045" y="359735"/>
                </a:lnTo>
                <a:lnTo>
                  <a:pt x="986905" y="360937"/>
                </a:lnTo>
                <a:lnTo>
                  <a:pt x="985512" y="362161"/>
                </a:lnTo>
                <a:lnTo>
                  <a:pt x="981925" y="363102"/>
                </a:lnTo>
                <a:lnTo>
                  <a:pt x="978029" y="362818"/>
                </a:lnTo>
                <a:lnTo>
                  <a:pt x="976085" y="361866"/>
                </a:lnTo>
                <a:lnTo>
                  <a:pt x="974999" y="360618"/>
                </a:lnTo>
                <a:lnTo>
                  <a:pt x="974638" y="358888"/>
                </a:lnTo>
                <a:lnTo>
                  <a:pt x="974880" y="354993"/>
                </a:lnTo>
                <a:lnTo>
                  <a:pt x="975643" y="353483"/>
                </a:lnTo>
                <a:lnTo>
                  <a:pt x="977988" y="352951"/>
                </a:lnTo>
                <a:lnTo>
                  <a:pt x="982151" y="354325"/>
                </a:lnTo>
                <a:close/>
                <a:moveTo>
                  <a:pt x="1013625" y="355308"/>
                </a:moveTo>
                <a:lnTo>
                  <a:pt x="1014134" y="358648"/>
                </a:lnTo>
                <a:lnTo>
                  <a:pt x="1013866" y="362408"/>
                </a:lnTo>
                <a:lnTo>
                  <a:pt x="1013181" y="364179"/>
                </a:lnTo>
                <a:lnTo>
                  <a:pt x="1012026" y="365089"/>
                </a:lnTo>
                <a:lnTo>
                  <a:pt x="1009761" y="364949"/>
                </a:lnTo>
                <a:lnTo>
                  <a:pt x="1004421" y="362091"/>
                </a:lnTo>
                <a:lnTo>
                  <a:pt x="1003147" y="360780"/>
                </a:lnTo>
                <a:lnTo>
                  <a:pt x="1003074" y="359733"/>
                </a:lnTo>
                <a:lnTo>
                  <a:pt x="1004062" y="357713"/>
                </a:lnTo>
                <a:lnTo>
                  <a:pt x="1008181" y="354243"/>
                </a:lnTo>
                <a:lnTo>
                  <a:pt x="1011535" y="353245"/>
                </a:lnTo>
                <a:lnTo>
                  <a:pt x="1012615" y="353809"/>
                </a:lnTo>
                <a:lnTo>
                  <a:pt x="1013625" y="355308"/>
                </a:lnTo>
                <a:close/>
                <a:moveTo>
                  <a:pt x="968818" y="354981"/>
                </a:moveTo>
                <a:lnTo>
                  <a:pt x="969791" y="356833"/>
                </a:lnTo>
                <a:lnTo>
                  <a:pt x="969876" y="359119"/>
                </a:lnTo>
                <a:lnTo>
                  <a:pt x="969100" y="361211"/>
                </a:lnTo>
                <a:lnTo>
                  <a:pt x="967397" y="363013"/>
                </a:lnTo>
                <a:lnTo>
                  <a:pt x="951018" y="363621"/>
                </a:lnTo>
                <a:lnTo>
                  <a:pt x="949286" y="363363"/>
                </a:lnTo>
                <a:lnTo>
                  <a:pt x="947890" y="362139"/>
                </a:lnTo>
                <a:lnTo>
                  <a:pt x="948978" y="360543"/>
                </a:lnTo>
                <a:lnTo>
                  <a:pt x="950314" y="359577"/>
                </a:lnTo>
                <a:lnTo>
                  <a:pt x="957975" y="357183"/>
                </a:lnTo>
                <a:lnTo>
                  <a:pt x="964095" y="354515"/>
                </a:lnTo>
                <a:lnTo>
                  <a:pt x="966600" y="353995"/>
                </a:lnTo>
                <a:lnTo>
                  <a:pt x="968818" y="354981"/>
                </a:lnTo>
                <a:close/>
                <a:moveTo>
                  <a:pt x="1027832" y="355582"/>
                </a:moveTo>
                <a:lnTo>
                  <a:pt x="1043640" y="363838"/>
                </a:lnTo>
                <a:lnTo>
                  <a:pt x="1044922" y="364905"/>
                </a:lnTo>
                <a:lnTo>
                  <a:pt x="1045027" y="366355"/>
                </a:lnTo>
                <a:lnTo>
                  <a:pt x="1043212" y="367264"/>
                </a:lnTo>
                <a:lnTo>
                  <a:pt x="1034171" y="367221"/>
                </a:lnTo>
                <a:lnTo>
                  <a:pt x="1024587" y="366542"/>
                </a:lnTo>
                <a:lnTo>
                  <a:pt x="1021371" y="365478"/>
                </a:lnTo>
                <a:lnTo>
                  <a:pt x="1020294" y="364288"/>
                </a:lnTo>
                <a:lnTo>
                  <a:pt x="1019385" y="361693"/>
                </a:lnTo>
                <a:lnTo>
                  <a:pt x="1019134" y="357556"/>
                </a:lnTo>
                <a:lnTo>
                  <a:pt x="1019654" y="355202"/>
                </a:lnTo>
                <a:lnTo>
                  <a:pt x="1020470" y="354362"/>
                </a:lnTo>
                <a:lnTo>
                  <a:pt x="1022600" y="353839"/>
                </a:lnTo>
                <a:lnTo>
                  <a:pt x="1025231" y="354272"/>
                </a:lnTo>
                <a:lnTo>
                  <a:pt x="1027832" y="355582"/>
                </a:lnTo>
                <a:close/>
                <a:moveTo>
                  <a:pt x="997833" y="373559"/>
                </a:moveTo>
                <a:lnTo>
                  <a:pt x="998810" y="374987"/>
                </a:lnTo>
                <a:lnTo>
                  <a:pt x="997451" y="376783"/>
                </a:lnTo>
                <a:lnTo>
                  <a:pt x="995185" y="377839"/>
                </a:lnTo>
                <a:lnTo>
                  <a:pt x="993899" y="377692"/>
                </a:lnTo>
                <a:lnTo>
                  <a:pt x="992928" y="376921"/>
                </a:lnTo>
                <a:lnTo>
                  <a:pt x="992314" y="374707"/>
                </a:lnTo>
                <a:lnTo>
                  <a:pt x="993104" y="373578"/>
                </a:lnTo>
                <a:lnTo>
                  <a:pt x="995701" y="373036"/>
                </a:lnTo>
                <a:lnTo>
                  <a:pt x="997833" y="373559"/>
                </a:lnTo>
                <a:close/>
                <a:moveTo>
                  <a:pt x="979746" y="376291"/>
                </a:moveTo>
                <a:lnTo>
                  <a:pt x="985817" y="380272"/>
                </a:lnTo>
                <a:lnTo>
                  <a:pt x="986723" y="382680"/>
                </a:lnTo>
                <a:lnTo>
                  <a:pt x="985643" y="384094"/>
                </a:lnTo>
                <a:lnTo>
                  <a:pt x="978774" y="388127"/>
                </a:lnTo>
                <a:lnTo>
                  <a:pt x="975740" y="388627"/>
                </a:lnTo>
                <a:lnTo>
                  <a:pt x="974542" y="387478"/>
                </a:lnTo>
                <a:lnTo>
                  <a:pt x="973974" y="385107"/>
                </a:lnTo>
                <a:lnTo>
                  <a:pt x="974666" y="377222"/>
                </a:lnTo>
                <a:lnTo>
                  <a:pt x="976082" y="375428"/>
                </a:lnTo>
                <a:lnTo>
                  <a:pt x="977618" y="375436"/>
                </a:lnTo>
                <a:lnTo>
                  <a:pt x="979746" y="376291"/>
                </a:lnTo>
                <a:close/>
                <a:moveTo>
                  <a:pt x="1014991" y="377056"/>
                </a:moveTo>
                <a:lnTo>
                  <a:pt x="1016558" y="379450"/>
                </a:lnTo>
                <a:lnTo>
                  <a:pt x="1017325" y="382266"/>
                </a:lnTo>
                <a:lnTo>
                  <a:pt x="1016976" y="386083"/>
                </a:lnTo>
                <a:lnTo>
                  <a:pt x="1015744" y="387556"/>
                </a:lnTo>
                <a:lnTo>
                  <a:pt x="1014220" y="387675"/>
                </a:lnTo>
                <a:lnTo>
                  <a:pt x="1011125" y="386541"/>
                </a:lnTo>
                <a:lnTo>
                  <a:pt x="1006406" y="384150"/>
                </a:lnTo>
                <a:lnTo>
                  <a:pt x="1004628" y="382734"/>
                </a:lnTo>
                <a:lnTo>
                  <a:pt x="1004492" y="381293"/>
                </a:lnTo>
                <a:lnTo>
                  <a:pt x="1005465" y="379550"/>
                </a:lnTo>
                <a:lnTo>
                  <a:pt x="1009221" y="376504"/>
                </a:lnTo>
                <a:lnTo>
                  <a:pt x="1012368" y="375741"/>
                </a:lnTo>
                <a:lnTo>
                  <a:pt x="1014991" y="377056"/>
                </a:lnTo>
                <a:close/>
                <a:moveTo>
                  <a:pt x="999636" y="388094"/>
                </a:moveTo>
                <a:lnTo>
                  <a:pt x="1008368" y="393447"/>
                </a:lnTo>
                <a:lnTo>
                  <a:pt x="1010019" y="394979"/>
                </a:lnTo>
                <a:lnTo>
                  <a:pt x="1010276" y="395947"/>
                </a:lnTo>
                <a:lnTo>
                  <a:pt x="1009547" y="397691"/>
                </a:lnTo>
                <a:lnTo>
                  <a:pt x="1007506" y="399744"/>
                </a:lnTo>
                <a:lnTo>
                  <a:pt x="1000331" y="405066"/>
                </a:lnTo>
                <a:lnTo>
                  <a:pt x="997501" y="406514"/>
                </a:lnTo>
                <a:lnTo>
                  <a:pt x="994473" y="407190"/>
                </a:lnTo>
                <a:lnTo>
                  <a:pt x="991211" y="406258"/>
                </a:lnTo>
                <a:lnTo>
                  <a:pt x="982984" y="400501"/>
                </a:lnTo>
                <a:lnTo>
                  <a:pt x="979002" y="396072"/>
                </a:lnTo>
                <a:lnTo>
                  <a:pt x="978995" y="394981"/>
                </a:lnTo>
                <a:lnTo>
                  <a:pt x="980354" y="393545"/>
                </a:lnTo>
                <a:lnTo>
                  <a:pt x="993222" y="386514"/>
                </a:lnTo>
                <a:lnTo>
                  <a:pt x="995074" y="386255"/>
                </a:lnTo>
                <a:lnTo>
                  <a:pt x="999636" y="388094"/>
                </a:lnTo>
                <a:close/>
                <a:moveTo>
                  <a:pt x="976632" y="402575"/>
                </a:moveTo>
                <a:lnTo>
                  <a:pt x="985237" y="408725"/>
                </a:lnTo>
                <a:lnTo>
                  <a:pt x="987072" y="411396"/>
                </a:lnTo>
                <a:lnTo>
                  <a:pt x="987232" y="413066"/>
                </a:lnTo>
                <a:lnTo>
                  <a:pt x="973872" y="422847"/>
                </a:lnTo>
                <a:lnTo>
                  <a:pt x="968545" y="424923"/>
                </a:lnTo>
                <a:lnTo>
                  <a:pt x="966995" y="422904"/>
                </a:lnTo>
                <a:lnTo>
                  <a:pt x="966700" y="421460"/>
                </a:lnTo>
                <a:lnTo>
                  <a:pt x="969112" y="413155"/>
                </a:lnTo>
                <a:lnTo>
                  <a:pt x="970743" y="403850"/>
                </a:lnTo>
                <a:lnTo>
                  <a:pt x="972260" y="402117"/>
                </a:lnTo>
                <a:lnTo>
                  <a:pt x="974177" y="402004"/>
                </a:lnTo>
                <a:lnTo>
                  <a:pt x="976632" y="402575"/>
                </a:lnTo>
                <a:close/>
                <a:moveTo>
                  <a:pt x="1017614" y="402957"/>
                </a:moveTo>
                <a:lnTo>
                  <a:pt x="1019880" y="407981"/>
                </a:lnTo>
                <a:lnTo>
                  <a:pt x="1021867" y="417162"/>
                </a:lnTo>
                <a:lnTo>
                  <a:pt x="1022219" y="423321"/>
                </a:lnTo>
                <a:lnTo>
                  <a:pt x="1021903" y="424452"/>
                </a:lnTo>
                <a:lnTo>
                  <a:pt x="1020600" y="425379"/>
                </a:lnTo>
                <a:lnTo>
                  <a:pt x="1018373" y="424582"/>
                </a:lnTo>
                <a:lnTo>
                  <a:pt x="1005804" y="415837"/>
                </a:lnTo>
                <a:lnTo>
                  <a:pt x="1002696" y="412902"/>
                </a:lnTo>
                <a:lnTo>
                  <a:pt x="1005836" y="409098"/>
                </a:lnTo>
                <a:lnTo>
                  <a:pt x="1014113" y="402432"/>
                </a:lnTo>
                <a:lnTo>
                  <a:pt x="1015937" y="402039"/>
                </a:lnTo>
                <a:lnTo>
                  <a:pt x="1017614" y="402957"/>
                </a:lnTo>
                <a:close/>
                <a:moveTo>
                  <a:pt x="1000401" y="418858"/>
                </a:moveTo>
                <a:lnTo>
                  <a:pt x="1012009" y="426880"/>
                </a:lnTo>
                <a:lnTo>
                  <a:pt x="1016574" y="429106"/>
                </a:lnTo>
                <a:lnTo>
                  <a:pt x="1017212" y="430087"/>
                </a:lnTo>
                <a:lnTo>
                  <a:pt x="1017352" y="432174"/>
                </a:lnTo>
                <a:lnTo>
                  <a:pt x="1016712" y="433830"/>
                </a:lnTo>
                <a:lnTo>
                  <a:pt x="1015129" y="435251"/>
                </a:lnTo>
                <a:lnTo>
                  <a:pt x="1010058" y="438206"/>
                </a:lnTo>
                <a:lnTo>
                  <a:pt x="1000299" y="445123"/>
                </a:lnTo>
                <a:lnTo>
                  <a:pt x="996918" y="445820"/>
                </a:lnTo>
                <a:lnTo>
                  <a:pt x="993882" y="444585"/>
                </a:lnTo>
                <a:lnTo>
                  <a:pt x="981198" y="435790"/>
                </a:lnTo>
                <a:lnTo>
                  <a:pt x="978304" y="432737"/>
                </a:lnTo>
                <a:lnTo>
                  <a:pt x="977967" y="430921"/>
                </a:lnTo>
                <a:lnTo>
                  <a:pt x="979819" y="428286"/>
                </a:lnTo>
                <a:lnTo>
                  <a:pt x="993557" y="418216"/>
                </a:lnTo>
                <a:lnTo>
                  <a:pt x="996303" y="417273"/>
                </a:lnTo>
                <a:lnTo>
                  <a:pt x="1000401" y="418858"/>
                </a:lnTo>
                <a:close/>
                <a:moveTo>
                  <a:pt x="970566" y="438475"/>
                </a:moveTo>
                <a:lnTo>
                  <a:pt x="984186" y="448153"/>
                </a:lnTo>
                <a:lnTo>
                  <a:pt x="986850" y="450633"/>
                </a:lnTo>
                <a:lnTo>
                  <a:pt x="987442" y="452431"/>
                </a:lnTo>
                <a:lnTo>
                  <a:pt x="985156" y="454813"/>
                </a:lnTo>
                <a:lnTo>
                  <a:pt x="966292" y="467329"/>
                </a:lnTo>
                <a:lnTo>
                  <a:pt x="962648" y="468603"/>
                </a:lnTo>
                <a:lnTo>
                  <a:pt x="961349" y="467403"/>
                </a:lnTo>
                <a:lnTo>
                  <a:pt x="960902" y="462333"/>
                </a:lnTo>
                <a:lnTo>
                  <a:pt x="962414" y="449323"/>
                </a:lnTo>
                <a:lnTo>
                  <a:pt x="963848" y="442444"/>
                </a:lnTo>
                <a:lnTo>
                  <a:pt x="965547" y="438580"/>
                </a:lnTo>
                <a:lnTo>
                  <a:pt x="967038" y="437260"/>
                </a:lnTo>
                <a:lnTo>
                  <a:pt x="968571" y="437107"/>
                </a:lnTo>
                <a:lnTo>
                  <a:pt x="970566" y="438475"/>
                </a:lnTo>
                <a:close/>
                <a:moveTo>
                  <a:pt x="1024991" y="438803"/>
                </a:moveTo>
                <a:lnTo>
                  <a:pt x="1025823" y="440945"/>
                </a:lnTo>
                <a:lnTo>
                  <a:pt x="1027359" y="455345"/>
                </a:lnTo>
                <a:lnTo>
                  <a:pt x="1029198" y="464212"/>
                </a:lnTo>
                <a:lnTo>
                  <a:pt x="1028602" y="466317"/>
                </a:lnTo>
                <a:lnTo>
                  <a:pt x="1027038" y="467019"/>
                </a:lnTo>
                <a:lnTo>
                  <a:pt x="1023497" y="465951"/>
                </a:lnTo>
                <a:lnTo>
                  <a:pt x="1007220" y="454313"/>
                </a:lnTo>
                <a:lnTo>
                  <a:pt x="1005383" y="452590"/>
                </a:lnTo>
                <a:lnTo>
                  <a:pt x="1005035" y="451583"/>
                </a:lnTo>
                <a:lnTo>
                  <a:pt x="1005552" y="449601"/>
                </a:lnTo>
                <a:lnTo>
                  <a:pt x="1007291" y="447494"/>
                </a:lnTo>
                <a:lnTo>
                  <a:pt x="1016132" y="441644"/>
                </a:lnTo>
                <a:lnTo>
                  <a:pt x="1020451" y="437926"/>
                </a:lnTo>
                <a:lnTo>
                  <a:pt x="1022532" y="437710"/>
                </a:lnTo>
                <a:lnTo>
                  <a:pt x="1024991" y="438803"/>
                </a:lnTo>
                <a:close/>
                <a:moveTo>
                  <a:pt x="999145" y="458146"/>
                </a:moveTo>
                <a:lnTo>
                  <a:pt x="1021810" y="473542"/>
                </a:lnTo>
                <a:lnTo>
                  <a:pt x="1022061" y="474393"/>
                </a:lnTo>
                <a:lnTo>
                  <a:pt x="1021349" y="475722"/>
                </a:lnTo>
                <a:lnTo>
                  <a:pt x="1016826" y="479411"/>
                </a:lnTo>
                <a:lnTo>
                  <a:pt x="997933" y="488296"/>
                </a:lnTo>
                <a:lnTo>
                  <a:pt x="993555" y="488912"/>
                </a:lnTo>
                <a:lnTo>
                  <a:pt x="990234" y="487929"/>
                </a:lnTo>
                <a:lnTo>
                  <a:pt x="975339" y="480035"/>
                </a:lnTo>
                <a:lnTo>
                  <a:pt x="972374" y="478110"/>
                </a:lnTo>
                <a:lnTo>
                  <a:pt x="969751" y="475626"/>
                </a:lnTo>
                <a:lnTo>
                  <a:pt x="969417" y="474410"/>
                </a:lnTo>
                <a:lnTo>
                  <a:pt x="970881" y="472763"/>
                </a:lnTo>
                <a:lnTo>
                  <a:pt x="991084" y="458543"/>
                </a:lnTo>
                <a:lnTo>
                  <a:pt x="995114" y="457039"/>
                </a:lnTo>
                <a:lnTo>
                  <a:pt x="999145" y="458146"/>
                </a:lnTo>
                <a:close/>
                <a:moveTo>
                  <a:pt x="1030073" y="480987"/>
                </a:moveTo>
                <a:lnTo>
                  <a:pt x="1030948" y="483744"/>
                </a:lnTo>
                <a:lnTo>
                  <a:pt x="1032572" y="495966"/>
                </a:lnTo>
                <a:lnTo>
                  <a:pt x="1034330" y="503884"/>
                </a:lnTo>
                <a:lnTo>
                  <a:pt x="1034019" y="507127"/>
                </a:lnTo>
                <a:lnTo>
                  <a:pt x="1032721" y="508936"/>
                </a:lnTo>
                <a:lnTo>
                  <a:pt x="1030849" y="508786"/>
                </a:lnTo>
                <a:lnTo>
                  <a:pt x="1027395" y="507291"/>
                </a:lnTo>
                <a:lnTo>
                  <a:pt x="1007638" y="497223"/>
                </a:lnTo>
                <a:lnTo>
                  <a:pt x="1005463" y="495596"/>
                </a:lnTo>
                <a:lnTo>
                  <a:pt x="1004918" y="492854"/>
                </a:lnTo>
                <a:lnTo>
                  <a:pt x="1005513" y="491412"/>
                </a:lnTo>
                <a:lnTo>
                  <a:pt x="1006393" y="490664"/>
                </a:lnTo>
                <a:lnTo>
                  <a:pt x="1011997" y="488512"/>
                </a:lnTo>
                <a:lnTo>
                  <a:pt x="1021336" y="483703"/>
                </a:lnTo>
                <a:lnTo>
                  <a:pt x="1026146" y="480641"/>
                </a:lnTo>
                <a:lnTo>
                  <a:pt x="1028460" y="480228"/>
                </a:lnTo>
                <a:lnTo>
                  <a:pt x="1030073" y="480987"/>
                </a:lnTo>
                <a:close/>
                <a:moveTo>
                  <a:pt x="966086" y="482626"/>
                </a:moveTo>
                <a:lnTo>
                  <a:pt x="980873" y="490852"/>
                </a:lnTo>
                <a:lnTo>
                  <a:pt x="982252" y="492306"/>
                </a:lnTo>
                <a:lnTo>
                  <a:pt x="982270" y="494014"/>
                </a:lnTo>
                <a:lnTo>
                  <a:pt x="981181" y="495754"/>
                </a:lnTo>
                <a:lnTo>
                  <a:pt x="979059" y="497170"/>
                </a:lnTo>
                <a:lnTo>
                  <a:pt x="972492" y="499605"/>
                </a:lnTo>
                <a:lnTo>
                  <a:pt x="960186" y="505860"/>
                </a:lnTo>
                <a:lnTo>
                  <a:pt x="957398" y="506157"/>
                </a:lnTo>
                <a:lnTo>
                  <a:pt x="956245" y="504874"/>
                </a:lnTo>
                <a:lnTo>
                  <a:pt x="956031" y="503336"/>
                </a:lnTo>
                <a:lnTo>
                  <a:pt x="957070" y="490358"/>
                </a:lnTo>
                <a:lnTo>
                  <a:pt x="958436" y="481479"/>
                </a:lnTo>
                <a:lnTo>
                  <a:pt x="959415" y="480827"/>
                </a:lnTo>
                <a:lnTo>
                  <a:pt x="961564" y="480700"/>
                </a:lnTo>
                <a:lnTo>
                  <a:pt x="966086" y="482626"/>
                </a:lnTo>
                <a:close/>
                <a:moveTo>
                  <a:pt x="998052" y="500276"/>
                </a:moveTo>
                <a:lnTo>
                  <a:pt x="1020854" y="512810"/>
                </a:lnTo>
                <a:lnTo>
                  <a:pt x="1022375" y="514155"/>
                </a:lnTo>
                <a:lnTo>
                  <a:pt x="1022897" y="516549"/>
                </a:lnTo>
                <a:lnTo>
                  <a:pt x="1022578" y="518050"/>
                </a:lnTo>
                <a:lnTo>
                  <a:pt x="1021343" y="519380"/>
                </a:lnTo>
                <a:lnTo>
                  <a:pt x="998297" y="536486"/>
                </a:lnTo>
                <a:lnTo>
                  <a:pt x="996165" y="537685"/>
                </a:lnTo>
                <a:lnTo>
                  <a:pt x="994118" y="537836"/>
                </a:lnTo>
                <a:lnTo>
                  <a:pt x="990274" y="535909"/>
                </a:lnTo>
                <a:lnTo>
                  <a:pt x="971321" y="521267"/>
                </a:lnTo>
                <a:lnTo>
                  <a:pt x="965703" y="516471"/>
                </a:lnTo>
                <a:lnTo>
                  <a:pt x="963980" y="513843"/>
                </a:lnTo>
                <a:lnTo>
                  <a:pt x="964392" y="512680"/>
                </a:lnTo>
                <a:lnTo>
                  <a:pt x="965937" y="511623"/>
                </a:lnTo>
                <a:lnTo>
                  <a:pt x="985541" y="501770"/>
                </a:lnTo>
                <a:lnTo>
                  <a:pt x="990157" y="498940"/>
                </a:lnTo>
                <a:lnTo>
                  <a:pt x="993973" y="498496"/>
                </a:lnTo>
                <a:lnTo>
                  <a:pt x="998052" y="500276"/>
                </a:lnTo>
                <a:close/>
                <a:moveTo>
                  <a:pt x="961714" y="523936"/>
                </a:moveTo>
                <a:lnTo>
                  <a:pt x="982946" y="539629"/>
                </a:lnTo>
                <a:lnTo>
                  <a:pt x="985464" y="541979"/>
                </a:lnTo>
                <a:lnTo>
                  <a:pt x="986304" y="543772"/>
                </a:lnTo>
                <a:lnTo>
                  <a:pt x="985240" y="545467"/>
                </a:lnTo>
                <a:lnTo>
                  <a:pt x="981680" y="548631"/>
                </a:lnTo>
                <a:lnTo>
                  <a:pt x="975601" y="552618"/>
                </a:lnTo>
                <a:lnTo>
                  <a:pt x="951103" y="570833"/>
                </a:lnTo>
                <a:lnTo>
                  <a:pt x="949391" y="571147"/>
                </a:lnTo>
                <a:lnTo>
                  <a:pt x="947893" y="570159"/>
                </a:lnTo>
                <a:lnTo>
                  <a:pt x="947706" y="566691"/>
                </a:lnTo>
                <a:lnTo>
                  <a:pt x="952959" y="523924"/>
                </a:lnTo>
                <a:lnTo>
                  <a:pt x="953920" y="521237"/>
                </a:lnTo>
                <a:lnTo>
                  <a:pt x="955522" y="520437"/>
                </a:lnTo>
                <a:lnTo>
                  <a:pt x="958030" y="521383"/>
                </a:lnTo>
                <a:lnTo>
                  <a:pt x="961714" y="523936"/>
                </a:lnTo>
                <a:close/>
                <a:moveTo>
                  <a:pt x="1035318" y="524537"/>
                </a:moveTo>
                <a:lnTo>
                  <a:pt x="1036319" y="529173"/>
                </a:lnTo>
                <a:lnTo>
                  <a:pt x="1038943" y="552122"/>
                </a:lnTo>
                <a:lnTo>
                  <a:pt x="1040099" y="567898"/>
                </a:lnTo>
                <a:lnTo>
                  <a:pt x="1039958" y="570457"/>
                </a:lnTo>
                <a:lnTo>
                  <a:pt x="1039136" y="571817"/>
                </a:lnTo>
                <a:lnTo>
                  <a:pt x="1038476" y="572041"/>
                </a:lnTo>
                <a:lnTo>
                  <a:pt x="1035525" y="570858"/>
                </a:lnTo>
                <a:lnTo>
                  <a:pt x="1009020" y="550108"/>
                </a:lnTo>
                <a:lnTo>
                  <a:pt x="1004778" y="546299"/>
                </a:lnTo>
                <a:lnTo>
                  <a:pt x="1003243" y="543990"/>
                </a:lnTo>
                <a:lnTo>
                  <a:pt x="1005203" y="541763"/>
                </a:lnTo>
                <a:lnTo>
                  <a:pt x="1011393" y="537019"/>
                </a:lnTo>
                <a:lnTo>
                  <a:pt x="1029926" y="524034"/>
                </a:lnTo>
                <a:lnTo>
                  <a:pt x="1033679" y="522570"/>
                </a:lnTo>
                <a:lnTo>
                  <a:pt x="1035318" y="524537"/>
                </a:lnTo>
                <a:close/>
                <a:moveTo>
                  <a:pt x="337146" y="168976"/>
                </a:moveTo>
                <a:lnTo>
                  <a:pt x="333464" y="170873"/>
                </a:lnTo>
                <a:lnTo>
                  <a:pt x="329640" y="174304"/>
                </a:lnTo>
                <a:lnTo>
                  <a:pt x="324380" y="176028"/>
                </a:lnTo>
                <a:lnTo>
                  <a:pt x="321012" y="178084"/>
                </a:lnTo>
                <a:lnTo>
                  <a:pt x="310636" y="191584"/>
                </a:lnTo>
                <a:lnTo>
                  <a:pt x="309485" y="193708"/>
                </a:lnTo>
                <a:lnTo>
                  <a:pt x="309307" y="195772"/>
                </a:lnTo>
                <a:lnTo>
                  <a:pt x="313405" y="209912"/>
                </a:lnTo>
                <a:lnTo>
                  <a:pt x="313337" y="212233"/>
                </a:lnTo>
                <a:lnTo>
                  <a:pt x="304682" y="222711"/>
                </a:lnTo>
                <a:lnTo>
                  <a:pt x="299809" y="232240"/>
                </a:lnTo>
                <a:lnTo>
                  <a:pt x="298286" y="233311"/>
                </a:lnTo>
                <a:lnTo>
                  <a:pt x="294104" y="233549"/>
                </a:lnTo>
                <a:lnTo>
                  <a:pt x="290460" y="235671"/>
                </a:lnTo>
                <a:lnTo>
                  <a:pt x="284532" y="242341"/>
                </a:lnTo>
                <a:lnTo>
                  <a:pt x="282683" y="246751"/>
                </a:lnTo>
                <a:lnTo>
                  <a:pt x="282611" y="248902"/>
                </a:lnTo>
                <a:lnTo>
                  <a:pt x="284014" y="252675"/>
                </a:lnTo>
                <a:lnTo>
                  <a:pt x="290582" y="263936"/>
                </a:lnTo>
                <a:lnTo>
                  <a:pt x="290083" y="265118"/>
                </a:lnTo>
                <a:lnTo>
                  <a:pt x="286587" y="267976"/>
                </a:lnTo>
                <a:lnTo>
                  <a:pt x="285147" y="270236"/>
                </a:lnTo>
                <a:lnTo>
                  <a:pt x="284931" y="272748"/>
                </a:lnTo>
                <a:lnTo>
                  <a:pt x="286226" y="278160"/>
                </a:lnTo>
                <a:lnTo>
                  <a:pt x="284125" y="284672"/>
                </a:lnTo>
                <a:lnTo>
                  <a:pt x="284042" y="288470"/>
                </a:lnTo>
                <a:lnTo>
                  <a:pt x="288241" y="296252"/>
                </a:lnTo>
                <a:lnTo>
                  <a:pt x="292881" y="302919"/>
                </a:lnTo>
                <a:lnTo>
                  <a:pt x="293738" y="305706"/>
                </a:lnTo>
                <a:lnTo>
                  <a:pt x="294341" y="312386"/>
                </a:lnTo>
                <a:lnTo>
                  <a:pt x="297059" y="319039"/>
                </a:lnTo>
                <a:lnTo>
                  <a:pt x="297999" y="323957"/>
                </a:lnTo>
                <a:lnTo>
                  <a:pt x="299067" y="325699"/>
                </a:lnTo>
                <a:lnTo>
                  <a:pt x="300383" y="326290"/>
                </a:lnTo>
                <a:lnTo>
                  <a:pt x="304811" y="326531"/>
                </a:lnTo>
                <a:lnTo>
                  <a:pt x="308268" y="325535"/>
                </a:lnTo>
                <a:lnTo>
                  <a:pt x="309717" y="323664"/>
                </a:lnTo>
                <a:lnTo>
                  <a:pt x="310564" y="319681"/>
                </a:lnTo>
                <a:lnTo>
                  <a:pt x="309565" y="314548"/>
                </a:lnTo>
                <a:lnTo>
                  <a:pt x="306130" y="308275"/>
                </a:lnTo>
                <a:lnTo>
                  <a:pt x="304745" y="300954"/>
                </a:lnTo>
                <a:lnTo>
                  <a:pt x="302735" y="295331"/>
                </a:lnTo>
                <a:lnTo>
                  <a:pt x="300106" y="290343"/>
                </a:lnTo>
                <a:lnTo>
                  <a:pt x="296711" y="285967"/>
                </a:lnTo>
                <a:lnTo>
                  <a:pt x="297749" y="275585"/>
                </a:lnTo>
                <a:lnTo>
                  <a:pt x="303745" y="266044"/>
                </a:lnTo>
                <a:lnTo>
                  <a:pt x="305925" y="260278"/>
                </a:lnTo>
                <a:lnTo>
                  <a:pt x="305936" y="255677"/>
                </a:lnTo>
                <a:lnTo>
                  <a:pt x="303213" y="251214"/>
                </a:lnTo>
                <a:lnTo>
                  <a:pt x="310228" y="247718"/>
                </a:lnTo>
                <a:lnTo>
                  <a:pt x="313702" y="244492"/>
                </a:lnTo>
                <a:lnTo>
                  <a:pt x="314071" y="241485"/>
                </a:lnTo>
                <a:lnTo>
                  <a:pt x="311847" y="235367"/>
                </a:lnTo>
                <a:lnTo>
                  <a:pt x="314556" y="229072"/>
                </a:lnTo>
                <a:lnTo>
                  <a:pt x="322096" y="220426"/>
                </a:lnTo>
                <a:lnTo>
                  <a:pt x="324784" y="215376"/>
                </a:lnTo>
                <a:lnTo>
                  <a:pt x="325284" y="212850"/>
                </a:lnTo>
                <a:lnTo>
                  <a:pt x="325190" y="209218"/>
                </a:lnTo>
                <a:lnTo>
                  <a:pt x="323428" y="203785"/>
                </a:lnTo>
                <a:lnTo>
                  <a:pt x="322831" y="199276"/>
                </a:lnTo>
                <a:lnTo>
                  <a:pt x="323049" y="196352"/>
                </a:lnTo>
                <a:lnTo>
                  <a:pt x="323773" y="194406"/>
                </a:lnTo>
                <a:lnTo>
                  <a:pt x="325760" y="191264"/>
                </a:lnTo>
                <a:lnTo>
                  <a:pt x="328175" y="188697"/>
                </a:lnTo>
                <a:lnTo>
                  <a:pt x="334503" y="185560"/>
                </a:lnTo>
                <a:lnTo>
                  <a:pt x="338075" y="182856"/>
                </a:lnTo>
                <a:lnTo>
                  <a:pt x="342275" y="178332"/>
                </a:lnTo>
                <a:lnTo>
                  <a:pt x="344351" y="174932"/>
                </a:lnTo>
                <a:lnTo>
                  <a:pt x="344772" y="172883"/>
                </a:lnTo>
                <a:lnTo>
                  <a:pt x="344578" y="170725"/>
                </a:lnTo>
                <a:lnTo>
                  <a:pt x="343245" y="167977"/>
                </a:lnTo>
                <a:lnTo>
                  <a:pt x="341051" y="167767"/>
                </a:lnTo>
                <a:lnTo>
                  <a:pt x="337146" y="168976"/>
                </a:lnTo>
                <a:close/>
                <a:moveTo>
                  <a:pt x="813195" y="323288"/>
                </a:moveTo>
                <a:lnTo>
                  <a:pt x="811610" y="324708"/>
                </a:lnTo>
                <a:lnTo>
                  <a:pt x="812306" y="327726"/>
                </a:lnTo>
                <a:lnTo>
                  <a:pt x="815074" y="331718"/>
                </a:lnTo>
                <a:lnTo>
                  <a:pt x="817328" y="332372"/>
                </a:lnTo>
                <a:lnTo>
                  <a:pt x="824414" y="332478"/>
                </a:lnTo>
                <a:lnTo>
                  <a:pt x="828431" y="331751"/>
                </a:lnTo>
                <a:lnTo>
                  <a:pt x="832302" y="328446"/>
                </a:lnTo>
                <a:lnTo>
                  <a:pt x="833850" y="325637"/>
                </a:lnTo>
                <a:lnTo>
                  <a:pt x="833332" y="324146"/>
                </a:lnTo>
                <a:lnTo>
                  <a:pt x="830988" y="322926"/>
                </a:lnTo>
                <a:lnTo>
                  <a:pt x="827714" y="323107"/>
                </a:lnTo>
                <a:lnTo>
                  <a:pt x="822696" y="325378"/>
                </a:lnTo>
                <a:lnTo>
                  <a:pt x="816154" y="322961"/>
                </a:lnTo>
                <a:lnTo>
                  <a:pt x="813195" y="323288"/>
                </a:lnTo>
                <a:close/>
                <a:moveTo>
                  <a:pt x="11584" y="334708"/>
                </a:moveTo>
                <a:lnTo>
                  <a:pt x="7860" y="335189"/>
                </a:lnTo>
                <a:lnTo>
                  <a:pt x="5630" y="336614"/>
                </a:lnTo>
                <a:lnTo>
                  <a:pt x="4966" y="338041"/>
                </a:lnTo>
                <a:lnTo>
                  <a:pt x="4315" y="343047"/>
                </a:lnTo>
                <a:lnTo>
                  <a:pt x="4645" y="373505"/>
                </a:lnTo>
                <a:lnTo>
                  <a:pt x="7116" y="375465"/>
                </a:lnTo>
                <a:lnTo>
                  <a:pt x="9884" y="375977"/>
                </a:lnTo>
                <a:lnTo>
                  <a:pt x="12813" y="375693"/>
                </a:lnTo>
                <a:lnTo>
                  <a:pt x="15846" y="374106"/>
                </a:lnTo>
                <a:lnTo>
                  <a:pt x="15846" y="346893"/>
                </a:lnTo>
                <a:lnTo>
                  <a:pt x="17923" y="344325"/>
                </a:lnTo>
                <a:lnTo>
                  <a:pt x="27661" y="343808"/>
                </a:lnTo>
                <a:lnTo>
                  <a:pt x="30199" y="343283"/>
                </a:lnTo>
                <a:lnTo>
                  <a:pt x="32037" y="341746"/>
                </a:lnTo>
                <a:lnTo>
                  <a:pt x="33111" y="339419"/>
                </a:lnTo>
                <a:lnTo>
                  <a:pt x="32563" y="337257"/>
                </a:lnTo>
                <a:lnTo>
                  <a:pt x="29640" y="335182"/>
                </a:lnTo>
                <a:lnTo>
                  <a:pt x="21006" y="334395"/>
                </a:lnTo>
                <a:lnTo>
                  <a:pt x="11584" y="334708"/>
                </a:lnTo>
                <a:close/>
                <a:moveTo>
                  <a:pt x="58632" y="334817"/>
                </a:moveTo>
                <a:lnTo>
                  <a:pt x="57054" y="335997"/>
                </a:lnTo>
                <a:lnTo>
                  <a:pt x="55517" y="338205"/>
                </a:lnTo>
                <a:lnTo>
                  <a:pt x="55736" y="373832"/>
                </a:lnTo>
                <a:lnTo>
                  <a:pt x="58283" y="375782"/>
                </a:lnTo>
                <a:lnTo>
                  <a:pt x="61229" y="376242"/>
                </a:lnTo>
                <a:lnTo>
                  <a:pt x="66391" y="374379"/>
                </a:lnTo>
                <a:lnTo>
                  <a:pt x="66938" y="364106"/>
                </a:lnTo>
                <a:lnTo>
                  <a:pt x="69889" y="362422"/>
                </a:lnTo>
                <a:lnTo>
                  <a:pt x="76457" y="361126"/>
                </a:lnTo>
                <a:lnTo>
                  <a:pt x="80503" y="359769"/>
                </a:lnTo>
                <a:lnTo>
                  <a:pt x="85352" y="356784"/>
                </a:lnTo>
                <a:lnTo>
                  <a:pt x="87327" y="353176"/>
                </a:lnTo>
                <a:lnTo>
                  <a:pt x="87820" y="351011"/>
                </a:lnTo>
                <a:lnTo>
                  <a:pt x="87873" y="346395"/>
                </a:lnTo>
                <a:lnTo>
                  <a:pt x="86751" y="341982"/>
                </a:lnTo>
                <a:lnTo>
                  <a:pt x="85777" y="340071"/>
                </a:lnTo>
                <a:lnTo>
                  <a:pt x="84542" y="338473"/>
                </a:lnTo>
                <a:lnTo>
                  <a:pt x="81550" y="336623"/>
                </a:lnTo>
                <a:lnTo>
                  <a:pt x="76838" y="335478"/>
                </a:lnTo>
                <a:lnTo>
                  <a:pt x="67828" y="334400"/>
                </a:lnTo>
                <a:lnTo>
                  <a:pt x="62316" y="334292"/>
                </a:lnTo>
                <a:lnTo>
                  <a:pt x="58632" y="334817"/>
                </a:lnTo>
                <a:close/>
                <a:moveTo>
                  <a:pt x="74861" y="344598"/>
                </a:moveTo>
                <a:lnTo>
                  <a:pt x="76941" y="346175"/>
                </a:lnTo>
                <a:lnTo>
                  <a:pt x="77406" y="347543"/>
                </a:lnTo>
                <a:lnTo>
                  <a:pt x="76992" y="349188"/>
                </a:lnTo>
                <a:lnTo>
                  <a:pt x="75036" y="351543"/>
                </a:lnTo>
                <a:lnTo>
                  <a:pt x="73749" y="352233"/>
                </a:lnTo>
                <a:lnTo>
                  <a:pt x="70967" y="352665"/>
                </a:lnTo>
                <a:lnTo>
                  <a:pt x="68461" y="351871"/>
                </a:lnTo>
                <a:lnTo>
                  <a:pt x="67518" y="351028"/>
                </a:lnTo>
                <a:lnTo>
                  <a:pt x="66891" y="349895"/>
                </a:lnTo>
                <a:lnTo>
                  <a:pt x="66774" y="347247"/>
                </a:lnTo>
                <a:lnTo>
                  <a:pt x="68275" y="344579"/>
                </a:lnTo>
                <a:lnTo>
                  <a:pt x="71138" y="343622"/>
                </a:lnTo>
                <a:lnTo>
                  <a:pt x="74861" y="344598"/>
                </a:lnTo>
                <a:close/>
                <a:moveTo>
                  <a:pt x="111471" y="334544"/>
                </a:moveTo>
                <a:lnTo>
                  <a:pt x="109753" y="336066"/>
                </a:lnTo>
                <a:lnTo>
                  <a:pt x="109334" y="337591"/>
                </a:lnTo>
                <a:lnTo>
                  <a:pt x="109511" y="339364"/>
                </a:lnTo>
                <a:lnTo>
                  <a:pt x="118314" y="356965"/>
                </a:lnTo>
                <a:lnTo>
                  <a:pt x="121307" y="364325"/>
                </a:lnTo>
                <a:lnTo>
                  <a:pt x="120863" y="365840"/>
                </a:lnTo>
                <a:lnTo>
                  <a:pt x="119643" y="366949"/>
                </a:lnTo>
                <a:lnTo>
                  <a:pt x="115678" y="367743"/>
                </a:lnTo>
                <a:lnTo>
                  <a:pt x="114122" y="368744"/>
                </a:lnTo>
                <a:lnTo>
                  <a:pt x="113274" y="370556"/>
                </a:lnTo>
                <a:lnTo>
                  <a:pt x="113213" y="373478"/>
                </a:lnTo>
                <a:lnTo>
                  <a:pt x="114017" y="375486"/>
                </a:lnTo>
                <a:lnTo>
                  <a:pt x="115583" y="376728"/>
                </a:lnTo>
                <a:lnTo>
                  <a:pt x="117871" y="377184"/>
                </a:lnTo>
                <a:lnTo>
                  <a:pt x="120839" y="376832"/>
                </a:lnTo>
                <a:lnTo>
                  <a:pt x="125936" y="374750"/>
                </a:lnTo>
                <a:lnTo>
                  <a:pt x="128587" y="372490"/>
                </a:lnTo>
                <a:lnTo>
                  <a:pt x="129964" y="370593"/>
                </a:lnTo>
                <a:lnTo>
                  <a:pt x="142768" y="341944"/>
                </a:lnTo>
                <a:lnTo>
                  <a:pt x="143583" y="339191"/>
                </a:lnTo>
                <a:lnTo>
                  <a:pt x="143513" y="336907"/>
                </a:lnTo>
                <a:lnTo>
                  <a:pt x="142596" y="335240"/>
                </a:lnTo>
                <a:lnTo>
                  <a:pt x="140873" y="334336"/>
                </a:lnTo>
                <a:lnTo>
                  <a:pt x="138742" y="334309"/>
                </a:lnTo>
                <a:lnTo>
                  <a:pt x="136896" y="335066"/>
                </a:lnTo>
                <a:lnTo>
                  <a:pt x="135173" y="336621"/>
                </a:lnTo>
                <a:lnTo>
                  <a:pt x="133541" y="339014"/>
                </a:lnTo>
                <a:lnTo>
                  <a:pt x="129832" y="347388"/>
                </a:lnTo>
                <a:lnTo>
                  <a:pt x="128548" y="348767"/>
                </a:lnTo>
                <a:lnTo>
                  <a:pt x="127871" y="348785"/>
                </a:lnTo>
                <a:lnTo>
                  <a:pt x="125394" y="346066"/>
                </a:lnTo>
                <a:lnTo>
                  <a:pt x="119851" y="336610"/>
                </a:lnTo>
                <a:lnTo>
                  <a:pt x="116338" y="334946"/>
                </a:lnTo>
                <a:lnTo>
                  <a:pt x="111471" y="334544"/>
                </a:lnTo>
                <a:close/>
                <a:moveTo>
                  <a:pt x="173928" y="334763"/>
                </a:moveTo>
                <a:lnTo>
                  <a:pt x="169553" y="335432"/>
                </a:lnTo>
                <a:lnTo>
                  <a:pt x="166661" y="337659"/>
                </a:lnTo>
                <a:lnTo>
                  <a:pt x="166717" y="364117"/>
                </a:lnTo>
                <a:lnTo>
                  <a:pt x="167207" y="374106"/>
                </a:lnTo>
                <a:lnTo>
                  <a:pt x="169551" y="375723"/>
                </a:lnTo>
                <a:lnTo>
                  <a:pt x="173211" y="376246"/>
                </a:lnTo>
                <a:lnTo>
                  <a:pt x="176523" y="375523"/>
                </a:lnTo>
                <a:lnTo>
                  <a:pt x="178573" y="373723"/>
                </a:lnTo>
                <a:lnTo>
                  <a:pt x="178464" y="346128"/>
                </a:lnTo>
                <a:lnTo>
                  <a:pt x="180519" y="344602"/>
                </a:lnTo>
                <a:lnTo>
                  <a:pt x="183642" y="344094"/>
                </a:lnTo>
                <a:lnTo>
                  <a:pt x="186823" y="344844"/>
                </a:lnTo>
                <a:lnTo>
                  <a:pt x="188322" y="345928"/>
                </a:lnTo>
                <a:lnTo>
                  <a:pt x="188799" y="346951"/>
                </a:lnTo>
                <a:lnTo>
                  <a:pt x="188846" y="373723"/>
                </a:lnTo>
                <a:lnTo>
                  <a:pt x="190947" y="375251"/>
                </a:lnTo>
                <a:lnTo>
                  <a:pt x="194331" y="376143"/>
                </a:lnTo>
                <a:lnTo>
                  <a:pt x="197839" y="375938"/>
                </a:lnTo>
                <a:lnTo>
                  <a:pt x="199517" y="375199"/>
                </a:lnTo>
                <a:lnTo>
                  <a:pt x="200088" y="374264"/>
                </a:lnTo>
                <a:lnTo>
                  <a:pt x="200389" y="368921"/>
                </a:lnTo>
                <a:lnTo>
                  <a:pt x="200539" y="337112"/>
                </a:lnTo>
                <a:lnTo>
                  <a:pt x="198080" y="334872"/>
                </a:lnTo>
                <a:lnTo>
                  <a:pt x="173928" y="334763"/>
                </a:lnTo>
                <a:close/>
                <a:moveTo>
                  <a:pt x="231522" y="334708"/>
                </a:moveTo>
                <a:lnTo>
                  <a:pt x="229042" y="335737"/>
                </a:lnTo>
                <a:lnTo>
                  <a:pt x="227150" y="337440"/>
                </a:lnTo>
                <a:lnTo>
                  <a:pt x="227205" y="373614"/>
                </a:lnTo>
                <a:lnTo>
                  <a:pt x="228909" y="375258"/>
                </a:lnTo>
                <a:lnTo>
                  <a:pt x="232469" y="376117"/>
                </a:lnTo>
                <a:lnTo>
                  <a:pt x="236347" y="375637"/>
                </a:lnTo>
                <a:lnTo>
                  <a:pt x="238571" y="373942"/>
                </a:lnTo>
                <a:lnTo>
                  <a:pt x="239062" y="346128"/>
                </a:lnTo>
                <a:lnTo>
                  <a:pt x="241364" y="344460"/>
                </a:lnTo>
                <a:lnTo>
                  <a:pt x="244793" y="343936"/>
                </a:lnTo>
                <a:lnTo>
                  <a:pt x="247850" y="345153"/>
                </a:lnTo>
                <a:lnTo>
                  <a:pt x="249171" y="347713"/>
                </a:lnTo>
                <a:lnTo>
                  <a:pt x="249117" y="373505"/>
                </a:lnTo>
                <a:lnTo>
                  <a:pt x="250857" y="375079"/>
                </a:lnTo>
                <a:lnTo>
                  <a:pt x="253934" y="376020"/>
                </a:lnTo>
                <a:lnTo>
                  <a:pt x="257488" y="375929"/>
                </a:lnTo>
                <a:lnTo>
                  <a:pt x="260264" y="374761"/>
                </a:lnTo>
                <a:lnTo>
                  <a:pt x="261193" y="373942"/>
                </a:lnTo>
                <a:lnTo>
                  <a:pt x="261160" y="346042"/>
                </a:lnTo>
                <a:lnTo>
                  <a:pt x="260742" y="338137"/>
                </a:lnTo>
                <a:lnTo>
                  <a:pt x="259988" y="336002"/>
                </a:lnTo>
                <a:lnTo>
                  <a:pt x="258670" y="335250"/>
                </a:lnTo>
                <a:lnTo>
                  <a:pt x="253984" y="334820"/>
                </a:lnTo>
                <a:lnTo>
                  <a:pt x="231522" y="334708"/>
                </a:lnTo>
                <a:close/>
                <a:moveTo>
                  <a:pt x="298241" y="335091"/>
                </a:moveTo>
                <a:lnTo>
                  <a:pt x="295815" y="337618"/>
                </a:lnTo>
                <a:lnTo>
                  <a:pt x="293651" y="342433"/>
                </a:lnTo>
                <a:lnTo>
                  <a:pt x="287118" y="363988"/>
                </a:lnTo>
                <a:lnTo>
                  <a:pt x="284422" y="371022"/>
                </a:lnTo>
                <a:lnTo>
                  <a:pt x="284512" y="374358"/>
                </a:lnTo>
                <a:lnTo>
                  <a:pt x="286637" y="376057"/>
                </a:lnTo>
                <a:lnTo>
                  <a:pt x="291120" y="375647"/>
                </a:lnTo>
                <a:lnTo>
                  <a:pt x="292936" y="374135"/>
                </a:lnTo>
                <a:lnTo>
                  <a:pt x="295349" y="370017"/>
                </a:lnTo>
                <a:lnTo>
                  <a:pt x="297127" y="368122"/>
                </a:lnTo>
                <a:lnTo>
                  <a:pt x="299216" y="367172"/>
                </a:lnTo>
                <a:lnTo>
                  <a:pt x="301838" y="367030"/>
                </a:lnTo>
                <a:lnTo>
                  <a:pt x="304171" y="367513"/>
                </a:lnTo>
                <a:lnTo>
                  <a:pt x="305372" y="368253"/>
                </a:lnTo>
                <a:lnTo>
                  <a:pt x="310371" y="375330"/>
                </a:lnTo>
                <a:lnTo>
                  <a:pt x="313301" y="376212"/>
                </a:lnTo>
                <a:lnTo>
                  <a:pt x="317548" y="375532"/>
                </a:lnTo>
                <a:lnTo>
                  <a:pt x="319715" y="373122"/>
                </a:lnTo>
                <a:lnTo>
                  <a:pt x="318841" y="369406"/>
                </a:lnTo>
                <a:lnTo>
                  <a:pt x="308685" y="338237"/>
                </a:lnTo>
                <a:lnTo>
                  <a:pt x="306728" y="336040"/>
                </a:lnTo>
                <a:lnTo>
                  <a:pt x="303702" y="334671"/>
                </a:lnTo>
                <a:lnTo>
                  <a:pt x="300808" y="334330"/>
                </a:lnTo>
                <a:lnTo>
                  <a:pt x="298241" y="335091"/>
                </a:lnTo>
                <a:close/>
                <a:moveTo>
                  <a:pt x="302612" y="354380"/>
                </a:moveTo>
                <a:lnTo>
                  <a:pt x="303314" y="355332"/>
                </a:lnTo>
                <a:lnTo>
                  <a:pt x="302583" y="356526"/>
                </a:lnTo>
                <a:lnTo>
                  <a:pt x="300331" y="356859"/>
                </a:lnTo>
                <a:lnTo>
                  <a:pt x="299127" y="356257"/>
                </a:lnTo>
                <a:lnTo>
                  <a:pt x="299100" y="354948"/>
                </a:lnTo>
                <a:lnTo>
                  <a:pt x="299990" y="354106"/>
                </a:lnTo>
                <a:lnTo>
                  <a:pt x="301221" y="353894"/>
                </a:lnTo>
                <a:lnTo>
                  <a:pt x="302612" y="354380"/>
                </a:lnTo>
                <a:close/>
                <a:moveTo>
                  <a:pt x="380915" y="334927"/>
                </a:moveTo>
                <a:lnTo>
                  <a:pt x="379143" y="336598"/>
                </a:lnTo>
                <a:lnTo>
                  <a:pt x="378362" y="340801"/>
                </a:lnTo>
                <a:lnTo>
                  <a:pt x="378129" y="372958"/>
                </a:lnTo>
                <a:lnTo>
                  <a:pt x="380006" y="375075"/>
                </a:lnTo>
                <a:lnTo>
                  <a:pt x="381352" y="375787"/>
                </a:lnTo>
                <a:lnTo>
                  <a:pt x="384594" y="375937"/>
                </a:lnTo>
                <a:lnTo>
                  <a:pt x="386917" y="375279"/>
                </a:lnTo>
                <a:lnTo>
                  <a:pt x="388149" y="373564"/>
                </a:lnTo>
                <a:lnTo>
                  <a:pt x="388751" y="367508"/>
                </a:lnTo>
                <a:lnTo>
                  <a:pt x="389490" y="365250"/>
                </a:lnTo>
                <a:lnTo>
                  <a:pt x="390755" y="363772"/>
                </a:lnTo>
                <a:lnTo>
                  <a:pt x="393700" y="362706"/>
                </a:lnTo>
                <a:lnTo>
                  <a:pt x="394972" y="362999"/>
                </a:lnTo>
                <a:lnTo>
                  <a:pt x="396047" y="363962"/>
                </a:lnTo>
                <a:lnTo>
                  <a:pt x="399719" y="371125"/>
                </a:lnTo>
                <a:lnTo>
                  <a:pt x="403251" y="375459"/>
                </a:lnTo>
                <a:lnTo>
                  <a:pt x="406769" y="376307"/>
                </a:lnTo>
                <a:lnTo>
                  <a:pt x="412675" y="375338"/>
                </a:lnTo>
                <a:lnTo>
                  <a:pt x="413435" y="374276"/>
                </a:lnTo>
                <a:lnTo>
                  <a:pt x="412535" y="371126"/>
                </a:lnTo>
                <a:lnTo>
                  <a:pt x="402855" y="353348"/>
                </a:lnTo>
                <a:lnTo>
                  <a:pt x="402328" y="351361"/>
                </a:lnTo>
                <a:lnTo>
                  <a:pt x="402697" y="349154"/>
                </a:lnTo>
                <a:lnTo>
                  <a:pt x="404044" y="346522"/>
                </a:lnTo>
                <a:lnTo>
                  <a:pt x="409359" y="339280"/>
                </a:lnTo>
                <a:lnTo>
                  <a:pt x="409772" y="337356"/>
                </a:lnTo>
                <a:lnTo>
                  <a:pt x="409355" y="335741"/>
                </a:lnTo>
                <a:lnTo>
                  <a:pt x="408155" y="334630"/>
                </a:lnTo>
                <a:lnTo>
                  <a:pt x="406215" y="334216"/>
                </a:lnTo>
                <a:lnTo>
                  <a:pt x="403778" y="334871"/>
                </a:lnTo>
                <a:lnTo>
                  <a:pt x="400884" y="336447"/>
                </a:lnTo>
                <a:lnTo>
                  <a:pt x="398551" y="338359"/>
                </a:lnTo>
                <a:lnTo>
                  <a:pt x="393531" y="345213"/>
                </a:lnTo>
                <a:lnTo>
                  <a:pt x="390423" y="348423"/>
                </a:lnTo>
                <a:lnTo>
                  <a:pt x="389432" y="347876"/>
                </a:lnTo>
                <a:lnTo>
                  <a:pt x="388806" y="346169"/>
                </a:lnTo>
                <a:lnTo>
                  <a:pt x="388387" y="338600"/>
                </a:lnTo>
                <a:lnTo>
                  <a:pt x="387595" y="336481"/>
                </a:lnTo>
                <a:lnTo>
                  <a:pt x="386235" y="335254"/>
                </a:lnTo>
                <a:lnTo>
                  <a:pt x="384235" y="334503"/>
                </a:lnTo>
                <a:lnTo>
                  <a:pt x="380915" y="334927"/>
                </a:lnTo>
                <a:close/>
                <a:moveTo>
                  <a:pt x="448727" y="335036"/>
                </a:moveTo>
                <a:lnTo>
                  <a:pt x="444994" y="336430"/>
                </a:lnTo>
                <a:lnTo>
                  <a:pt x="441887" y="338356"/>
                </a:lnTo>
                <a:lnTo>
                  <a:pt x="438281" y="342375"/>
                </a:lnTo>
                <a:lnTo>
                  <a:pt x="436501" y="345896"/>
                </a:lnTo>
                <a:lnTo>
                  <a:pt x="434982" y="350777"/>
                </a:lnTo>
                <a:lnTo>
                  <a:pt x="434626" y="356859"/>
                </a:lnTo>
                <a:lnTo>
                  <a:pt x="437110" y="366937"/>
                </a:lnTo>
                <a:lnTo>
                  <a:pt x="438564" y="369625"/>
                </a:lnTo>
                <a:lnTo>
                  <a:pt x="440804" y="372193"/>
                </a:lnTo>
                <a:lnTo>
                  <a:pt x="443228" y="374325"/>
                </a:lnTo>
                <a:lnTo>
                  <a:pt x="446009" y="375606"/>
                </a:lnTo>
                <a:lnTo>
                  <a:pt x="451654" y="377107"/>
                </a:lnTo>
                <a:lnTo>
                  <a:pt x="454779" y="377118"/>
                </a:lnTo>
                <a:lnTo>
                  <a:pt x="460913" y="375690"/>
                </a:lnTo>
                <a:lnTo>
                  <a:pt x="462771" y="374816"/>
                </a:lnTo>
                <a:lnTo>
                  <a:pt x="466865" y="371138"/>
                </a:lnTo>
                <a:lnTo>
                  <a:pt x="469554" y="367424"/>
                </a:lnTo>
                <a:lnTo>
                  <a:pt x="471841" y="362904"/>
                </a:lnTo>
                <a:lnTo>
                  <a:pt x="471618" y="349487"/>
                </a:lnTo>
                <a:lnTo>
                  <a:pt x="469975" y="344250"/>
                </a:lnTo>
                <a:lnTo>
                  <a:pt x="466428" y="339442"/>
                </a:lnTo>
                <a:lnTo>
                  <a:pt x="463834" y="337080"/>
                </a:lnTo>
                <a:lnTo>
                  <a:pt x="459711" y="335474"/>
                </a:lnTo>
                <a:lnTo>
                  <a:pt x="455770" y="334635"/>
                </a:lnTo>
                <a:lnTo>
                  <a:pt x="452093" y="334492"/>
                </a:lnTo>
                <a:lnTo>
                  <a:pt x="448727" y="335036"/>
                </a:lnTo>
                <a:close/>
                <a:moveTo>
                  <a:pt x="456978" y="345145"/>
                </a:moveTo>
                <a:lnTo>
                  <a:pt x="458740" y="347336"/>
                </a:lnTo>
                <a:lnTo>
                  <a:pt x="459925" y="350463"/>
                </a:lnTo>
                <a:lnTo>
                  <a:pt x="460505" y="356147"/>
                </a:lnTo>
                <a:lnTo>
                  <a:pt x="460017" y="360089"/>
                </a:lnTo>
                <a:lnTo>
                  <a:pt x="458626" y="364086"/>
                </a:lnTo>
                <a:lnTo>
                  <a:pt x="457087" y="366258"/>
                </a:lnTo>
                <a:lnTo>
                  <a:pt x="455136" y="367352"/>
                </a:lnTo>
                <a:lnTo>
                  <a:pt x="451990" y="367363"/>
                </a:lnTo>
                <a:lnTo>
                  <a:pt x="450045" y="366305"/>
                </a:lnTo>
                <a:lnTo>
                  <a:pt x="448902" y="365005"/>
                </a:lnTo>
                <a:lnTo>
                  <a:pt x="446597" y="360489"/>
                </a:lnTo>
                <a:lnTo>
                  <a:pt x="445922" y="357372"/>
                </a:lnTo>
                <a:lnTo>
                  <a:pt x="446376" y="352589"/>
                </a:lnTo>
                <a:lnTo>
                  <a:pt x="448025" y="347950"/>
                </a:lnTo>
                <a:lnTo>
                  <a:pt x="450366" y="344926"/>
                </a:lnTo>
                <a:lnTo>
                  <a:pt x="453672" y="344093"/>
                </a:lnTo>
                <a:lnTo>
                  <a:pt x="456978" y="345145"/>
                </a:lnTo>
                <a:close/>
                <a:moveTo>
                  <a:pt x="500091" y="334763"/>
                </a:moveTo>
                <a:lnTo>
                  <a:pt x="498465" y="336355"/>
                </a:lnTo>
                <a:lnTo>
                  <a:pt x="497699" y="341010"/>
                </a:lnTo>
                <a:lnTo>
                  <a:pt x="497523" y="374215"/>
                </a:lnTo>
                <a:lnTo>
                  <a:pt x="499943" y="375883"/>
                </a:lnTo>
                <a:lnTo>
                  <a:pt x="501895" y="376237"/>
                </a:lnTo>
                <a:lnTo>
                  <a:pt x="503846" y="375883"/>
                </a:lnTo>
                <a:lnTo>
                  <a:pt x="506266" y="374215"/>
                </a:lnTo>
                <a:lnTo>
                  <a:pt x="507085" y="360948"/>
                </a:lnTo>
                <a:lnTo>
                  <a:pt x="507304" y="359735"/>
                </a:lnTo>
                <a:lnTo>
                  <a:pt x="508295" y="358786"/>
                </a:lnTo>
                <a:lnTo>
                  <a:pt x="509768" y="360781"/>
                </a:lnTo>
                <a:lnTo>
                  <a:pt x="513176" y="371395"/>
                </a:lnTo>
                <a:lnTo>
                  <a:pt x="514852" y="374147"/>
                </a:lnTo>
                <a:lnTo>
                  <a:pt x="516797" y="375626"/>
                </a:lnTo>
                <a:lnTo>
                  <a:pt x="520419" y="375690"/>
                </a:lnTo>
                <a:lnTo>
                  <a:pt x="522610" y="374321"/>
                </a:lnTo>
                <a:lnTo>
                  <a:pt x="523615" y="372217"/>
                </a:lnTo>
                <a:lnTo>
                  <a:pt x="525425" y="365006"/>
                </a:lnTo>
                <a:lnTo>
                  <a:pt x="526822" y="363047"/>
                </a:lnTo>
                <a:lnTo>
                  <a:pt x="528506" y="362193"/>
                </a:lnTo>
                <a:lnTo>
                  <a:pt x="529760" y="362482"/>
                </a:lnTo>
                <a:lnTo>
                  <a:pt x="530213" y="363348"/>
                </a:lnTo>
                <a:lnTo>
                  <a:pt x="529872" y="373067"/>
                </a:lnTo>
                <a:lnTo>
                  <a:pt x="531129" y="374379"/>
                </a:lnTo>
                <a:lnTo>
                  <a:pt x="533048" y="375657"/>
                </a:lnTo>
                <a:lnTo>
                  <a:pt x="535390" y="376168"/>
                </a:lnTo>
                <a:lnTo>
                  <a:pt x="538811" y="375575"/>
                </a:lnTo>
                <a:lnTo>
                  <a:pt x="540441" y="374321"/>
                </a:lnTo>
                <a:lnTo>
                  <a:pt x="541019" y="372955"/>
                </a:lnTo>
                <a:lnTo>
                  <a:pt x="541286" y="369556"/>
                </a:lnTo>
                <a:lnTo>
                  <a:pt x="541510" y="349579"/>
                </a:lnTo>
                <a:lnTo>
                  <a:pt x="541158" y="339176"/>
                </a:lnTo>
                <a:lnTo>
                  <a:pt x="540201" y="336122"/>
                </a:lnTo>
                <a:lnTo>
                  <a:pt x="538265" y="334905"/>
                </a:lnTo>
                <a:lnTo>
                  <a:pt x="532403" y="334326"/>
                </a:lnTo>
                <a:lnTo>
                  <a:pt x="529822" y="335025"/>
                </a:lnTo>
                <a:lnTo>
                  <a:pt x="526922" y="336734"/>
                </a:lnTo>
                <a:lnTo>
                  <a:pt x="525134" y="339689"/>
                </a:lnTo>
                <a:lnTo>
                  <a:pt x="522304" y="350158"/>
                </a:lnTo>
                <a:lnTo>
                  <a:pt x="521086" y="351910"/>
                </a:lnTo>
                <a:lnTo>
                  <a:pt x="518397" y="353451"/>
                </a:lnTo>
                <a:lnTo>
                  <a:pt x="516589" y="350861"/>
                </a:lnTo>
                <a:lnTo>
                  <a:pt x="513206" y="339681"/>
                </a:lnTo>
                <a:lnTo>
                  <a:pt x="511002" y="336217"/>
                </a:lnTo>
                <a:lnTo>
                  <a:pt x="509805" y="335242"/>
                </a:lnTo>
                <a:lnTo>
                  <a:pt x="506803" y="334507"/>
                </a:lnTo>
                <a:lnTo>
                  <a:pt x="503040" y="334303"/>
                </a:lnTo>
                <a:lnTo>
                  <a:pt x="500091" y="334763"/>
                </a:lnTo>
                <a:close/>
                <a:moveTo>
                  <a:pt x="572384" y="334653"/>
                </a:moveTo>
                <a:lnTo>
                  <a:pt x="570280" y="335456"/>
                </a:lnTo>
                <a:lnTo>
                  <a:pt x="568286" y="337112"/>
                </a:lnTo>
                <a:lnTo>
                  <a:pt x="568286" y="373942"/>
                </a:lnTo>
                <a:lnTo>
                  <a:pt x="570763" y="375652"/>
                </a:lnTo>
                <a:lnTo>
                  <a:pt x="573276" y="376059"/>
                </a:lnTo>
                <a:lnTo>
                  <a:pt x="577214" y="375109"/>
                </a:lnTo>
                <a:lnTo>
                  <a:pt x="578341" y="373909"/>
                </a:lnTo>
                <a:lnTo>
                  <a:pt x="579173" y="366985"/>
                </a:lnTo>
                <a:lnTo>
                  <a:pt x="579214" y="346893"/>
                </a:lnTo>
                <a:lnTo>
                  <a:pt x="582746" y="344373"/>
                </a:lnTo>
                <a:lnTo>
                  <a:pt x="586468" y="344085"/>
                </a:lnTo>
                <a:lnTo>
                  <a:pt x="588656" y="344614"/>
                </a:lnTo>
                <a:lnTo>
                  <a:pt x="589388" y="345288"/>
                </a:lnTo>
                <a:lnTo>
                  <a:pt x="590275" y="347900"/>
                </a:lnTo>
                <a:lnTo>
                  <a:pt x="590416" y="373450"/>
                </a:lnTo>
                <a:lnTo>
                  <a:pt x="592162" y="375175"/>
                </a:lnTo>
                <a:lnTo>
                  <a:pt x="594172" y="375920"/>
                </a:lnTo>
                <a:lnTo>
                  <a:pt x="597647" y="375825"/>
                </a:lnTo>
                <a:lnTo>
                  <a:pt x="599681" y="375018"/>
                </a:lnTo>
                <a:lnTo>
                  <a:pt x="601017" y="373668"/>
                </a:lnTo>
                <a:lnTo>
                  <a:pt x="601394" y="370114"/>
                </a:lnTo>
                <a:lnTo>
                  <a:pt x="601618" y="337932"/>
                </a:lnTo>
                <a:lnTo>
                  <a:pt x="599156" y="335618"/>
                </a:lnTo>
                <a:lnTo>
                  <a:pt x="597137" y="334708"/>
                </a:lnTo>
                <a:lnTo>
                  <a:pt x="572384" y="334653"/>
                </a:lnTo>
                <a:close/>
                <a:moveTo>
                  <a:pt x="638775" y="335418"/>
                </a:moveTo>
                <a:lnTo>
                  <a:pt x="636010" y="338125"/>
                </a:lnTo>
                <a:lnTo>
                  <a:pt x="634570" y="341164"/>
                </a:lnTo>
                <a:lnTo>
                  <a:pt x="631906" y="351163"/>
                </a:lnTo>
                <a:lnTo>
                  <a:pt x="625271" y="370244"/>
                </a:lnTo>
                <a:lnTo>
                  <a:pt x="625035" y="373779"/>
                </a:lnTo>
                <a:lnTo>
                  <a:pt x="627095" y="376004"/>
                </a:lnTo>
                <a:lnTo>
                  <a:pt x="631401" y="375995"/>
                </a:lnTo>
                <a:lnTo>
                  <a:pt x="633465" y="374345"/>
                </a:lnTo>
                <a:lnTo>
                  <a:pt x="635757" y="370047"/>
                </a:lnTo>
                <a:lnTo>
                  <a:pt x="637300" y="368293"/>
                </a:lnTo>
                <a:lnTo>
                  <a:pt x="639373" y="367380"/>
                </a:lnTo>
                <a:lnTo>
                  <a:pt x="643234" y="367079"/>
                </a:lnTo>
                <a:lnTo>
                  <a:pt x="645503" y="367719"/>
                </a:lnTo>
                <a:lnTo>
                  <a:pt x="646646" y="368669"/>
                </a:lnTo>
                <a:lnTo>
                  <a:pt x="649464" y="373543"/>
                </a:lnTo>
                <a:lnTo>
                  <a:pt x="651267" y="375177"/>
                </a:lnTo>
                <a:lnTo>
                  <a:pt x="654457" y="376127"/>
                </a:lnTo>
                <a:lnTo>
                  <a:pt x="658426" y="375595"/>
                </a:lnTo>
                <a:lnTo>
                  <a:pt x="659649" y="374370"/>
                </a:lnTo>
                <a:lnTo>
                  <a:pt x="659976" y="373177"/>
                </a:lnTo>
                <a:lnTo>
                  <a:pt x="659259" y="368170"/>
                </a:lnTo>
                <a:lnTo>
                  <a:pt x="652132" y="347060"/>
                </a:lnTo>
                <a:lnTo>
                  <a:pt x="649707" y="338418"/>
                </a:lnTo>
                <a:lnTo>
                  <a:pt x="648501" y="336545"/>
                </a:lnTo>
                <a:lnTo>
                  <a:pt x="645865" y="334932"/>
                </a:lnTo>
                <a:lnTo>
                  <a:pt x="641238" y="334348"/>
                </a:lnTo>
                <a:lnTo>
                  <a:pt x="638775" y="335418"/>
                </a:lnTo>
                <a:close/>
                <a:moveTo>
                  <a:pt x="643365" y="354380"/>
                </a:moveTo>
                <a:lnTo>
                  <a:pt x="643960" y="355854"/>
                </a:lnTo>
                <a:lnTo>
                  <a:pt x="643190" y="357025"/>
                </a:lnTo>
                <a:lnTo>
                  <a:pt x="640810" y="357521"/>
                </a:lnTo>
                <a:lnTo>
                  <a:pt x="639599" y="356768"/>
                </a:lnTo>
                <a:lnTo>
                  <a:pt x="639390" y="354889"/>
                </a:lnTo>
                <a:lnTo>
                  <a:pt x="640273" y="353612"/>
                </a:lnTo>
                <a:lnTo>
                  <a:pt x="641769" y="353398"/>
                </a:lnTo>
                <a:lnTo>
                  <a:pt x="643365" y="354380"/>
                </a:lnTo>
                <a:close/>
                <a:moveTo>
                  <a:pt x="687516" y="334763"/>
                </a:moveTo>
                <a:lnTo>
                  <a:pt x="685770" y="336352"/>
                </a:lnTo>
                <a:lnTo>
                  <a:pt x="684936" y="340869"/>
                </a:lnTo>
                <a:lnTo>
                  <a:pt x="684743" y="365644"/>
                </a:lnTo>
                <a:lnTo>
                  <a:pt x="684954" y="373025"/>
                </a:lnTo>
                <a:lnTo>
                  <a:pt x="685360" y="374204"/>
                </a:lnTo>
                <a:lnTo>
                  <a:pt x="687613" y="375804"/>
                </a:lnTo>
                <a:lnTo>
                  <a:pt x="690741" y="376218"/>
                </a:lnTo>
                <a:lnTo>
                  <a:pt x="692738" y="375713"/>
                </a:lnTo>
                <a:lnTo>
                  <a:pt x="694948" y="374106"/>
                </a:lnTo>
                <a:lnTo>
                  <a:pt x="695308" y="364243"/>
                </a:lnTo>
                <a:lnTo>
                  <a:pt x="695890" y="361169"/>
                </a:lnTo>
                <a:lnTo>
                  <a:pt x="698011" y="359535"/>
                </a:lnTo>
                <a:lnTo>
                  <a:pt x="701689" y="359072"/>
                </a:lnTo>
                <a:lnTo>
                  <a:pt x="705176" y="359834"/>
                </a:lnTo>
                <a:lnTo>
                  <a:pt x="706532" y="360991"/>
                </a:lnTo>
                <a:lnTo>
                  <a:pt x="707079" y="373614"/>
                </a:lnTo>
                <a:lnTo>
                  <a:pt x="709117" y="375517"/>
                </a:lnTo>
                <a:lnTo>
                  <a:pt x="710708" y="376129"/>
                </a:lnTo>
                <a:lnTo>
                  <a:pt x="713480" y="376179"/>
                </a:lnTo>
                <a:lnTo>
                  <a:pt x="715904" y="375203"/>
                </a:lnTo>
                <a:lnTo>
                  <a:pt x="717461" y="373450"/>
                </a:lnTo>
                <a:lnTo>
                  <a:pt x="717461" y="338315"/>
                </a:lnTo>
                <a:lnTo>
                  <a:pt x="716150" y="336222"/>
                </a:lnTo>
                <a:lnTo>
                  <a:pt x="714865" y="334969"/>
                </a:lnTo>
                <a:lnTo>
                  <a:pt x="713526" y="334490"/>
                </a:lnTo>
                <a:lnTo>
                  <a:pt x="711121" y="334461"/>
                </a:lnTo>
                <a:lnTo>
                  <a:pt x="709245" y="335321"/>
                </a:lnTo>
                <a:lnTo>
                  <a:pt x="707522" y="338158"/>
                </a:lnTo>
                <a:lnTo>
                  <a:pt x="707260" y="345854"/>
                </a:lnTo>
                <a:lnTo>
                  <a:pt x="706599" y="348073"/>
                </a:lnTo>
                <a:lnTo>
                  <a:pt x="705169" y="349429"/>
                </a:lnTo>
                <a:lnTo>
                  <a:pt x="701388" y="350035"/>
                </a:lnTo>
                <a:lnTo>
                  <a:pt x="697617" y="349546"/>
                </a:lnTo>
                <a:lnTo>
                  <a:pt x="695836" y="348328"/>
                </a:lnTo>
                <a:lnTo>
                  <a:pt x="695146" y="345604"/>
                </a:lnTo>
                <a:lnTo>
                  <a:pt x="695057" y="337386"/>
                </a:lnTo>
                <a:lnTo>
                  <a:pt x="691337" y="334460"/>
                </a:lnTo>
                <a:lnTo>
                  <a:pt x="689543" y="334268"/>
                </a:lnTo>
                <a:lnTo>
                  <a:pt x="687516" y="334763"/>
                </a:lnTo>
                <a:close/>
                <a:moveTo>
                  <a:pt x="747678" y="335309"/>
                </a:moveTo>
                <a:lnTo>
                  <a:pt x="745687" y="336963"/>
                </a:lnTo>
                <a:lnTo>
                  <a:pt x="745255" y="338496"/>
                </a:lnTo>
                <a:lnTo>
                  <a:pt x="744891" y="373067"/>
                </a:lnTo>
                <a:lnTo>
                  <a:pt x="746589" y="374948"/>
                </a:lnTo>
                <a:lnTo>
                  <a:pt x="748706" y="375915"/>
                </a:lnTo>
                <a:lnTo>
                  <a:pt x="751230" y="376180"/>
                </a:lnTo>
                <a:lnTo>
                  <a:pt x="753470" y="375636"/>
                </a:lnTo>
                <a:lnTo>
                  <a:pt x="756421" y="372186"/>
                </a:lnTo>
                <a:lnTo>
                  <a:pt x="761065" y="364516"/>
                </a:lnTo>
                <a:lnTo>
                  <a:pt x="766311" y="358642"/>
                </a:lnTo>
                <a:lnTo>
                  <a:pt x="767833" y="360654"/>
                </a:lnTo>
                <a:lnTo>
                  <a:pt x="768203" y="361989"/>
                </a:lnTo>
                <a:lnTo>
                  <a:pt x="768006" y="370634"/>
                </a:lnTo>
                <a:lnTo>
                  <a:pt x="768388" y="373832"/>
                </a:lnTo>
                <a:lnTo>
                  <a:pt x="769591" y="375197"/>
                </a:lnTo>
                <a:lnTo>
                  <a:pt x="771445" y="375990"/>
                </a:lnTo>
                <a:lnTo>
                  <a:pt x="774631" y="376033"/>
                </a:lnTo>
                <a:lnTo>
                  <a:pt x="776482" y="375247"/>
                </a:lnTo>
                <a:lnTo>
                  <a:pt x="778114" y="373450"/>
                </a:lnTo>
                <a:lnTo>
                  <a:pt x="778114" y="337386"/>
                </a:lnTo>
                <a:lnTo>
                  <a:pt x="774404" y="334388"/>
                </a:lnTo>
                <a:lnTo>
                  <a:pt x="772182" y="334265"/>
                </a:lnTo>
                <a:lnTo>
                  <a:pt x="769896" y="335411"/>
                </a:lnTo>
                <a:lnTo>
                  <a:pt x="766425" y="339466"/>
                </a:lnTo>
                <a:lnTo>
                  <a:pt x="759668" y="350104"/>
                </a:lnTo>
                <a:lnTo>
                  <a:pt x="757645" y="352029"/>
                </a:lnTo>
                <a:lnTo>
                  <a:pt x="756840" y="351678"/>
                </a:lnTo>
                <a:lnTo>
                  <a:pt x="756002" y="349537"/>
                </a:lnTo>
                <a:lnTo>
                  <a:pt x="755521" y="339381"/>
                </a:lnTo>
                <a:lnTo>
                  <a:pt x="754606" y="336019"/>
                </a:lnTo>
                <a:lnTo>
                  <a:pt x="753197" y="334817"/>
                </a:lnTo>
                <a:lnTo>
                  <a:pt x="751509" y="334301"/>
                </a:lnTo>
                <a:lnTo>
                  <a:pt x="749904" y="334341"/>
                </a:lnTo>
                <a:lnTo>
                  <a:pt x="747678" y="335309"/>
                </a:lnTo>
                <a:close/>
                <a:moveTo>
                  <a:pt x="807020" y="336347"/>
                </a:moveTo>
                <a:lnTo>
                  <a:pt x="805436" y="337987"/>
                </a:lnTo>
                <a:lnTo>
                  <a:pt x="805709" y="367986"/>
                </a:lnTo>
                <a:lnTo>
                  <a:pt x="806010" y="373339"/>
                </a:lnTo>
                <a:lnTo>
                  <a:pt x="806642" y="374460"/>
                </a:lnTo>
                <a:lnTo>
                  <a:pt x="808417" y="375524"/>
                </a:lnTo>
                <a:lnTo>
                  <a:pt x="810702" y="376011"/>
                </a:lnTo>
                <a:lnTo>
                  <a:pt x="813033" y="375889"/>
                </a:lnTo>
                <a:lnTo>
                  <a:pt x="814945" y="375123"/>
                </a:lnTo>
                <a:lnTo>
                  <a:pt x="822308" y="362804"/>
                </a:lnTo>
                <a:lnTo>
                  <a:pt x="824376" y="361080"/>
                </a:lnTo>
                <a:lnTo>
                  <a:pt x="826786" y="360012"/>
                </a:lnTo>
                <a:lnTo>
                  <a:pt x="827602" y="360242"/>
                </a:lnTo>
                <a:lnTo>
                  <a:pt x="828010" y="361394"/>
                </a:lnTo>
                <a:lnTo>
                  <a:pt x="829096" y="374488"/>
                </a:lnTo>
                <a:lnTo>
                  <a:pt x="831144" y="375749"/>
                </a:lnTo>
                <a:lnTo>
                  <a:pt x="834270" y="376133"/>
                </a:lnTo>
                <a:lnTo>
                  <a:pt x="837188" y="375561"/>
                </a:lnTo>
                <a:lnTo>
                  <a:pt x="839314" y="374051"/>
                </a:lnTo>
                <a:lnTo>
                  <a:pt x="839156" y="342195"/>
                </a:lnTo>
                <a:lnTo>
                  <a:pt x="838110" y="336172"/>
                </a:lnTo>
                <a:lnTo>
                  <a:pt x="836496" y="334945"/>
                </a:lnTo>
                <a:lnTo>
                  <a:pt x="833850" y="334763"/>
                </a:lnTo>
                <a:lnTo>
                  <a:pt x="832211" y="335038"/>
                </a:lnTo>
                <a:lnTo>
                  <a:pt x="829820" y="336416"/>
                </a:lnTo>
                <a:lnTo>
                  <a:pt x="827636" y="338826"/>
                </a:lnTo>
                <a:lnTo>
                  <a:pt x="820462" y="350445"/>
                </a:lnTo>
                <a:lnTo>
                  <a:pt x="818564" y="351661"/>
                </a:lnTo>
                <a:lnTo>
                  <a:pt x="817469" y="351334"/>
                </a:lnTo>
                <a:lnTo>
                  <a:pt x="816749" y="350009"/>
                </a:lnTo>
                <a:lnTo>
                  <a:pt x="816364" y="337440"/>
                </a:lnTo>
                <a:lnTo>
                  <a:pt x="814343" y="335586"/>
                </a:lnTo>
                <a:lnTo>
                  <a:pt x="811946" y="334719"/>
                </a:lnTo>
                <a:lnTo>
                  <a:pt x="809325" y="334978"/>
                </a:lnTo>
                <a:lnTo>
                  <a:pt x="807020" y="336347"/>
                </a:lnTo>
                <a:close/>
                <a:moveTo>
                  <a:pt x="1078978" y="338096"/>
                </a:moveTo>
                <a:lnTo>
                  <a:pt x="1078595" y="340282"/>
                </a:lnTo>
                <a:lnTo>
                  <a:pt x="1081780" y="347349"/>
                </a:lnTo>
                <a:lnTo>
                  <a:pt x="1081096" y="348782"/>
                </a:lnTo>
                <a:lnTo>
                  <a:pt x="1077262" y="349745"/>
                </a:lnTo>
                <a:lnTo>
                  <a:pt x="1067341" y="348923"/>
                </a:lnTo>
                <a:lnTo>
                  <a:pt x="1061563" y="349670"/>
                </a:lnTo>
                <a:lnTo>
                  <a:pt x="1058104" y="351561"/>
                </a:lnTo>
                <a:lnTo>
                  <a:pt x="1057600" y="354085"/>
                </a:lnTo>
                <a:lnTo>
                  <a:pt x="1058779" y="356642"/>
                </a:lnTo>
                <a:lnTo>
                  <a:pt x="1061397" y="358270"/>
                </a:lnTo>
                <a:lnTo>
                  <a:pt x="1067463" y="360063"/>
                </a:lnTo>
                <a:lnTo>
                  <a:pt x="1074620" y="360864"/>
                </a:lnTo>
                <a:lnTo>
                  <a:pt x="1076533" y="361586"/>
                </a:lnTo>
                <a:lnTo>
                  <a:pt x="1078605" y="363402"/>
                </a:lnTo>
                <a:lnTo>
                  <a:pt x="1082602" y="372025"/>
                </a:lnTo>
                <a:lnTo>
                  <a:pt x="1088071" y="387418"/>
                </a:lnTo>
                <a:lnTo>
                  <a:pt x="1095780" y="398589"/>
                </a:lnTo>
                <a:lnTo>
                  <a:pt x="1100864" y="410534"/>
                </a:lnTo>
                <a:lnTo>
                  <a:pt x="1101976" y="417328"/>
                </a:lnTo>
                <a:lnTo>
                  <a:pt x="1102363" y="440153"/>
                </a:lnTo>
                <a:lnTo>
                  <a:pt x="1103950" y="448037"/>
                </a:lnTo>
                <a:lnTo>
                  <a:pt x="1102112" y="459650"/>
                </a:lnTo>
                <a:lnTo>
                  <a:pt x="1099820" y="485106"/>
                </a:lnTo>
                <a:lnTo>
                  <a:pt x="1098693" y="490306"/>
                </a:lnTo>
                <a:lnTo>
                  <a:pt x="1096146" y="496477"/>
                </a:lnTo>
                <a:lnTo>
                  <a:pt x="1094478" y="499036"/>
                </a:lnTo>
                <a:lnTo>
                  <a:pt x="1092188" y="500986"/>
                </a:lnTo>
                <a:lnTo>
                  <a:pt x="1089308" y="502307"/>
                </a:lnTo>
                <a:lnTo>
                  <a:pt x="1085869" y="502978"/>
                </a:lnTo>
                <a:lnTo>
                  <a:pt x="1080945" y="503063"/>
                </a:lnTo>
                <a:lnTo>
                  <a:pt x="1075514" y="496216"/>
                </a:lnTo>
                <a:lnTo>
                  <a:pt x="1075562" y="494920"/>
                </a:lnTo>
                <a:lnTo>
                  <a:pt x="1076505" y="493917"/>
                </a:lnTo>
                <a:lnTo>
                  <a:pt x="1083044" y="492699"/>
                </a:lnTo>
                <a:lnTo>
                  <a:pt x="1085023" y="491722"/>
                </a:lnTo>
                <a:lnTo>
                  <a:pt x="1086081" y="490386"/>
                </a:lnTo>
                <a:lnTo>
                  <a:pt x="1086245" y="465086"/>
                </a:lnTo>
                <a:lnTo>
                  <a:pt x="1083356" y="457554"/>
                </a:lnTo>
                <a:lnTo>
                  <a:pt x="1081759" y="447038"/>
                </a:lnTo>
                <a:lnTo>
                  <a:pt x="1080379" y="442780"/>
                </a:lnTo>
                <a:lnTo>
                  <a:pt x="1076790" y="437193"/>
                </a:lnTo>
                <a:lnTo>
                  <a:pt x="1069633" y="430940"/>
                </a:lnTo>
                <a:lnTo>
                  <a:pt x="1066307" y="429467"/>
                </a:lnTo>
                <a:lnTo>
                  <a:pt x="1063783" y="430243"/>
                </a:lnTo>
                <a:lnTo>
                  <a:pt x="1052007" y="447670"/>
                </a:lnTo>
                <a:lnTo>
                  <a:pt x="1049378" y="450041"/>
                </a:lnTo>
                <a:lnTo>
                  <a:pt x="1046736" y="450264"/>
                </a:lnTo>
                <a:lnTo>
                  <a:pt x="1042412" y="447142"/>
                </a:lnTo>
                <a:lnTo>
                  <a:pt x="1040243" y="446159"/>
                </a:lnTo>
                <a:lnTo>
                  <a:pt x="1038324" y="446253"/>
                </a:lnTo>
                <a:lnTo>
                  <a:pt x="1036411" y="447764"/>
                </a:lnTo>
                <a:lnTo>
                  <a:pt x="1040837" y="461951"/>
                </a:lnTo>
                <a:lnTo>
                  <a:pt x="1042490" y="463178"/>
                </a:lnTo>
                <a:lnTo>
                  <a:pt x="1046688" y="463970"/>
                </a:lnTo>
                <a:lnTo>
                  <a:pt x="1050491" y="463429"/>
                </a:lnTo>
                <a:lnTo>
                  <a:pt x="1053547" y="461632"/>
                </a:lnTo>
                <a:lnTo>
                  <a:pt x="1058937" y="456547"/>
                </a:lnTo>
                <a:lnTo>
                  <a:pt x="1067558" y="447211"/>
                </a:lnTo>
                <a:lnTo>
                  <a:pt x="1068746" y="447178"/>
                </a:lnTo>
                <a:lnTo>
                  <a:pt x="1069866" y="448492"/>
                </a:lnTo>
                <a:lnTo>
                  <a:pt x="1070386" y="451061"/>
                </a:lnTo>
                <a:lnTo>
                  <a:pt x="1070454" y="458420"/>
                </a:lnTo>
                <a:lnTo>
                  <a:pt x="1074552" y="465632"/>
                </a:lnTo>
                <a:lnTo>
                  <a:pt x="1074934" y="478419"/>
                </a:lnTo>
                <a:lnTo>
                  <a:pt x="1072280" y="480757"/>
                </a:lnTo>
                <a:lnTo>
                  <a:pt x="1066944" y="481687"/>
                </a:lnTo>
                <a:lnTo>
                  <a:pt x="1064640" y="483342"/>
                </a:lnTo>
                <a:lnTo>
                  <a:pt x="1060864" y="489955"/>
                </a:lnTo>
                <a:lnTo>
                  <a:pt x="1059630" y="493014"/>
                </a:lnTo>
                <a:lnTo>
                  <a:pt x="1059347" y="495215"/>
                </a:lnTo>
                <a:lnTo>
                  <a:pt x="1060836" y="498138"/>
                </a:lnTo>
                <a:lnTo>
                  <a:pt x="1068626" y="507154"/>
                </a:lnTo>
                <a:lnTo>
                  <a:pt x="1070824" y="512286"/>
                </a:lnTo>
                <a:lnTo>
                  <a:pt x="1070312" y="515322"/>
                </a:lnTo>
                <a:lnTo>
                  <a:pt x="1064905" y="522143"/>
                </a:lnTo>
                <a:lnTo>
                  <a:pt x="1064853" y="524524"/>
                </a:lnTo>
                <a:lnTo>
                  <a:pt x="1067647" y="527439"/>
                </a:lnTo>
                <a:lnTo>
                  <a:pt x="1070165" y="528475"/>
                </a:lnTo>
                <a:lnTo>
                  <a:pt x="1074532" y="529201"/>
                </a:lnTo>
                <a:lnTo>
                  <a:pt x="1078191" y="528753"/>
                </a:lnTo>
                <a:lnTo>
                  <a:pt x="1079609" y="527739"/>
                </a:lnTo>
                <a:lnTo>
                  <a:pt x="1082621" y="523642"/>
                </a:lnTo>
                <a:lnTo>
                  <a:pt x="1085027" y="517819"/>
                </a:lnTo>
                <a:lnTo>
                  <a:pt x="1087734" y="515207"/>
                </a:lnTo>
                <a:lnTo>
                  <a:pt x="1092065" y="513392"/>
                </a:lnTo>
                <a:lnTo>
                  <a:pt x="1099756" y="511523"/>
                </a:lnTo>
                <a:lnTo>
                  <a:pt x="1104254" y="505351"/>
                </a:lnTo>
                <a:lnTo>
                  <a:pt x="1109305" y="497107"/>
                </a:lnTo>
                <a:lnTo>
                  <a:pt x="1112727" y="473317"/>
                </a:lnTo>
                <a:lnTo>
                  <a:pt x="1114101" y="455740"/>
                </a:lnTo>
                <a:lnTo>
                  <a:pt x="1113895" y="409897"/>
                </a:lnTo>
                <a:lnTo>
                  <a:pt x="1108136" y="397008"/>
                </a:lnTo>
                <a:lnTo>
                  <a:pt x="1104924" y="391816"/>
                </a:lnTo>
                <a:lnTo>
                  <a:pt x="1101743" y="387869"/>
                </a:lnTo>
                <a:lnTo>
                  <a:pt x="1097277" y="379991"/>
                </a:lnTo>
                <a:lnTo>
                  <a:pt x="1096750" y="377827"/>
                </a:lnTo>
                <a:lnTo>
                  <a:pt x="1097288" y="374759"/>
                </a:lnTo>
                <a:lnTo>
                  <a:pt x="1098400" y="374266"/>
                </a:lnTo>
                <a:lnTo>
                  <a:pt x="1101282" y="376422"/>
                </a:lnTo>
                <a:lnTo>
                  <a:pt x="1111428" y="389788"/>
                </a:lnTo>
                <a:lnTo>
                  <a:pt x="1116480" y="397296"/>
                </a:lnTo>
                <a:lnTo>
                  <a:pt x="1120006" y="401232"/>
                </a:lnTo>
                <a:lnTo>
                  <a:pt x="1123078" y="403842"/>
                </a:lnTo>
                <a:lnTo>
                  <a:pt x="1125700" y="408068"/>
                </a:lnTo>
                <a:lnTo>
                  <a:pt x="1128176" y="413775"/>
                </a:lnTo>
                <a:lnTo>
                  <a:pt x="1130943" y="418621"/>
                </a:lnTo>
                <a:lnTo>
                  <a:pt x="1134399" y="423011"/>
                </a:lnTo>
                <a:lnTo>
                  <a:pt x="1138157" y="426509"/>
                </a:lnTo>
                <a:lnTo>
                  <a:pt x="1141829" y="428679"/>
                </a:lnTo>
                <a:lnTo>
                  <a:pt x="1143511" y="429131"/>
                </a:lnTo>
                <a:lnTo>
                  <a:pt x="1146438" y="428728"/>
                </a:lnTo>
                <a:lnTo>
                  <a:pt x="1148043" y="426405"/>
                </a:lnTo>
                <a:lnTo>
                  <a:pt x="1148757" y="421536"/>
                </a:lnTo>
                <a:lnTo>
                  <a:pt x="1151926" y="420312"/>
                </a:lnTo>
                <a:lnTo>
                  <a:pt x="1155790" y="419642"/>
                </a:lnTo>
                <a:lnTo>
                  <a:pt x="1156851" y="417950"/>
                </a:lnTo>
                <a:lnTo>
                  <a:pt x="1155861" y="415298"/>
                </a:lnTo>
                <a:lnTo>
                  <a:pt x="1152341" y="411755"/>
                </a:lnTo>
                <a:lnTo>
                  <a:pt x="1137958" y="404652"/>
                </a:lnTo>
                <a:lnTo>
                  <a:pt x="1135086" y="402407"/>
                </a:lnTo>
                <a:lnTo>
                  <a:pt x="1132931" y="399439"/>
                </a:lnTo>
                <a:lnTo>
                  <a:pt x="1131107" y="393285"/>
                </a:lnTo>
                <a:lnTo>
                  <a:pt x="1130409" y="388166"/>
                </a:lnTo>
                <a:lnTo>
                  <a:pt x="1131301" y="386106"/>
                </a:lnTo>
                <a:lnTo>
                  <a:pt x="1136271" y="382418"/>
                </a:lnTo>
                <a:lnTo>
                  <a:pt x="1136353" y="379242"/>
                </a:lnTo>
                <a:lnTo>
                  <a:pt x="1135266" y="377145"/>
                </a:lnTo>
                <a:lnTo>
                  <a:pt x="1105288" y="356108"/>
                </a:lnTo>
                <a:lnTo>
                  <a:pt x="1102615" y="353345"/>
                </a:lnTo>
                <a:lnTo>
                  <a:pt x="1097376" y="346449"/>
                </a:lnTo>
                <a:lnTo>
                  <a:pt x="1089087" y="338533"/>
                </a:lnTo>
                <a:lnTo>
                  <a:pt x="1086923" y="337512"/>
                </a:lnTo>
                <a:lnTo>
                  <a:pt x="1083315" y="336839"/>
                </a:lnTo>
                <a:lnTo>
                  <a:pt x="1080223" y="337229"/>
                </a:lnTo>
                <a:lnTo>
                  <a:pt x="1078978" y="338096"/>
                </a:lnTo>
                <a:close/>
                <a:moveTo>
                  <a:pt x="734673" y="394323"/>
                </a:moveTo>
                <a:lnTo>
                  <a:pt x="728500" y="395264"/>
                </a:lnTo>
                <a:lnTo>
                  <a:pt x="722693" y="396818"/>
                </a:lnTo>
                <a:lnTo>
                  <a:pt x="717292" y="398953"/>
                </a:lnTo>
                <a:lnTo>
                  <a:pt x="712336" y="401636"/>
                </a:lnTo>
                <a:lnTo>
                  <a:pt x="707864" y="404835"/>
                </a:lnTo>
                <a:lnTo>
                  <a:pt x="703915" y="408518"/>
                </a:lnTo>
                <a:lnTo>
                  <a:pt x="700528" y="412652"/>
                </a:lnTo>
                <a:lnTo>
                  <a:pt x="697742" y="417205"/>
                </a:lnTo>
                <a:lnTo>
                  <a:pt x="695595" y="422144"/>
                </a:lnTo>
                <a:lnTo>
                  <a:pt x="694128" y="427437"/>
                </a:lnTo>
                <a:lnTo>
                  <a:pt x="693145" y="432300"/>
                </a:lnTo>
                <a:lnTo>
                  <a:pt x="693145" y="511532"/>
                </a:lnTo>
                <a:lnTo>
                  <a:pt x="695093" y="520945"/>
                </a:lnTo>
                <a:lnTo>
                  <a:pt x="698214" y="528489"/>
                </a:lnTo>
                <a:lnTo>
                  <a:pt x="700322" y="531971"/>
                </a:lnTo>
                <a:lnTo>
                  <a:pt x="705510" y="538207"/>
                </a:lnTo>
                <a:lnTo>
                  <a:pt x="711834" y="543276"/>
                </a:lnTo>
                <a:lnTo>
                  <a:pt x="719100" y="546941"/>
                </a:lnTo>
                <a:lnTo>
                  <a:pt x="727911" y="549686"/>
                </a:lnTo>
                <a:lnTo>
                  <a:pt x="745472" y="550386"/>
                </a:lnTo>
                <a:lnTo>
                  <a:pt x="798271" y="550288"/>
                </a:lnTo>
                <a:lnTo>
                  <a:pt x="805622" y="549354"/>
                </a:lnTo>
                <a:lnTo>
                  <a:pt x="816100" y="545414"/>
                </a:lnTo>
                <a:lnTo>
                  <a:pt x="823215" y="540630"/>
                </a:lnTo>
                <a:lnTo>
                  <a:pt x="829150" y="535006"/>
                </a:lnTo>
                <a:lnTo>
                  <a:pt x="834222" y="527055"/>
                </a:lnTo>
                <a:lnTo>
                  <a:pt x="838007" y="515623"/>
                </a:lnTo>
                <a:lnTo>
                  <a:pt x="838747" y="505365"/>
                </a:lnTo>
                <a:lnTo>
                  <a:pt x="838913" y="493246"/>
                </a:lnTo>
                <a:lnTo>
                  <a:pt x="838495" y="428475"/>
                </a:lnTo>
                <a:lnTo>
                  <a:pt x="833547" y="416536"/>
                </a:lnTo>
                <a:lnTo>
                  <a:pt x="830592" y="412021"/>
                </a:lnTo>
                <a:lnTo>
                  <a:pt x="826855" y="407491"/>
                </a:lnTo>
                <a:lnTo>
                  <a:pt x="820245" y="401994"/>
                </a:lnTo>
                <a:lnTo>
                  <a:pt x="812994" y="398183"/>
                </a:lnTo>
                <a:lnTo>
                  <a:pt x="799698" y="394105"/>
                </a:lnTo>
                <a:lnTo>
                  <a:pt x="734673" y="394323"/>
                </a:lnTo>
                <a:close/>
                <a:moveTo>
                  <a:pt x="795108" y="428475"/>
                </a:moveTo>
                <a:lnTo>
                  <a:pt x="798240" y="430278"/>
                </a:lnTo>
                <a:lnTo>
                  <a:pt x="802125" y="434211"/>
                </a:lnTo>
                <a:lnTo>
                  <a:pt x="803742" y="437218"/>
                </a:lnTo>
                <a:lnTo>
                  <a:pt x="803976" y="439892"/>
                </a:lnTo>
                <a:lnTo>
                  <a:pt x="804352" y="462535"/>
                </a:lnTo>
                <a:lnTo>
                  <a:pt x="804112" y="499455"/>
                </a:lnTo>
                <a:lnTo>
                  <a:pt x="803687" y="507598"/>
                </a:lnTo>
                <a:lnTo>
                  <a:pt x="801714" y="511068"/>
                </a:lnTo>
                <a:lnTo>
                  <a:pt x="797840" y="515412"/>
                </a:lnTo>
                <a:lnTo>
                  <a:pt x="788114" y="518417"/>
                </a:lnTo>
                <a:lnTo>
                  <a:pt x="741230" y="518090"/>
                </a:lnTo>
                <a:lnTo>
                  <a:pt x="733034" y="514709"/>
                </a:lnTo>
                <a:lnTo>
                  <a:pt x="729958" y="511358"/>
                </a:lnTo>
                <a:lnTo>
                  <a:pt x="726586" y="504975"/>
                </a:lnTo>
                <a:lnTo>
                  <a:pt x="726695" y="440333"/>
                </a:lnTo>
                <a:lnTo>
                  <a:pt x="730442" y="432977"/>
                </a:lnTo>
                <a:lnTo>
                  <a:pt x="734463" y="429334"/>
                </a:lnTo>
                <a:lnTo>
                  <a:pt x="736531" y="428421"/>
                </a:lnTo>
                <a:lnTo>
                  <a:pt x="738851" y="428114"/>
                </a:lnTo>
                <a:lnTo>
                  <a:pt x="773962" y="427653"/>
                </a:lnTo>
                <a:lnTo>
                  <a:pt x="795108" y="428475"/>
                </a:lnTo>
                <a:close/>
                <a:moveTo>
                  <a:pt x="33168" y="397602"/>
                </a:moveTo>
                <a:lnTo>
                  <a:pt x="2076" y="397875"/>
                </a:lnTo>
                <a:lnTo>
                  <a:pt x="0" y="400443"/>
                </a:lnTo>
                <a:lnTo>
                  <a:pt x="0" y="427000"/>
                </a:lnTo>
                <a:lnTo>
                  <a:pt x="2076" y="429568"/>
                </a:lnTo>
                <a:lnTo>
                  <a:pt x="79287" y="429841"/>
                </a:lnTo>
                <a:lnTo>
                  <a:pt x="84546" y="432078"/>
                </a:lnTo>
                <a:lnTo>
                  <a:pt x="86756" y="433539"/>
                </a:lnTo>
                <a:lnTo>
                  <a:pt x="90707" y="438748"/>
                </a:lnTo>
                <a:lnTo>
                  <a:pt x="90571" y="450667"/>
                </a:lnTo>
                <a:lnTo>
                  <a:pt x="89887" y="453596"/>
                </a:lnTo>
                <a:lnTo>
                  <a:pt x="87265" y="454529"/>
                </a:lnTo>
                <a:lnTo>
                  <a:pt x="83035" y="454827"/>
                </a:lnTo>
                <a:lnTo>
                  <a:pt x="40053" y="455414"/>
                </a:lnTo>
                <a:lnTo>
                  <a:pt x="39013" y="456957"/>
                </a:lnTo>
                <a:lnTo>
                  <a:pt x="38460" y="460674"/>
                </a:lnTo>
                <a:lnTo>
                  <a:pt x="38392" y="480002"/>
                </a:lnTo>
                <a:lnTo>
                  <a:pt x="39192" y="486115"/>
                </a:lnTo>
                <a:lnTo>
                  <a:pt x="39950" y="487408"/>
                </a:lnTo>
                <a:lnTo>
                  <a:pt x="40882" y="487858"/>
                </a:lnTo>
                <a:lnTo>
                  <a:pt x="88412" y="488309"/>
                </a:lnTo>
                <a:lnTo>
                  <a:pt x="90980" y="490386"/>
                </a:lnTo>
                <a:lnTo>
                  <a:pt x="90157" y="506610"/>
                </a:lnTo>
                <a:lnTo>
                  <a:pt x="88991" y="508779"/>
                </a:lnTo>
                <a:lnTo>
                  <a:pt x="86229" y="511439"/>
                </a:lnTo>
                <a:lnTo>
                  <a:pt x="80052" y="514811"/>
                </a:lnTo>
                <a:lnTo>
                  <a:pt x="2295" y="515357"/>
                </a:lnTo>
                <a:lnTo>
                  <a:pt x="0" y="517434"/>
                </a:lnTo>
                <a:lnTo>
                  <a:pt x="0" y="545028"/>
                </a:lnTo>
                <a:lnTo>
                  <a:pt x="2076" y="547597"/>
                </a:lnTo>
                <a:lnTo>
                  <a:pt x="77402" y="547638"/>
                </a:lnTo>
                <a:lnTo>
                  <a:pt x="87979" y="546958"/>
                </a:lnTo>
                <a:lnTo>
                  <a:pt x="96009" y="545866"/>
                </a:lnTo>
                <a:lnTo>
                  <a:pt x="101363" y="544312"/>
                </a:lnTo>
                <a:lnTo>
                  <a:pt x="108686" y="541211"/>
                </a:lnTo>
                <a:lnTo>
                  <a:pt x="115315" y="535585"/>
                </a:lnTo>
                <a:lnTo>
                  <a:pt x="119613" y="529311"/>
                </a:lnTo>
                <a:lnTo>
                  <a:pt x="121877" y="523993"/>
                </a:lnTo>
                <a:lnTo>
                  <a:pt x="124497" y="515404"/>
                </a:lnTo>
                <a:lnTo>
                  <a:pt x="125163" y="510500"/>
                </a:lnTo>
                <a:lnTo>
                  <a:pt x="125979" y="484608"/>
                </a:lnTo>
                <a:lnTo>
                  <a:pt x="125392" y="438939"/>
                </a:lnTo>
                <a:lnTo>
                  <a:pt x="124420" y="428659"/>
                </a:lnTo>
                <a:lnTo>
                  <a:pt x="120446" y="416245"/>
                </a:lnTo>
                <a:lnTo>
                  <a:pt x="117553" y="411407"/>
                </a:lnTo>
                <a:lnTo>
                  <a:pt x="115727" y="409255"/>
                </a:lnTo>
                <a:lnTo>
                  <a:pt x="111298" y="405468"/>
                </a:lnTo>
                <a:lnTo>
                  <a:pt x="105817" y="402355"/>
                </a:lnTo>
                <a:lnTo>
                  <a:pt x="97003" y="399212"/>
                </a:lnTo>
                <a:lnTo>
                  <a:pt x="89885" y="398086"/>
                </a:lnTo>
                <a:lnTo>
                  <a:pt x="78651" y="397531"/>
                </a:lnTo>
                <a:lnTo>
                  <a:pt x="33168" y="397602"/>
                </a:lnTo>
                <a:close/>
                <a:moveTo>
                  <a:pt x="249335" y="397493"/>
                </a:moveTo>
                <a:lnTo>
                  <a:pt x="245916" y="398062"/>
                </a:lnTo>
                <a:lnTo>
                  <a:pt x="245237" y="398531"/>
                </a:lnTo>
                <a:lnTo>
                  <a:pt x="244946" y="399620"/>
                </a:lnTo>
                <a:lnTo>
                  <a:pt x="243980" y="451043"/>
                </a:lnTo>
                <a:lnTo>
                  <a:pt x="241904" y="453338"/>
                </a:lnTo>
                <a:lnTo>
                  <a:pt x="193130" y="453282"/>
                </a:lnTo>
                <a:lnTo>
                  <a:pt x="175950" y="452791"/>
                </a:lnTo>
                <a:lnTo>
                  <a:pt x="174610" y="450805"/>
                </a:lnTo>
                <a:lnTo>
                  <a:pt x="173967" y="444514"/>
                </a:lnTo>
                <a:lnTo>
                  <a:pt x="173764" y="399296"/>
                </a:lnTo>
                <a:lnTo>
                  <a:pt x="171694" y="398092"/>
                </a:lnTo>
                <a:lnTo>
                  <a:pt x="168826" y="397752"/>
                </a:lnTo>
                <a:lnTo>
                  <a:pt x="141525" y="397602"/>
                </a:lnTo>
                <a:lnTo>
                  <a:pt x="139339" y="399788"/>
                </a:lnTo>
                <a:lnTo>
                  <a:pt x="139339" y="545138"/>
                </a:lnTo>
                <a:lnTo>
                  <a:pt x="140884" y="546598"/>
                </a:lnTo>
                <a:lnTo>
                  <a:pt x="143464" y="547458"/>
                </a:lnTo>
                <a:lnTo>
                  <a:pt x="146672" y="547738"/>
                </a:lnTo>
                <a:lnTo>
                  <a:pt x="171524" y="547597"/>
                </a:lnTo>
                <a:lnTo>
                  <a:pt x="173874" y="545247"/>
                </a:lnTo>
                <a:lnTo>
                  <a:pt x="173849" y="499544"/>
                </a:lnTo>
                <a:lnTo>
                  <a:pt x="174577" y="488764"/>
                </a:lnTo>
                <a:lnTo>
                  <a:pt x="175396" y="487075"/>
                </a:lnTo>
                <a:lnTo>
                  <a:pt x="176481" y="486575"/>
                </a:lnTo>
                <a:lnTo>
                  <a:pt x="188792" y="486221"/>
                </a:lnTo>
                <a:lnTo>
                  <a:pt x="242013" y="486123"/>
                </a:lnTo>
                <a:lnTo>
                  <a:pt x="244254" y="489020"/>
                </a:lnTo>
                <a:lnTo>
                  <a:pt x="244254" y="545192"/>
                </a:lnTo>
                <a:lnTo>
                  <a:pt x="246986" y="547925"/>
                </a:lnTo>
                <a:lnTo>
                  <a:pt x="275892" y="547597"/>
                </a:lnTo>
                <a:lnTo>
                  <a:pt x="278351" y="545138"/>
                </a:lnTo>
                <a:lnTo>
                  <a:pt x="278132" y="400334"/>
                </a:lnTo>
                <a:lnTo>
                  <a:pt x="276666" y="398481"/>
                </a:lnTo>
                <a:lnTo>
                  <a:pt x="273835" y="397993"/>
                </a:lnTo>
                <a:lnTo>
                  <a:pt x="249335" y="397493"/>
                </a:lnTo>
                <a:close/>
                <a:moveTo>
                  <a:pt x="326491" y="398203"/>
                </a:moveTo>
                <a:lnTo>
                  <a:pt x="320666" y="399609"/>
                </a:lnTo>
                <a:lnTo>
                  <a:pt x="312761" y="402569"/>
                </a:lnTo>
                <a:lnTo>
                  <a:pt x="308623" y="404870"/>
                </a:lnTo>
                <a:lnTo>
                  <a:pt x="304880" y="408167"/>
                </a:lnTo>
                <a:lnTo>
                  <a:pt x="301686" y="412036"/>
                </a:lnTo>
                <a:lnTo>
                  <a:pt x="298032" y="418728"/>
                </a:lnTo>
                <a:lnTo>
                  <a:pt x="296426" y="423660"/>
                </a:lnTo>
                <a:lnTo>
                  <a:pt x="294525" y="433065"/>
                </a:lnTo>
                <a:lnTo>
                  <a:pt x="294062" y="453614"/>
                </a:lnTo>
                <a:lnTo>
                  <a:pt x="294252" y="511532"/>
                </a:lnTo>
                <a:lnTo>
                  <a:pt x="296725" y="522145"/>
                </a:lnTo>
                <a:lnTo>
                  <a:pt x="300499" y="531025"/>
                </a:lnTo>
                <a:lnTo>
                  <a:pt x="304043" y="535719"/>
                </a:lnTo>
                <a:lnTo>
                  <a:pt x="311112" y="541206"/>
                </a:lnTo>
                <a:lnTo>
                  <a:pt x="319593" y="544995"/>
                </a:lnTo>
                <a:lnTo>
                  <a:pt x="326018" y="546440"/>
                </a:lnTo>
                <a:lnTo>
                  <a:pt x="335821" y="547219"/>
                </a:lnTo>
                <a:lnTo>
                  <a:pt x="351570" y="547536"/>
                </a:lnTo>
                <a:lnTo>
                  <a:pt x="416488" y="547597"/>
                </a:lnTo>
                <a:lnTo>
                  <a:pt x="418564" y="545028"/>
                </a:lnTo>
                <a:lnTo>
                  <a:pt x="418476" y="521326"/>
                </a:lnTo>
                <a:lnTo>
                  <a:pt x="418182" y="517932"/>
                </a:lnTo>
                <a:lnTo>
                  <a:pt x="417061" y="515825"/>
                </a:lnTo>
                <a:lnTo>
                  <a:pt x="414983" y="515308"/>
                </a:lnTo>
                <a:lnTo>
                  <a:pt x="407719" y="515168"/>
                </a:lnTo>
                <a:lnTo>
                  <a:pt x="339605" y="514811"/>
                </a:lnTo>
                <a:lnTo>
                  <a:pt x="334231" y="512155"/>
                </a:lnTo>
                <a:lnTo>
                  <a:pt x="330454" y="508750"/>
                </a:lnTo>
                <a:lnTo>
                  <a:pt x="328447" y="503757"/>
                </a:lnTo>
                <a:lnTo>
                  <a:pt x="327857" y="496451"/>
                </a:lnTo>
                <a:lnTo>
                  <a:pt x="328152" y="490931"/>
                </a:lnTo>
                <a:lnTo>
                  <a:pt x="330152" y="488582"/>
                </a:lnTo>
                <a:lnTo>
                  <a:pt x="416433" y="487599"/>
                </a:lnTo>
                <a:lnTo>
                  <a:pt x="417713" y="486187"/>
                </a:lnTo>
                <a:lnTo>
                  <a:pt x="418195" y="484088"/>
                </a:lnTo>
                <a:lnTo>
                  <a:pt x="418564" y="471151"/>
                </a:lnTo>
                <a:lnTo>
                  <a:pt x="418564" y="457818"/>
                </a:lnTo>
                <a:lnTo>
                  <a:pt x="416488" y="455250"/>
                </a:lnTo>
                <a:lnTo>
                  <a:pt x="330060" y="454295"/>
                </a:lnTo>
                <a:lnTo>
                  <a:pt x="328955" y="453981"/>
                </a:lnTo>
                <a:lnTo>
                  <a:pt x="328383" y="453252"/>
                </a:lnTo>
                <a:lnTo>
                  <a:pt x="327872" y="448938"/>
                </a:lnTo>
                <a:lnTo>
                  <a:pt x="328431" y="440804"/>
                </a:lnTo>
                <a:lnTo>
                  <a:pt x="331168" y="435016"/>
                </a:lnTo>
                <a:lnTo>
                  <a:pt x="332802" y="433113"/>
                </a:lnTo>
                <a:lnTo>
                  <a:pt x="334232" y="432242"/>
                </a:lnTo>
                <a:lnTo>
                  <a:pt x="340917" y="429841"/>
                </a:lnTo>
                <a:lnTo>
                  <a:pt x="415668" y="429841"/>
                </a:lnTo>
                <a:lnTo>
                  <a:pt x="418564" y="427601"/>
                </a:lnTo>
                <a:lnTo>
                  <a:pt x="418564" y="399296"/>
                </a:lnTo>
                <a:lnTo>
                  <a:pt x="415992" y="398092"/>
                </a:lnTo>
                <a:lnTo>
                  <a:pt x="404725" y="397701"/>
                </a:lnTo>
                <a:lnTo>
                  <a:pt x="326491" y="398203"/>
                </a:lnTo>
                <a:close/>
                <a:moveTo>
                  <a:pt x="436979" y="398586"/>
                </a:moveTo>
                <a:lnTo>
                  <a:pt x="436050" y="399624"/>
                </a:lnTo>
                <a:lnTo>
                  <a:pt x="436050" y="545192"/>
                </a:lnTo>
                <a:lnTo>
                  <a:pt x="438728" y="547870"/>
                </a:lnTo>
                <a:lnTo>
                  <a:pt x="459151" y="547825"/>
                </a:lnTo>
                <a:lnTo>
                  <a:pt x="466856" y="547244"/>
                </a:lnTo>
                <a:lnTo>
                  <a:pt x="468660" y="546562"/>
                </a:lnTo>
                <a:lnTo>
                  <a:pt x="469819" y="545520"/>
                </a:lnTo>
                <a:lnTo>
                  <a:pt x="470236" y="543460"/>
                </a:lnTo>
                <a:lnTo>
                  <a:pt x="470644" y="499774"/>
                </a:lnTo>
                <a:lnTo>
                  <a:pt x="471108" y="495451"/>
                </a:lnTo>
                <a:lnTo>
                  <a:pt x="472008" y="493507"/>
                </a:lnTo>
                <a:lnTo>
                  <a:pt x="473480" y="492681"/>
                </a:lnTo>
                <a:lnTo>
                  <a:pt x="476860" y="492454"/>
                </a:lnTo>
                <a:lnTo>
                  <a:pt x="519593" y="492136"/>
                </a:lnTo>
                <a:lnTo>
                  <a:pt x="533004" y="491439"/>
                </a:lnTo>
                <a:lnTo>
                  <a:pt x="545008" y="488581"/>
                </a:lnTo>
                <a:lnTo>
                  <a:pt x="549649" y="486557"/>
                </a:lnTo>
                <a:lnTo>
                  <a:pt x="553771" y="484058"/>
                </a:lnTo>
                <a:lnTo>
                  <a:pt x="558929" y="479459"/>
                </a:lnTo>
                <a:lnTo>
                  <a:pt x="562202" y="474981"/>
                </a:lnTo>
                <a:lnTo>
                  <a:pt x="563997" y="470869"/>
                </a:lnTo>
                <a:lnTo>
                  <a:pt x="566756" y="461261"/>
                </a:lnTo>
                <a:lnTo>
                  <a:pt x="567070" y="434662"/>
                </a:lnTo>
                <a:lnTo>
                  <a:pt x="566557" y="428183"/>
                </a:lnTo>
                <a:lnTo>
                  <a:pt x="563347" y="416916"/>
                </a:lnTo>
                <a:lnTo>
                  <a:pt x="561077" y="412702"/>
                </a:lnTo>
                <a:lnTo>
                  <a:pt x="558054" y="408824"/>
                </a:lnTo>
                <a:lnTo>
                  <a:pt x="554493" y="405517"/>
                </a:lnTo>
                <a:lnTo>
                  <a:pt x="550610" y="403014"/>
                </a:lnTo>
                <a:lnTo>
                  <a:pt x="540305" y="398945"/>
                </a:lnTo>
                <a:lnTo>
                  <a:pt x="531948" y="397930"/>
                </a:lnTo>
                <a:lnTo>
                  <a:pt x="511376" y="397623"/>
                </a:lnTo>
                <a:lnTo>
                  <a:pt x="437853" y="397602"/>
                </a:lnTo>
                <a:lnTo>
                  <a:pt x="436979" y="398586"/>
                </a:lnTo>
                <a:close/>
                <a:moveTo>
                  <a:pt x="521566" y="430442"/>
                </a:moveTo>
                <a:lnTo>
                  <a:pt x="526999" y="432553"/>
                </a:lnTo>
                <a:lnTo>
                  <a:pt x="529496" y="434384"/>
                </a:lnTo>
                <a:lnTo>
                  <a:pt x="531213" y="436667"/>
                </a:lnTo>
                <a:lnTo>
                  <a:pt x="532549" y="441152"/>
                </a:lnTo>
                <a:lnTo>
                  <a:pt x="532652" y="446084"/>
                </a:lnTo>
                <a:lnTo>
                  <a:pt x="531751" y="451492"/>
                </a:lnTo>
                <a:lnTo>
                  <a:pt x="529801" y="454377"/>
                </a:lnTo>
                <a:lnTo>
                  <a:pt x="525732" y="457544"/>
                </a:lnTo>
                <a:lnTo>
                  <a:pt x="523545" y="458311"/>
                </a:lnTo>
                <a:lnTo>
                  <a:pt x="516211" y="458645"/>
                </a:lnTo>
                <a:lnTo>
                  <a:pt x="472715" y="458802"/>
                </a:lnTo>
                <a:lnTo>
                  <a:pt x="470475" y="455906"/>
                </a:lnTo>
                <a:lnTo>
                  <a:pt x="470812" y="435268"/>
                </a:lnTo>
                <a:lnTo>
                  <a:pt x="471741" y="431747"/>
                </a:lnTo>
                <a:lnTo>
                  <a:pt x="473535" y="430115"/>
                </a:lnTo>
                <a:lnTo>
                  <a:pt x="497059" y="429684"/>
                </a:lnTo>
                <a:lnTo>
                  <a:pt x="521566" y="430442"/>
                </a:lnTo>
                <a:close/>
                <a:moveTo>
                  <a:pt x="611727" y="398422"/>
                </a:moveTo>
                <a:lnTo>
                  <a:pt x="606603" y="399738"/>
                </a:lnTo>
                <a:lnTo>
                  <a:pt x="599252" y="402434"/>
                </a:lnTo>
                <a:lnTo>
                  <a:pt x="595505" y="404685"/>
                </a:lnTo>
                <a:lnTo>
                  <a:pt x="591775" y="407827"/>
                </a:lnTo>
                <a:lnTo>
                  <a:pt x="588432" y="411500"/>
                </a:lnTo>
                <a:lnTo>
                  <a:pt x="585846" y="415344"/>
                </a:lnTo>
                <a:lnTo>
                  <a:pt x="581678" y="425981"/>
                </a:lnTo>
                <a:lnTo>
                  <a:pt x="580703" y="437211"/>
                </a:lnTo>
                <a:lnTo>
                  <a:pt x="580416" y="451965"/>
                </a:lnTo>
                <a:lnTo>
                  <a:pt x="580307" y="545192"/>
                </a:lnTo>
                <a:lnTo>
                  <a:pt x="582985" y="547870"/>
                </a:lnTo>
                <a:lnTo>
                  <a:pt x="607986" y="547608"/>
                </a:lnTo>
                <a:lnTo>
                  <a:pt x="611933" y="546826"/>
                </a:lnTo>
                <a:lnTo>
                  <a:pt x="613585" y="545247"/>
                </a:lnTo>
                <a:lnTo>
                  <a:pt x="614049" y="532392"/>
                </a:lnTo>
                <a:lnTo>
                  <a:pt x="614500" y="446822"/>
                </a:lnTo>
                <a:lnTo>
                  <a:pt x="615048" y="440439"/>
                </a:lnTo>
                <a:lnTo>
                  <a:pt x="617065" y="435181"/>
                </a:lnTo>
                <a:lnTo>
                  <a:pt x="620748" y="432422"/>
                </a:lnTo>
                <a:lnTo>
                  <a:pt x="627326" y="430195"/>
                </a:lnTo>
                <a:lnTo>
                  <a:pt x="638484" y="429704"/>
                </a:lnTo>
                <a:lnTo>
                  <a:pt x="679320" y="429568"/>
                </a:lnTo>
                <a:lnTo>
                  <a:pt x="681396" y="427000"/>
                </a:lnTo>
                <a:lnTo>
                  <a:pt x="681246" y="402301"/>
                </a:lnTo>
                <a:lnTo>
                  <a:pt x="680907" y="399646"/>
                </a:lnTo>
                <a:lnTo>
                  <a:pt x="679702" y="397602"/>
                </a:lnTo>
                <a:lnTo>
                  <a:pt x="625446" y="397792"/>
                </a:lnTo>
                <a:lnTo>
                  <a:pt x="611727" y="398422"/>
                </a:lnTo>
                <a:close/>
                <a:moveTo>
                  <a:pt x="951059" y="411317"/>
                </a:moveTo>
                <a:lnTo>
                  <a:pt x="946463" y="414061"/>
                </a:lnTo>
                <a:lnTo>
                  <a:pt x="941869" y="415829"/>
                </a:lnTo>
                <a:lnTo>
                  <a:pt x="938532" y="417943"/>
                </a:lnTo>
                <a:lnTo>
                  <a:pt x="928867" y="426611"/>
                </a:lnTo>
                <a:lnTo>
                  <a:pt x="924010" y="429923"/>
                </a:lnTo>
                <a:lnTo>
                  <a:pt x="922250" y="432269"/>
                </a:lnTo>
                <a:lnTo>
                  <a:pt x="921825" y="434213"/>
                </a:lnTo>
                <a:lnTo>
                  <a:pt x="922253" y="435175"/>
                </a:lnTo>
                <a:lnTo>
                  <a:pt x="929569" y="443088"/>
                </a:lnTo>
                <a:lnTo>
                  <a:pt x="930925" y="445926"/>
                </a:lnTo>
                <a:lnTo>
                  <a:pt x="929707" y="454417"/>
                </a:lnTo>
                <a:lnTo>
                  <a:pt x="929089" y="466735"/>
                </a:lnTo>
                <a:lnTo>
                  <a:pt x="928503" y="468914"/>
                </a:lnTo>
                <a:lnTo>
                  <a:pt x="926844" y="471497"/>
                </a:lnTo>
                <a:lnTo>
                  <a:pt x="923628" y="474758"/>
                </a:lnTo>
                <a:lnTo>
                  <a:pt x="915486" y="472955"/>
                </a:lnTo>
                <a:lnTo>
                  <a:pt x="908937" y="475258"/>
                </a:lnTo>
                <a:lnTo>
                  <a:pt x="906272" y="475584"/>
                </a:lnTo>
                <a:lnTo>
                  <a:pt x="897575" y="473207"/>
                </a:lnTo>
                <a:lnTo>
                  <a:pt x="894246" y="473010"/>
                </a:lnTo>
                <a:lnTo>
                  <a:pt x="892816" y="473392"/>
                </a:lnTo>
                <a:lnTo>
                  <a:pt x="890043" y="475268"/>
                </a:lnTo>
                <a:lnTo>
                  <a:pt x="883432" y="483158"/>
                </a:lnTo>
                <a:lnTo>
                  <a:pt x="878484" y="487862"/>
                </a:lnTo>
                <a:lnTo>
                  <a:pt x="873390" y="490995"/>
                </a:lnTo>
                <a:lnTo>
                  <a:pt x="870217" y="492002"/>
                </a:lnTo>
                <a:lnTo>
                  <a:pt x="867388" y="492299"/>
                </a:lnTo>
                <a:lnTo>
                  <a:pt x="864191" y="494437"/>
                </a:lnTo>
                <a:lnTo>
                  <a:pt x="863050" y="496808"/>
                </a:lnTo>
                <a:lnTo>
                  <a:pt x="862899" y="499541"/>
                </a:lnTo>
                <a:lnTo>
                  <a:pt x="863904" y="502298"/>
                </a:lnTo>
                <a:lnTo>
                  <a:pt x="865598" y="504165"/>
                </a:lnTo>
                <a:lnTo>
                  <a:pt x="867771" y="505448"/>
                </a:lnTo>
                <a:lnTo>
                  <a:pt x="870084" y="506059"/>
                </a:lnTo>
                <a:lnTo>
                  <a:pt x="873086" y="505527"/>
                </a:lnTo>
                <a:lnTo>
                  <a:pt x="875261" y="503764"/>
                </a:lnTo>
                <a:lnTo>
                  <a:pt x="887939" y="496164"/>
                </a:lnTo>
                <a:lnTo>
                  <a:pt x="895359" y="487521"/>
                </a:lnTo>
                <a:lnTo>
                  <a:pt x="897721" y="485700"/>
                </a:lnTo>
                <a:lnTo>
                  <a:pt x="899407" y="485641"/>
                </a:lnTo>
                <a:lnTo>
                  <a:pt x="905526" y="487969"/>
                </a:lnTo>
                <a:lnTo>
                  <a:pt x="908806" y="488521"/>
                </a:lnTo>
                <a:lnTo>
                  <a:pt x="911526" y="487996"/>
                </a:lnTo>
                <a:lnTo>
                  <a:pt x="914831" y="485577"/>
                </a:lnTo>
                <a:lnTo>
                  <a:pt x="924419" y="486048"/>
                </a:lnTo>
                <a:lnTo>
                  <a:pt x="927405" y="485780"/>
                </a:lnTo>
                <a:lnTo>
                  <a:pt x="931006" y="484249"/>
                </a:lnTo>
                <a:lnTo>
                  <a:pt x="942203" y="474949"/>
                </a:lnTo>
                <a:lnTo>
                  <a:pt x="943033" y="473215"/>
                </a:lnTo>
                <a:lnTo>
                  <a:pt x="943049" y="471852"/>
                </a:lnTo>
                <a:lnTo>
                  <a:pt x="940765" y="465673"/>
                </a:lnTo>
                <a:lnTo>
                  <a:pt x="940365" y="458902"/>
                </a:lnTo>
                <a:lnTo>
                  <a:pt x="941433" y="453812"/>
                </a:lnTo>
                <a:lnTo>
                  <a:pt x="944073" y="447046"/>
                </a:lnTo>
                <a:lnTo>
                  <a:pt x="944392" y="444315"/>
                </a:lnTo>
                <a:lnTo>
                  <a:pt x="943295" y="440713"/>
                </a:lnTo>
                <a:lnTo>
                  <a:pt x="940137" y="436478"/>
                </a:lnTo>
                <a:lnTo>
                  <a:pt x="939311" y="434322"/>
                </a:lnTo>
                <a:lnTo>
                  <a:pt x="940515" y="431844"/>
                </a:lnTo>
                <a:lnTo>
                  <a:pt x="943690" y="428838"/>
                </a:lnTo>
                <a:lnTo>
                  <a:pt x="954035" y="422637"/>
                </a:lnTo>
                <a:lnTo>
                  <a:pt x="955775" y="420818"/>
                </a:lnTo>
                <a:lnTo>
                  <a:pt x="956862" y="415741"/>
                </a:lnTo>
                <a:lnTo>
                  <a:pt x="956633" y="412356"/>
                </a:lnTo>
                <a:lnTo>
                  <a:pt x="954276" y="410873"/>
                </a:lnTo>
                <a:lnTo>
                  <a:pt x="951059" y="411317"/>
                </a:lnTo>
                <a:close/>
                <a:moveTo>
                  <a:pt x="725275" y="576230"/>
                </a:moveTo>
                <a:lnTo>
                  <a:pt x="703308" y="576557"/>
                </a:lnTo>
                <a:lnTo>
                  <a:pt x="700795" y="579071"/>
                </a:lnTo>
                <a:lnTo>
                  <a:pt x="700677" y="715068"/>
                </a:lnTo>
                <a:lnTo>
                  <a:pt x="700795" y="723656"/>
                </a:lnTo>
                <a:lnTo>
                  <a:pt x="701438" y="725022"/>
                </a:lnTo>
                <a:lnTo>
                  <a:pt x="704210" y="726197"/>
                </a:lnTo>
                <a:lnTo>
                  <a:pt x="708073" y="726534"/>
                </a:lnTo>
                <a:lnTo>
                  <a:pt x="731941" y="726497"/>
                </a:lnTo>
                <a:lnTo>
                  <a:pt x="734400" y="724202"/>
                </a:lnTo>
                <a:lnTo>
                  <a:pt x="734537" y="626091"/>
                </a:lnTo>
                <a:lnTo>
                  <a:pt x="734771" y="614652"/>
                </a:lnTo>
                <a:lnTo>
                  <a:pt x="735426" y="611484"/>
                </a:lnTo>
                <a:lnTo>
                  <a:pt x="736968" y="610217"/>
                </a:lnTo>
                <a:lnTo>
                  <a:pt x="744102" y="609874"/>
                </a:lnTo>
                <a:lnTo>
                  <a:pt x="794619" y="609658"/>
                </a:lnTo>
                <a:lnTo>
                  <a:pt x="802564" y="610240"/>
                </a:lnTo>
                <a:lnTo>
                  <a:pt x="803524" y="611955"/>
                </a:lnTo>
                <a:lnTo>
                  <a:pt x="803835" y="614116"/>
                </a:lnTo>
                <a:lnTo>
                  <a:pt x="804287" y="630273"/>
                </a:lnTo>
                <a:lnTo>
                  <a:pt x="804780" y="724694"/>
                </a:lnTo>
                <a:lnTo>
                  <a:pt x="806302" y="725818"/>
                </a:lnTo>
                <a:lnTo>
                  <a:pt x="810170" y="726370"/>
                </a:lnTo>
                <a:lnTo>
                  <a:pt x="836965" y="726552"/>
                </a:lnTo>
                <a:lnTo>
                  <a:pt x="838823" y="724476"/>
                </a:lnTo>
                <a:lnTo>
                  <a:pt x="838903" y="609298"/>
                </a:lnTo>
                <a:lnTo>
                  <a:pt x="838727" y="582716"/>
                </a:lnTo>
                <a:lnTo>
                  <a:pt x="838325" y="578100"/>
                </a:lnTo>
                <a:lnTo>
                  <a:pt x="835489" y="576701"/>
                </a:lnTo>
                <a:lnTo>
                  <a:pt x="830898" y="576303"/>
                </a:lnTo>
                <a:lnTo>
                  <a:pt x="725275" y="576230"/>
                </a:lnTo>
                <a:close/>
                <a:moveTo>
                  <a:pt x="176496" y="577650"/>
                </a:moveTo>
                <a:lnTo>
                  <a:pt x="166186" y="579905"/>
                </a:lnTo>
                <a:lnTo>
                  <a:pt x="161775" y="581467"/>
                </a:lnTo>
                <a:lnTo>
                  <a:pt x="154332" y="585532"/>
                </a:lnTo>
                <a:lnTo>
                  <a:pt x="151258" y="588064"/>
                </a:lnTo>
                <a:lnTo>
                  <a:pt x="148587" y="590948"/>
                </a:lnTo>
                <a:lnTo>
                  <a:pt x="144371" y="597830"/>
                </a:lnTo>
                <a:lnTo>
                  <a:pt x="140725" y="609109"/>
                </a:lnTo>
                <a:lnTo>
                  <a:pt x="140052" y="616093"/>
                </a:lnTo>
                <a:lnTo>
                  <a:pt x="139715" y="638389"/>
                </a:lnTo>
                <a:lnTo>
                  <a:pt x="139607" y="713556"/>
                </a:lnTo>
                <a:lnTo>
                  <a:pt x="139940" y="725568"/>
                </a:lnTo>
                <a:lnTo>
                  <a:pt x="140659" y="726650"/>
                </a:lnTo>
                <a:lnTo>
                  <a:pt x="142132" y="727322"/>
                </a:lnTo>
                <a:lnTo>
                  <a:pt x="149947" y="727744"/>
                </a:lnTo>
                <a:lnTo>
                  <a:pt x="171742" y="727372"/>
                </a:lnTo>
                <a:lnTo>
                  <a:pt x="173764" y="724640"/>
                </a:lnTo>
                <a:lnTo>
                  <a:pt x="174356" y="624160"/>
                </a:lnTo>
                <a:lnTo>
                  <a:pt x="174693" y="619070"/>
                </a:lnTo>
                <a:lnTo>
                  <a:pt x="177220" y="615005"/>
                </a:lnTo>
                <a:lnTo>
                  <a:pt x="180157" y="612130"/>
                </a:lnTo>
                <a:lnTo>
                  <a:pt x="185262" y="611078"/>
                </a:lnTo>
                <a:lnTo>
                  <a:pt x="198816" y="610319"/>
                </a:lnTo>
                <a:lnTo>
                  <a:pt x="238075" y="609884"/>
                </a:lnTo>
                <a:lnTo>
                  <a:pt x="239611" y="609092"/>
                </a:lnTo>
                <a:lnTo>
                  <a:pt x="240326" y="607565"/>
                </a:lnTo>
                <a:lnTo>
                  <a:pt x="240929" y="600071"/>
                </a:lnTo>
                <a:lnTo>
                  <a:pt x="240975" y="579672"/>
                </a:lnTo>
                <a:lnTo>
                  <a:pt x="238899" y="577104"/>
                </a:lnTo>
                <a:lnTo>
                  <a:pt x="190066" y="577096"/>
                </a:lnTo>
                <a:lnTo>
                  <a:pt x="176496" y="577650"/>
                </a:lnTo>
                <a:close/>
                <a:moveTo>
                  <a:pt x="259171" y="577486"/>
                </a:moveTo>
                <a:lnTo>
                  <a:pt x="257641" y="578962"/>
                </a:lnTo>
                <a:lnTo>
                  <a:pt x="257402" y="588884"/>
                </a:lnTo>
                <a:lnTo>
                  <a:pt x="258171" y="722455"/>
                </a:lnTo>
                <a:lnTo>
                  <a:pt x="259497" y="725965"/>
                </a:lnTo>
                <a:lnTo>
                  <a:pt x="260264" y="726771"/>
                </a:lnTo>
                <a:lnTo>
                  <a:pt x="261839" y="727238"/>
                </a:lnTo>
                <a:lnTo>
                  <a:pt x="289888" y="727667"/>
                </a:lnTo>
                <a:lnTo>
                  <a:pt x="291798" y="725843"/>
                </a:lnTo>
                <a:lnTo>
                  <a:pt x="292233" y="722978"/>
                </a:lnTo>
                <a:lnTo>
                  <a:pt x="292480" y="680483"/>
                </a:lnTo>
                <a:lnTo>
                  <a:pt x="292811" y="676078"/>
                </a:lnTo>
                <a:lnTo>
                  <a:pt x="293447" y="674017"/>
                </a:lnTo>
                <a:lnTo>
                  <a:pt x="294470" y="673221"/>
                </a:lnTo>
                <a:lnTo>
                  <a:pt x="296149" y="673090"/>
                </a:lnTo>
                <a:lnTo>
                  <a:pt x="342728" y="672413"/>
                </a:lnTo>
                <a:lnTo>
                  <a:pt x="353920" y="671761"/>
                </a:lnTo>
                <a:lnTo>
                  <a:pt x="359068" y="670919"/>
                </a:lnTo>
                <a:lnTo>
                  <a:pt x="367212" y="668672"/>
                </a:lnTo>
                <a:lnTo>
                  <a:pt x="372592" y="666329"/>
                </a:lnTo>
                <a:lnTo>
                  <a:pt x="377152" y="663330"/>
                </a:lnTo>
                <a:lnTo>
                  <a:pt x="380958" y="659623"/>
                </a:lnTo>
                <a:lnTo>
                  <a:pt x="384075" y="655156"/>
                </a:lnTo>
                <a:lnTo>
                  <a:pt x="386863" y="649110"/>
                </a:lnTo>
                <a:lnTo>
                  <a:pt x="387792" y="645446"/>
                </a:lnTo>
                <a:lnTo>
                  <a:pt x="388456" y="633204"/>
                </a:lnTo>
                <a:lnTo>
                  <a:pt x="388237" y="603332"/>
                </a:lnTo>
                <a:lnTo>
                  <a:pt x="384248" y="594638"/>
                </a:lnTo>
                <a:lnTo>
                  <a:pt x="382280" y="591669"/>
                </a:lnTo>
                <a:lnTo>
                  <a:pt x="377376" y="586526"/>
                </a:lnTo>
                <a:lnTo>
                  <a:pt x="371205" y="582461"/>
                </a:lnTo>
                <a:lnTo>
                  <a:pt x="367654" y="580840"/>
                </a:lnTo>
                <a:lnTo>
                  <a:pt x="359637" y="578432"/>
                </a:lnTo>
                <a:lnTo>
                  <a:pt x="350909" y="577395"/>
                </a:lnTo>
                <a:lnTo>
                  <a:pt x="331838" y="577030"/>
                </a:lnTo>
                <a:lnTo>
                  <a:pt x="279482" y="576936"/>
                </a:lnTo>
                <a:lnTo>
                  <a:pt x="259171" y="577486"/>
                </a:lnTo>
                <a:close/>
                <a:moveTo>
                  <a:pt x="342939" y="610436"/>
                </a:moveTo>
                <a:lnTo>
                  <a:pt x="347234" y="611677"/>
                </a:lnTo>
                <a:lnTo>
                  <a:pt x="350213" y="613162"/>
                </a:lnTo>
                <a:lnTo>
                  <a:pt x="352213" y="615079"/>
                </a:lnTo>
                <a:lnTo>
                  <a:pt x="354086" y="618195"/>
                </a:lnTo>
                <a:lnTo>
                  <a:pt x="354086" y="631310"/>
                </a:lnTo>
                <a:lnTo>
                  <a:pt x="351196" y="634936"/>
                </a:lnTo>
                <a:lnTo>
                  <a:pt x="346272" y="638304"/>
                </a:lnTo>
                <a:lnTo>
                  <a:pt x="294634" y="638632"/>
                </a:lnTo>
                <a:lnTo>
                  <a:pt x="292339" y="635681"/>
                </a:lnTo>
                <a:lnTo>
                  <a:pt x="292568" y="614831"/>
                </a:lnTo>
                <a:lnTo>
                  <a:pt x="293266" y="611627"/>
                </a:lnTo>
                <a:lnTo>
                  <a:pt x="294689" y="610327"/>
                </a:lnTo>
                <a:lnTo>
                  <a:pt x="326839" y="609640"/>
                </a:lnTo>
                <a:lnTo>
                  <a:pt x="337874" y="609828"/>
                </a:lnTo>
                <a:lnTo>
                  <a:pt x="342939" y="610436"/>
                </a:lnTo>
                <a:close/>
                <a:moveTo>
                  <a:pt x="546374" y="577869"/>
                </a:moveTo>
                <a:lnTo>
                  <a:pt x="545062" y="578907"/>
                </a:lnTo>
                <a:lnTo>
                  <a:pt x="544930" y="701691"/>
                </a:lnTo>
                <a:lnTo>
                  <a:pt x="545138" y="718048"/>
                </a:lnTo>
                <a:lnTo>
                  <a:pt x="546118" y="726551"/>
                </a:lnTo>
                <a:lnTo>
                  <a:pt x="547412" y="727317"/>
                </a:lnTo>
                <a:lnTo>
                  <a:pt x="549655" y="727478"/>
                </a:lnTo>
                <a:lnTo>
                  <a:pt x="572315" y="727717"/>
                </a:lnTo>
                <a:lnTo>
                  <a:pt x="575726" y="727102"/>
                </a:lnTo>
                <a:lnTo>
                  <a:pt x="578395" y="725022"/>
                </a:lnTo>
                <a:lnTo>
                  <a:pt x="578677" y="623935"/>
                </a:lnTo>
                <a:lnTo>
                  <a:pt x="578886" y="612458"/>
                </a:lnTo>
                <a:lnTo>
                  <a:pt x="579631" y="611071"/>
                </a:lnTo>
                <a:lnTo>
                  <a:pt x="584002" y="609971"/>
                </a:lnTo>
                <a:lnTo>
                  <a:pt x="591470" y="609693"/>
                </a:lnTo>
                <a:lnTo>
                  <a:pt x="644786" y="609616"/>
                </a:lnTo>
                <a:lnTo>
                  <a:pt x="648174" y="612676"/>
                </a:lnTo>
                <a:lnTo>
                  <a:pt x="648230" y="695296"/>
                </a:lnTo>
                <a:lnTo>
                  <a:pt x="648720" y="724530"/>
                </a:lnTo>
                <a:lnTo>
                  <a:pt x="652709" y="727645"/>
                </a:lnTo>
                <a:lnTo>
                  <a:pt x="672309" y="727592"/>
                </a:lnTo>
                <a:lnTo>
                  <a:pt x="680179" y="727126"/>
                </a:lnTo>
                <a:lnTo>
                  <a:pt x="682489" y="724148"/>
                </a:lnTo>
                <a:lnTo>
                  <a:pt x="682489" y="579508"/>
                </a:lnTo>
                <a:lnTo>
                  <a:pt x="679812" y="576831"/>
                </a:lnTo>
                <a:lnTo>
                  <a:pt x="547631" y="576831"/>
                </a:lnTo>
                <a:lnTo>
                  <a:pt x="546374" y="577869"/>
                </a:lnTo>
                <a:close/>
                <a:moveTo>
                  <a:pt x="402499" y="579180"/>
                </a:moveTo>
                <a:lnTo>
                  <a:pt x="400992" y="581716"/>
                </a:lnTo>
                <a:lnTo>
                  <a:pt x="400715" y="584495"/>
                </a:lnTo>
                <a:lnTo>
                  <a:pt x="400822" y="630965"/>
                </a:lnTo>
                <a:lnTo>
                  <a:pt x="401311" y="644485"/>
                </a:lnTo>
                <a:lnTo>
                  <a:pt x="402773" y="650644"/>
                </a:lnTo>
                <a:lnTo>
                  <a:pt x="406021" y="656144"/>
                </a:lnTo>
                <a:lnTo>
                  <a:pt x="409189" y="660037"/>
                </a:lnTo>
                <a:lnTo>
                  <a:pt x="412895" y="663385"/>
                </a:lnTo>
                <a:lnTo>
                  <a:pt x="419519" y="667429"/>
                </a:lnTo>
                <a:lnTo>
                  <a:pt x="431189" y="671427"/>
                </a:lnTo>
                <a:lnTo>
                  <a:pt x="443579" y="672459"/>
                </a:lnTo>
                <a:lnTo>
                  <a:pt x="492660" y="673275"/>
                </a:lnTo>
                <a:lnTo>
                  <a:pt x="494860" y="674080"/>
                </a:lnTo>
                <a:lnTo>
                  <a:pt x="495706" y="675215"/>
                </a:lnTo>
                <a:lnTo>
                  <a:pt x="496357" y="680009"/>
                </a:lnTo>
                <a:lnTo>
                  <a:pt x="496430" y="688029"/>
                </a:lnTo>
                <a:lnTo>
                  <a:pt x="491853" y="693259"/>
                </a:lnTo>
                <a:lnTo>
                  <a:pt x="488214" y="694831"/>
                </a:lnTo>
                <a:lnTo>
                  <a:pt x="475440" y="695819"/>
                </a:lnTo>
                <a:lnTo>
                  <a:pt x="420142" y="696102"/>
                </a:lnTo>
                <a:lnTo>
                  <a:pt x="410213" y="696403"/>
                </a:lnTo>
                <a:lnTo>
                  <a:pt x="408827" y="696838"/>
                </a:lnTo>
                <a:lnTo>
                  <a:pt x="407742" y="697961"/>
                </a:lnTo>
                <a:lnTo>
                  <a:pt x="407062" y="700071"/>
                </a:lnTo>
                <a:lnTo>
                  <a:pt x="406604" y="706126"/>
                </a:lnTo>
                <a:lnTo>
                  <a:pt x="406803" y="723911"/>
                </a:lnTo>
                <a:lnTo>
                  <a:pt x="407275" y="726564"/>
                </a:lnTo>
                <a:lnTo>
                  <a:pt x="408103" y="727979"/>
                </a:lnTo>
                <a:lnTo>
                  <a:pt x="410120" y="728806"/>
                </a:lnTo>
                <a:lnTo>
                  <a:pt x="421064" y="729148"/>
                </a:lnTo>
                <a:lnTo>
                  <a:pt x="495884" y="729284"/>
                </a:lnTo>
                <a:lnTo>
                  <a:pt x="511116" y="724592"/>
                </a:lnTo>
                <a:lnTo>
                  <a:pt x="517370" y="721005"/>
                </a:lnTo>
                <a:lnTo>
                  <a:pt x="521076" y="717748"/>
                </a:lnTo>
                <a:lnTo>
                  <a:pt x="525397" y="712338"/>
                </a:lnTo>
                <a:lnTo>
                  <a:pt x="528131" y="706457"/>
                </a:lnTo>
                <a:lnTo>
                  <a:pt x="529599" y="700105"/>
                </a:lnTo>
                <a:lnTo>
                  <a:pt x="529689" y="600115"/>
                </a:lnTo>
                <a:lnTo>
                  <a:pt x="529448" y="586700"/>
                </a:lnTo>
                <a:lnTo>
                  <a:pt x="528377" y="579488"/>
                </a:lnTo>
                <a:lnTo>
                  <a:pt x="525791" y="578303"/>
                </a:lnTo>
                <a:lnTo>
                  <a:pt x="512796" y="577910"/>
                </a:lnTo>
                <a:lnTo>
                  <a:pt x="499906" y="578303"/>
                </a:lnTo>
                <a:lnTo>
                  <a:pt x="498780" y="578525"/>
                </a:lnTo>
                <a:lnTo>
                  <a:pt x="497543" y="579536"/>
                </a:lnTo>
                <a:lnTo>
                  <a:pt x="496540" y="583873"/>
                </a:lnTo>
                <a:lnTo>
                  <a:pt x="496286" y="590607"/>
                </a:lnTo>
                <a:lnTo>
                  <a:pt x="496321" y="636938"/>
                </a:lnTo>
                <a:lnTo>
                  <a:pt x="494802" y="638539"/>
                </a:lnTo>
                <a:lnTo>
                  <a:pt x="491835" y="639552"/>
                </a:lnTo>
                <a:lnTo>
                  <a:pt x="487677" y="639899"/>
                </a:lnTo>
                <a:lnTo>
                  <a:pt x="450312" y="640271"/>
                </a:lnTo>
                <a:lnTo>
                  <a:pt x="442189" y="638278"/>
                </a:lnTo>
                <a:lnTo>
                  <a:pt x="438960" y="636917"/>
                </a:lnTo>
                <a:lnTo>
                  <a:pt x="436533" y="633995"/>
                </a:lnTo>
                <a:lnTo>
                  <a:pt x="434547" y="629043"/>
                </a:lnTo>
                <a:lnTo>
                  <a:pt x="434053" y="624460"/>
                </a:lnTo>
                <a:lnTo>
                  <a:pt x="435551" y="615586"/>
                </a:lnTo>
                <a:lnTo>
                  <a:pt x="435873" y="591977"/>
                </a:lnTo>
                <a:lnTo>
                  <a:pt x="435558" y="584071"/>
                </a:lnTo>
                <a:lnTo>
                  <a:pt x="434476" y="580650"/>
                </a:lnTo>
                <a:lnTo>
                  <a:pt x="431405" y="578197"/>
                </a:lnTo>
                <a:lnTo>
                  <a:pt x="403811" y="577869"/>
                </a:lnTo>
                <a:lnTo>
                  <a:pt x="402499" y="579180"/>
                </a:lnTo>
                <a:close/>
              </a:path>
            </a:pathLst>
          </a:custGeom>
          <a:solidFill>
            <a:srgbClr val="EA872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ГК «ЭНЕРГО ГРУПП» — Комплексное строительство 2025</dc:title>
  <dc:subject/>
  <dc:creator>ГК «ЭНЕРГО ГРУПП»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